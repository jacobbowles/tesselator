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64" r:id="rId4"/>
    <p:sldId id="265" r:id="rId5"/>
    <p:sldId id="266" r:id="rId6"/>
    <p:sldId id="274" r:id="rId7"/>
    <p:sldId id="270" r:id="rId8"/>
    <p:sldId id="271" r:id="rId9"/>
    <p:sldId id="272" r:id="rId10"/>
    <p:sldId id="273" r:id="rId11"/>
    <p:sldId id="275" r:id="rId12"/>
    <p:sldId id="267" r:id="rId13"/>
    <p:sldId id="262" r:id="rId14"/>
    <p:sldId id="263" r:id="rId1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360AD6-5BDB-4A0A-8F54-58EF161316F8}" v="697" dt="2026-03-13T03:55:32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0" autoAdjust="0"/>
    <p:restoredTop sz="94660"/>
  </p:normalViewPr>
  <p:slideViewPr>
    <p:cSldViewPr snapToGrid="0">
      <p:cViewPr>
        <p:scale>
          <a:sx n="300" d="100"/>
          <a:sy n="300" d="100"/>
        </p:scale>
        <p:origin x="-10710" y="-42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ie Bowles" userId="b03588657e1764ed" providerId="LiveId" clId="{8ED2B2C3-C170-4DC1-A3C7-063920288560}"/>
    <pc:docChg chg="undo redo custSel addSld delSld modSld sldOrd">
      <pc:chgData name="Jamie Bowles" userId="b03588657e1764ed" providerId="LiveId" clId="{8ED2B2C3-C170-4DC1-A3C7-063920288560}" dt="2026-03-13T04:44:36.562" v="4185" actId="1035"/>
      <pc:docMkLst>
        <pc:docMk/>
      </pc:docMkLst>
      <pc:sldChg chg="addSp delSp modSp mod">
        <pc:chgData name="Jamie Bowles" userId="b03588657e1764ed" providerId="LiveId" clId="{8ED2B2C3-C170-4DC1-A3C7-063920288560}" dt="2026-02-18T07:11:20.148" v="1295" actId="692"/>
        <pc:sldMkLst>
          <pc:docMk/>
          <pc:sldMk cId="566799458" sldId="257"/>
        </pc:sldMkLst>
        <pc:spChg chg="mod topLvl">
          <ac:chgData name="Jamie Bowles" userId="b03588657e1764ed" providerId="LiveId" clId="{8ED2B2C3-C170-4DC1-A3C7-063920288560}" dt="2026-02-18T07:10:31.439" v="1286" actId="164"/>
          <ac:spMkLst>
            <pc:docMk/>
            <pc:sldMk cId="566799458" sldId="257"/>
            <ac:spMk id="14" creationId="{85B32C2B-3A9F-9332-DA1D-AE56BCB6A944}"/>
          </ac:spMkLst>
        </pc:spChg>
        <pc:spChg chg="mod topLvl">
          <ac:chgData name="Jamie Bowles" userId="b03588657e1764ed" providerId="LiveId" clId="{8ED2B2C3-C170-4DC1-A3C7-063920288560}" dt="2026-02-18T07:10:31.439" v="1286" actId="164"/>
          <ac:spMkLst>
            <pc:docMk/>
            <pc:sldMk cId="566799458" sldId="257"/>
            <ac:spMk id="15" creationId="{20936462-C5BF-9516-9ECF-389A8B63F03B}"/>
          </ac:spMkLst>
        </pc:spChg>
        <pc:spChg chg="mod topLvl">
          <ac:chgData name="Jamie Bowles" userId="b03588657e1764ed" providerId="LiveId" clId="{8ED2B2C3-C170-4DC1-A3C7-063920288560}" dt="2026-02-18T07:10:31.439" v="1286" actId="164"/>
          <ac:spMkLst>
            <pc:docMk/>
            <pc:sldMk cId="566799458" sldId="257"/>
            <ac:spMk id="20" creationId="{FCAD0B60-C237-6886-03A2-6D83D2070FD4}"/>
          </ac:spMkLst>
        </pc:spChg>
        <pc:spChg chg="mod topLvl">
          <ac:chgData name="Jamie Bowles" userId="b03588657e1764ed" providerId="LiveId" clId="{8ED2B2C3-C170-4DC1-A3C7-063920288560}" dt="2026-02-18T07:10:31.439" v="1286" actId="164"/>
          <ac:spMkLst>
            <pc:docMk/>
            <pc:sldMk cId="566799458" sldId="257"/>
            <ac:spMk id="21" creationId="{50BC144F-CB38-E419-E2C4-E659EE7FECE0}"/>
          </ac:spMkLst>
        </pc:spChg>
        <pc:grpChg chg="add mod">
          <ac:chgData name="Jamie Bowles" userId="b03588657e1764ed" providerId="LiveId" clId="{8ED2B2C3-C170-4DC1-A3C7-063920288560}" dt="2026-02-18T07:11:01.478" v="1294" actId="1038"/>
          <ac:grpSpMkLst>
            <pc:docMk/>
            <pc:sldMk cId="566799458" sldId="257"/>
            <ac:grpSpMk id="64" creationId="{1BDCCBA2-A151-37FD-69F6-F52682AD6751}"/>
          </ac:grpSpMkLst>
        </pc:grpChg>
        <pc:grpChg chg="add mod">
          <ac:chgData name="Jamie Bowles" userId="b03588657e1764ed" providerId="LiveId" clId="{8ED2B2C3-C170-4DC1-A3C7-063920288560}" dt="2026-02-18T07:10:31.439" v="1286" actId="164"/>
          <ac:grpSpMkLst>
            <pc:docMk/>
            <pc:sldMk cId="566799458" sldId="257"/>
            <ac:grpSpMk id="76" creationId="{27B12C2E-5BCF-C772-5C2C-1075CED8A79E}"/>
          </ac:grpSpMkLst>
        </pc:grpChg>
        <pc:cxnChg chg="mod">
          <ac:chgData name="Jamie Bowles" userId="b03588657e1764ed" providerId="LiveId" clId="{8ED2B2C3-C170-4DC1-A3C7-063920288560}" dt="2026-02-18T07:11:20.148" v="1295" actId="692"/>
          <ac:cxnSpMkLst>
            <pc:docMk/>
            <pc:sldMk cId="566799458" sldId="257"/>
            <ac:cxnSpMk id="6" creationId="{2C621CF3-3D88-0C59-F1EB-057BD6843488}"/>
          </ac:cxnSpMkLst>
        </pc:cxnChg>
        <pc:cxnChg chg="mod">
          <ac:chgData name="Jamie Bowles" userId="b03588657e1764ed" providerId="LiveId" clId="{8ED2B2C3-C170-4DC1-A3C7-063920288560}" dt="2026-02-18T07:11:20.148" v="1295" actId="692"/>
          <ac:cxnSpMkLst>
            <pc:docMk/>
            <pc:sldMk cId="566799458" sldId="257"/>
            <ac:cxnSpMk id="7" creationId="{13467B96-9D71-99D8-D90B-692778ACBD83}"/>
          </ac:cxnSpMkLst>
        </pc:cxnChg>
        <pc:cxnChg chg="mod topLvl">
          <ac:chgData name="Jamie Bowles" userId="b03588657e1764ed" providerId="LiveId" clId="{8ED2B2C3-C170-4DC1-A3C7-063920288560}" dt="2026-02-18T07:11:20.148" v="1295" actId="692"/>
          <ac:cxnSpMkLst>
            <pc:docMk/>
            <pc:sldMk cId="566799458" sldId="257"/>
            <ac:cxnSpMk id="8" creationId="{6CB2AE27-474D-B6DF-2279-F202F5ADF034}"/>
          </ac:cxnSpMkLst>
        </pc:cxnChg>
        <pc:cxnChg chg="mod">
          <ac:chgData name="Jamie Bowles" userId="b03588657e1764ed" providerId="LiveId" clId="{8ED2B2C3-C170-4DC1-A3C7-063920288560}" dt="2026-02-18T07:11:20.148" v="1295" actId="692"/>
          <ac:cxnSpMkLst>
            <pc:docMk/>
            <pc:sldMk cId="566799458" sldId="257"/>
            <ac:cxnSpMk id="9" creationId="{86DC1337-A127-C0F1-F0F6-A7D180677CB6}"/>
          </ac:cxnSpMkLst>
        </pc:cxnChg>
        <pc:cxnChg chg="mod topLvl">
          <ac:chgData name="Jamie Bowles" userId="b03588657e1764ed" providerId="LiveId" clId="{8ED2B2C3-C170-4DC1-A3C7-063920288560}" dt="2026-02-18T07:11:20.148" v="1295" actId="692"/>
          <ac:cxnSpMkLst>
            <pc:docMk/>
            <pc:sldMk cId="566799458" sldId="257"/>
            <ac:cxnSpMk id="10" creationId="{1664DE5C-5135-64C6-4303-C6135DFBCE4B}"/>
          </ac:cxnSpMkLst>
        </pc:cxnChg>
        <pc:cxnChg chg="mod">
          <ac:chgData name="Jamie Bowles" userId="b03588657e1764ed" providerId="LiveId" clId="{8ED2B2C3-C170-4DC1-A3C7-063920288560}" dt="2026-02-18T07:11:20.148" v="1295" actId="692"/>
          <ac:cxnSpMkLst>
            <pc:docMk/>
            <pc:sldMk cId="566799458" sldId="257"/>
            <ac:cxnSpMk id="11" creationId="{8F429D2C-03EF-B470-13A4-41B9D3E8AEF9}"/>
          </ac:cxnSpMkLst>
        </pc:cxnChg>
        <pc:cxnChg chg="mod">
          <ac:chgData name="Jamie Bowles" userId="b03588657e1764ed" providerId="LiveId" clId="{8ED2B2C3-C170-4DC1-A3C7-063920288560}" dt="2026-02-18T07:11:20.148" v="1295" actId="692"/>
          <ac:cxnSpMkLst>
            <pc:docMk/>
            <pc:sldMk cId="566799458" sldId="257"/>
            <ac:cxnSpMk id="12" creationId="{307A0D2A-7D3D-B855-2FBA-B258941FEAB2}"/>
          </ac:cxnSpMkLst>
        </pc:cxnChg>
        <pc:cxnChg chg="mod">
          <ac:chgData name="Jamie Bowles" userId="b03588657e1764ed" providerId="LiveId" clId="{8ED2B2C3-C170-4DC1-A3C7-063920288560}" dt="2026-02-18T07:11:20.148" v="1295" actId="692"/>
          <ac:cxnSpMkLst>
            <pc:docMk/>
            <pc:sldMk cId="566799458" sldId="257"/>
            <ac:cxnSpMk id="13" creationId="{61D3C056-5F88-4874-5619-2FAED7C5EEB2}"/>
          </ac:cxnSpMkLst>
        </pc:cxnChg>
        <pc:cxnChg chg="mod topLvl">
          <ac:chgData name="Jamie Bowles" userId="b03588657e1764ed" providerId="LiveId" clId="{8ED2B2C3-C170-4DC1-A3C7-063920288560}" dt="2026-02-18T07:10:31.439" v="1286" actId="164"/>
          <ac:cxnSpMkLst>
            <pc:docMk/>
            <pc:sldMk cId="566799458" sldId="257"/>
            <ac:cxnSpMk id="16" creationId="{66F33B7B-1352-7207-6759-5CEEF5F4F463}"/>
          </ac:cxnSpMkLst>
        </pc:cxnChg>
        <pc:cxnChg chg="mod topLvl">
          <ac:chgData name="Jamie Bowles" userId="b03588657e1764ed" providerId="LiveId" clId="{8ED2B2C3-C170-4DC1-A3C7-063920288560}" dt="2026-02-18T07:10:31.439" v="1286" actId="164"/>
          <ac:cxnSpMkLst>
            <pc:docMk/>
            <pc:sldMk cId="566799458" sldId="257"/>
            <ac:cxnSpMk id="17" creationId="{E13C8181-AEEA-BFAF-0D12-596FE6F88839}"/>
          </ac:cxnSpMkLst>
        </pc:cxnChg>
        <pc:cxnChg chg="mod topLvl">
          <ac:chgData name="Jamie Bowles" userId="b03588657e1764ed" providerId="LiveId" clId="{8ED2B2C3-C170-4DC1-A3C7-063920288560}" dt="2026-02-18T07:10:31.439" v="1286" actId="164"/>
          <ac:cxnSpMkLst>
            <pc:docMk/>
            <pc:sldMk cId="566799458" sldId="257"/>
            <ac:cxnSpMk id="18" creationId="{4AE9235A-88F2-D433-FCE5-C3DDE04346E3}"/>
          </ac:cxnSpMkLst>
        </pc:cxnChg>
        <pc:cxnChg chg="mod topLvl">
          <ac:chgData name="Jamie Bowles" userId="b03588657e1764ed" providerId="LiveId" clId="{8ED2B2C3-C170-4DC1-A3C7-063920288560}" dt="2026-02-18T07:10:31.439" v="1286" actId="164"/>
          <ac:cxnSpMkLst>
            <pc:docMk/>
            <pc:sldMk cId="566799458" sldId="257"/>
            <ac:cxnSpMk id="19" creationId="{30694F9F-D9F4-0272-4A05-8D7FD95700B1}"/>
          </ac:cxnSpMkLst>
        </pc:cxnChg>
        <pc:cxnChg chg="mod topLvl">
          <ac:chgData name="Jamie Bowles" userId="b03588657e1764ed" providerId="LiveId" clId="{8ED2B2C3-C170-4DC1-A3C7-063920288560}" dt="2026-02-18T07:10:31.439" v="1286" actId="164"/>
          <ac:cxnSpMkLst>
            <pc:docMk/>
            <pc:sldMk cId="566799458" sldId="257"/>
            <ac:cxnSpMk id="22" creationId="{0F1426E3-FBBA-BB8D-4646-95C2546284BC}"/>
          </ac:cxnSpMkLst>
        </pc:cxnChg>
        <pc:cxnChg chg="mod">
          <ac:chgData name="Jamie Bowles" userId="b03588657e1764ed" providerId="LiveId" clId="{8ED2B2C3-C170-4DC1-A3C7-063920288560}" dt="2026-02-18T07:10:15.797" v="1284" actId="14100"/>
          <ac:cxnSpMkLst>
            <pc:docMk/>
            <pc:sldMk cId="566799458" sldId="257"/>
            <ac:cxnSpMk id="23" creationId="{AC5CA403-0740-B020-7ADB-8B1EFEEF5415}"/>
          </ac:cxnSpMkLst>
        </pc:cxnChg>
      </pc:sldChg>
      <pc:sldChg chg="modSp add mod">
        <pc:chgData name="Jamie Bowles" userId="b03588657e1764ed" providerId="LiveId" clId="{8ED2B2C3-C170-4DC1-A3C7-063920288560}" dt="2026-02-18T07:22:32.434" v="1459" actId="692"/>
        <pc:sldMkLst>
          <pc:docMk/>
          <pc:sldMk cId="280907564" sldId="262"/>
        </pc:sldMkLst>
        <pc:spChg chg="mod">
          <ac:chgData name="Jamie Bowles" userId="b03588657e1764ed" providerId="LiveId" clId="{8ED2B2C3-C170-4DC1-A3C7-063920288560}" dt="2026-02-18T07:22:32.434" v="1459" actId="692"/>
          <ac:spMkLst>
            <pc:docMk/>
            <pc:sldMk cId="280907564" sldId="262"/>
            <ac:spMk id="3" creationId="{0B866474-745D-58D6-F4D8-105F34D80A28}"/>
          </ac:spMkLst>
        </pc:spChg>
        <pc:spChg chg="mod">
          <ac:chgData name="Jamie Bowles" userId="b03588657e1764ed" providerId="LiveId" clId="{8ED2B2C3-C170-4DC1-A3C7-063920288560}" dt="2026-02-18T05:23:01.402" v="416" actId="20577"/>
          <ac:spMkLst>
            <pc:docMk/>
            <pc:sldMk cId="280907564" sldId="262"/>
            <ac:spMk id="142" creationId="{E1C566AA-AB4E-9073-5137-F75096BF46D3}"/>
          </ac:spMkLst>
        </pc:spChg>
        <pc:cxnChg chg="mod">
          <ac:chgData name="Jamie Bowles" userId="b03588657e1764ed" providerId="LiveId" clId="{8ED2B2C3-C170-4DC1-A3C7-063920288560}" dt="2026-02-18T07:22:32.434" v="1459" actId="692"/>
          <ac:cxnSpMkLst>
            <pc:docMk/>
            <pc:sldMk cId="280907564" sldId="262"/>
            <ac:cxnSpMk id="7" creationId="{2682DEFA-211C-073D-1DAF-6E5C10D80DFC}"/>
          </ac:cxnSpMkLst>
        </pc:cxnChg>
        <pc:cxnChg chg="mod">
          <ac:chgData name="Jamie Bowles" userId="b03588657e1764ed" providerId="LiveId" clId="{8ED2B2C3-C170-4DC1-A3C7-063920288560}" dt="2026-02-18T07:22:32.434" v="1459" actId="692"/>
          <ac:cxnSpMkLst>
            <pc:docMk/>
            <pc:sldMk cId="280907564" sldId="262"/>
            <ac:cxnSpMk id="11" creationId="{4AFAC79D-2406-3799-4B35-E1585CDDBB40}"/>
          </ac:cxnSpMkLst>
        </pc:cxnChg>
        <pc:cxnChg chg="mod">
          <ac:chgData name="Jamie Bowles" userId="b03588657e1764ed" providerId="LiveId" clId="{8ED2B2C3-C170-4DC1-A3C7-063920288560}" dt="2026-02-18T07:22:32.434" v="1459" actId="692"/>
          <ac:cxnSpMkLst>
            <pc:docMk/>
            <pc:sldMk cId="280907564" sldId="262"/>
            <ac:cxnSpMk id="17" creationId="{57E24F17-8E87-5DB3-3975-30572F9619C2}"/>
          </ac:cxnSpMkLst>
        </pc:cxnChg>
        <pc:cxnChg chg="mod">
          <ac:chgData name="Jamie Bowles" userId="b03588657e1764ed" providerId="LiveId" clId="{8ED2B2C3-C170-4DC1-A3C7-063920288560}" dt="2026-02-18T07:22:32.434" v="1459" actId="692"/>
          <ac:cxnSpMkLst>
            <pc:docMk/>
            <pc:sldMk cId="280907564" sldId="262"/>
            <ac:cxnSpMk id="23" creationId="{3CB52EC0-F0F4-D106-AEE2-73963557DADB}"/>
          </ac:cxnSpMkLst>
        </pc:cxnChg>
        <pc:cxnChg chg="mod">
          <ac:chgData name="Jamie Bowles" userId="b03588657e1764ed" providerId="LiveId" clId="{8ED2B2C3-C170-4DC1-A3C7-063920288560}" dt="2026-02-18T07:22:32.434" v="1459" actId="692"/>
          <ac:cxnSpMkLst>
            <pc:docMk/>
            <pc:sldMk cId="280907564" sldId="262"/>
            <ac:cxnSpMk id="27" creationId="{D99CAD8C-5A83-C206-BAA3-A12A19E9BDF5}"/>
          </ac:cxnSpMkLst>
        </pc:cxnChg>
        <pc:cxnChg chg="mod">
          <ac:chgData name="Jamie Bowles" userId="b03588657e1764ed" providerId="LiveId" clId="{8ED2B2C3-C170-4DC1-A3C7-063920288560}" dt="2026-02-18T07:22:32.434" v="1459" actId="692"/>
          <ac:cxnSpMkLst>
            <pc:docMk/>
            <pc:sldMk cId="280907564" sldId="262"/>
            <ac:cxnSpMk id="30" creationId="{9EBEFDE3-D731-EF32-D6E5-257F9A55717F}"/>
          </ac:cxnSpMkLst>
        </pc:cxnChg>
      </pc:sldChg>
      <pc:sldChg chg="addSp delSp modSp add mod">
        <pc:chgData name="Jamie Bowles" userId="b03588657e1764ed" providerId="LiveId" clId="{8ED2B2C3-C170-4DC1-A3C7-063920288560}" dt="2026-02-18T07:22:50.795" v="1460" actId="692"/>
        <pc:sldMkLst>
          <pc:docMk/>
          <pc:sldMk cId="4258722069" sldId="263"/>
        </pc:sldMkLst>
        <pc:spChg chg="mod">
          <ac:chgData name="Jamie Bowles" userId="b03588657e1764ed" providerId="LiveId" clId="{8ED2B2C3-C170-4DC1-A3C7-063920288560}" dt="2026-02-18T07:22:50.795" v="1460" actId="692"/>
          <ac:spMkLst>
            <pc:docMk/>
            <pc:sldMk cId="4258722069" sldId="263"/>
            <ac:spMk id="21" creationId="{67FF7B78-FC24-FB6B-3A25-44A038552F6C}"/>
          </ac:spMkLst>
        </pc:spChg>
        <pc:spChg chg="mod">
          <ac:chgData name="Jamie Bowles" userId="b03588657e1764ed" providerId="LiveId" clId="{8ED2B2C3-C170-4DC1-A3C7-063920288560}" dt="2026-02-18T05:38:15.868" v="511" actId="20577"/>
          <ac:spMkLst>
            <pc:docMk/>
            <pc:sldMk cId="4258722069" sldId="263"/>
            <ac:spMk id="142" creationId="{3F9E2778-394B-925B-380A-5978567118E1}"/>
          </ac:spMkLst>
        </pc:spChg>
        <pc:grpChg chg="add mod">
          <ac:chgData name="Jamie Bowles" userId="b03588657e1764ed" providerId="LiveId" clId="{8ED2B2C3-C170-4DC1-A3C7-063920288560}" dt="2026-02-18T05:38:05.356" v="489"/>
          <ac:grpSpMkLst>
            <pc:docMk/>
            <pc:sldMk cId="4258722069" sldId="263"/>
            <ac:grpSpMk id="2" creationId="{D6A18328-7D49-AC7C-2883-DA322E838BED}"/>
          </ac:grpSpMkLst>
        </pc:grpChg>
        <pc:grpChg chg="mod">
          <ac:chgData name="Jamie Bowles" userId="b03588657e1764ed" providerId="LiveId" clId="{8ED2B2C3-C170-4DC1-A3C7-063920288560}" dt="2026-02-18T05:38:05.356" v="489"/>
          <ac:grpSpMkLst>
            <pc:docMk/>
            <pc:sldMk cId="4258722069" sldId="263"/>
            <ac:grpSpMk id="4" creationId="{518C8BF3-6EDE-BB16-9610-A4923BB2875D}"/>
          </ac:grpSpMkLst>
        </pc:grpChg>
        <pc:cxnChg chg="mod">
          <ac:chgData name="Jamie Bowles" userId="b03588657e1764ed" providerId="LiveId" clId="{8ED2B2C3-C170-4DC1-A3C7-063920288560}" dt="2026-02-18T07:22:50.795" v="1460" actId="692"/>
          <ac:cxnSpMkLst>
            <pc:docMk/>
            <pc:sldMk cId="4258722069" sldId="263"/>
            <ac:cxnSpMk id="5" creationId="{F76A6398-26D1-4BEA-236B-3CFCB029C968}"/>
          </ac:cxnSpMkLst>
        </pc:cxnChg>
        <pc:cxnChg chg="mod">
          <ac:chgData name="Jamie Bowles" userId="b03588657e1764ed" providerId="LiveId" clId="{8ED2B2C3-C170-4DC1-A3C7-063920288560}" dt="2026-02-18T07:22:50.795" v="1460" actId="692"/>
          <ac:cxnSpMkLst>
            <pc:docMk/>
            <pc:sldMk cId="4258722069" sldId="263"/>
            <ac:cxnSpMk id="6" creationId="{EC943D16-8A8F-EA15-38A0-4786E102981E}"/>
          </ac:cxnSpMkLst>
        </pc:cxnChg>
        <pc:cxnChg chg="mod">
          <ac:chgData name="Jamie Bowles" userId="b03588657e1764ed" providerId="LiveId" clId="{8ED2B2C3-C170-4DC1-A3C7-063920288560}" dt="2026-02-18T07:22:50.795" v="1460" actId="692"/>
          <ac:cxnSpMkLst>
            <pc:docMk/>
            <pc:sldMk cId="4258722069" sldId="263"/>
            <ac:cxnSpMk id="14" creationId="{CBAF6253-0434-16E6-A2E8-485AB85FB79F}"/>
          </ac:cxnSpMkLst>
        </pc:cxnChg>
        <pc:cxnChg chg="mod">
          <ac:chgData name="Jamie Bowles" userId="b03588657e1764ed" providerId="LiveId" clId="{8ED2B2C3-C170-4DC1-A3C7-063920288560}" dt="2026-02-18T07:22:50.795" v="1460" actId="692"/>
          <ac:cxnSpMkLst>
            <pc:docMk/>
            <pc:sldMk cId="4258722069" sldId="263"/>
            <ac:cxnSpMk id="15" creationId="{2E7146DF-D68D-FC85-DAEE-2E0CF89812D7}"/>
          </ac:cxnSpMkLst>
        </pc:cxnChg>
        <pc:cxnChg chg="mod">
          <ac:chgData name="Jamie Bowles" userId="b03588657e1764ed" providerId="LiveId" clId="{8ED2B2C3-C170-4DC1-A3C7-063920288560}" dt="2026-02-18T07:22:50.795" v="1460" actId="692"/>
          <ac:cxnSpMkLst>
            <pc:docMk/>
            <pc:sldMk cId="4258722069" sldId="263"/>
            <ac:cxnSpMk id="16" creationId="{A5B0ADA7-2374-81F8-2139-CA4E441F3E3A}"/>
          </ac:cxnSpMkLst>
        </pc:cxnChg>
        <pc:cxnChg chg="mod">
          <ac:chgData name="Jamie Bowles" userId="b03588657e1764ed" providerId="LiveId" clId="{8ED2B2C3-C170-4DC1-A3C7-063920288560}" dt="2026-02-18T07:22:50.795" v="1460" actId="692"/>
          <ac:cxnSpMkLst>
            <pc:docMk/>
            <pc:sldMk cId="4258722069" sldId="263"/>
            <ac:cxnSpMk id="19" creationId="{77B955A7-8640-7ACA-2DF2-476A8DF7CB4E}"/>
          </ac:cxnSpMkLst>
        </pc:cxnChg>
        <pc:cxnChg chg="mod">
          <ac:chgData name="Jamie Bowles" userId="b03588657e1764ed" providerId="LiveId" clId="{8ED2B2C3-C170-4DC1-A3C7-063920288560}" dt="2026-02-18T07:22:50.795" v="1460" actId="692"/>
          <ac:cxnSpMkLst>
            <pc:docMk/>
            <pc:sldMk cId="4258722069" sldId="263"/>
            <ac:cxnSpMk id="22" creationId="{88265B57-5432-E0AA-109E-45892FCF5A72}"/>
          </ac:cxnSpMkLst>
        </pc:cxnChg>
        <pc:cxnChg chg="mod">
          <ac:chgData name="Jamie Bowles" userId="b03588657e1764ed" providerId="LiveId" clId="{8ED2B2C3-C170-4DC1-A3C7-063920288560}" dt="2026-02-18T07:22:50.795" v="1460" actId="692"/>
          <ac:cxnSpMkLst>
            <pc:docMk/>
            <pc:sldMk cId="4258722069" sldId="263"/>
            <ac:cxnSpMk id="26" creationId="{7223D5F8-EDB0-6BC8-0271-59A4C971CED5}"/>
          </ac:cxnSpMkLst>
        </pc:cxnChg>
        <pc:cxnChg chg="mod">
          <ac:chgData name="Jamie Bowles" userId="b03588657e1764ed" providerId="LiveId" clId="{8ED2B2C3-C170-4DC1-A3C7-063920288560}" dt="2026-02-18T07:22:50.795" v="1460" actId="692"/>
          <ac:cxnSpMkLst>
            <pc:docMk/>
            <pc:sldMk cId="4258722069" sldId="263"/>
            <ac:cxnSpMk id="32" creationId="{997BE978-12F7-6D46-C55B-C00143C06929}"/>
          </ac:cxnSpMkLst>
        </pc:cxnChg>
      </pc:sldChg>
      <pc:sldChg chg="addSp modSp add mod">
        <pc:chgData name="Jamie Bowles" userId="b03588657e1764ed" providerId="LiveId" clId="{8ED2B2C3-C170-4DC1-A3C7-063920288560}" dt="2026-02-18T06:32:39.461" v="848" actId="1582"/>
        <pc:sldMkLst>
          <pc:docMk/>
          <pc:sldMk cId="948681858" sldId="264"/>
        </pc:sldMkLst>
        <pc:grpChg chg="add mod">
          <ac:chgData name="Jamie Bowles" userId="b03588657e1764ed" providerId="LiveId" clId="{8ED2B2C3-C170-4DC1-A3C7-063920288560}" dt="2026-02-18T06:31:33.618" v="837" actId="164"/>
          <ac:grpSpMkLst>
            <pc:docMk/>
            <pc:sldMk cId="948681858" sldId="264"/>
            <ac:grpSpMk id="4" creationId="{5A31520A-057B-99F6-8C4E-40FBFFCBD1F8}"/>
          </ac:grpSpMkLst>
        </pc:grpChg>
        <pc:grpChg chg="add mod">
          <ac:chgData name="Jamie Bowles" userId="b03588657e1764ed" providerId="LiveId" clId="{8ED2B2C3-C170-4DC1-A3C7-063920288560}" dt="2026-02-18T06:32:13.806" v="847" actId="1035"/>
          <ac:grpSpMkLst>
            <pc:docMk/>
            <pc:sldMk cId="948681858" sldId="264"/>
            <ac:grpSpMk id="5" creationId="{7903A595-8CD6-E973-F3E2-9DB2A4382C2A}"/>
          </ac:grpSpMkLst>
        </pc:grpChg>
        <pc:grpChg chg="mod">
          <ac:chgData name="Jamie Bowles" userId="b03588657e1764ed" providerId="LiveId" clId="{8ED2B2C3-C170-4DC1-A3C7-063920288560}" dt="2026-02-18T06:30:14.924" v="832" actId="1076"/>
          <ac:grpSpMkLst>
            <pc:docMk/>
            <pc:sldMk cId="948681858" sldId="264"/>
            <ac:grpSpMk id="121" creationId="{FD719651-E84C-AB29-795C-F7143ECA8B46}"/>
          </ac:grpSpMkLst>
        </pc:grpChg>
        <pc:grpChg chg="mod">
          <ac:chgData name="Jamie Bowles" userId="b03588657e1764ed" providerId="LiveId" clId="{8ED2B2C3-C170-4DC1-A3C7-063920288560}" dt="2026-02-18T06:30:58.275" v="833" actId="164"/>
          <ac:grpSpMkLst>
            <pc:docMk/>
            <pc:sldMk cId="948681858" sldId="264"/>
            <ac:grpSpMk id="157" creationId="{DD1ECA1D-1A5B-AC94-7A88-BA90D1A03106}"/>
          </ac:grpSpMkLst>
        </pc:grpChg>
        <pc:grpChg chg="mod">
          <ac:chgData name="Jamie Bowles" userId="b03588657e1764ed" providerId="LiveId" clId="{8ED2B2C3-C170-4DC1-A3C7-063920288560}" dt="2026-02-18T06:30:58.275" v="833" actId="164"/>
          <ac:grpSpMkLst>
            <pc:docMk/>
            <pc:sldMk cId="948681858" sldId="264"/>
            <ac:grpSpMk id="158" creationId="{E3D3EB3E-423B-8FFD-2878-11C875E8EBDE}"/>
          </ac:grpSpMkLst>
        </pc:grpChg>
        <pc:grpChg chg="mod">
          <ac:chgData name="Jamie Bowles" userId="b03588657e1764ed" providerId="LiveId" clId="{8ED2B2C3-C170-4DC1-A3C7-063920288560}" dt="2026-02-18T06:30:58.275" v="833" actId="164"/>
          <ac:grpSpMkLst>
            <pc:docMk/>
            <pc:sldMk cId="948681858" sldId="264"/>
            <ac:grpSpMk id="162" creationId="{07329161-D4B7-6785-C292-D3A7C415F02D}"/>
          </ac:grpSpMkLst>
        </pc:grpChg>
        <pc:grpChg chg="mod">
          <ac:chgData name="Jamie Bowles" userId="b03588657e1764ed" providerId="LiveId" clId="{8ED2B2C3-C170-4DC1-A3C7-063920288560}" dt="2026-02-18T06:30:58.275" v="833" actId="164"/>
          <ac:grpSpMkLst>
            <pc:docMk/>
            <pc:sldMk cId="948681858" sldId="264"/>
            <ac:grpSpMk id="166" creationId="{E24A26D0-D852-04AC-7B4A-ACDEFE1C6F5B}"/>
          </ac:grpSpMkLst>
        </pc:grpChg>
        <pc:grpChg chg="mod">
          <ac:chgData name="Jamie Bowles" userId="b03588657e1764ed" providerId="LiveId" clId="{8ED2B2C3-C170-4DC1-A3C7-063920288560}" dt="2026-02-18T06:30:58.275" v="833" actId="164"/>
          <ac:grpSpMkLst>
            <pc:docMk/>
            <pc:sldMk cId="948681858" sldId="264"/>
            <ac:grpSpMk id="178" creationId="{D5472207-7D91-75F2-8634-315ACFF23258}"/>
          </ac:grpSpMkLst>
        </pc:grpChg>
        <pc:cxnChg chg="mod">
          <ac:chgData name="Jamie Bowles" userId="b03588657e1764ed" providerId="LiveId" clId="{8ED2B2C3-C170-4DC1-A3C7-063920288560}" dt="2026-02-18T06:31:33.618" v="837" actId="164"/>
          <ac:cxnSpMkLst>
            <pc:docMk/>
            <pc:sldMk cId="948681858" sldId="264"/>
            <ac:cxnSpMk id="123" creationId="{EA27FD12-6FFD-CFD6-2080-3D92FC675B6B}"/>
          </ac:cxnSpMkLst>
        </pc:cxnChg>
        <pc:cxnChg chg="mod">
          <ac:chgData name="Jamie Bowles" userId="b03588657e1764ed" providerId="LiveId" clId="{8ED2B2C3-C170-4DC1-A3C7-063920288560}" dt="2026-02-18T06:32:39.461" v="848" actId="1582"/>
          <ac:cxnSpMkLst>
            <pc:docMk/>
            <pc:sldMk cId="948681858" sldId="264"/>
            <ac:cxnSpMk id="131" creationId="{C87AEAF0-021E-6623-AF4A-D65F58619285}"/>
          </ac:cxnSpMkLst>
        </pc:cxnChg>
        <pc:cxnChg chg="mod">
          <ac:chgData name="Jamie Bowles" userId="b03588657e1764ed" providerId="LiveId" clId="{8ED2B2C3-C170-4DC1-A3C7-063920288560}" dt="2026-02-18T06:32:39.461" v="848" actId="1582"/>
          <ac:cxnSpMkLst>
            <pc:docMk/>
            <pc:sldMk cId="948681858" sldId="264"/>
            <ac:cxnSpMk id="136" creationId="{5E933D44-C122-ADCC-5EF4-F3117E013B5D}"/>
          </ac:cxnSpMkLst>
        </pc:cxnChg>
        <pc:cxnChg chg="mod">
          <ac:chgData name="Jamie Bowles" userId="b03588657e1764ed" providerId="LiveId" clId="{8ED2B2C3-C170-4DC1-A3C7-063920288560}" dt="2026-02-18T06:30:58.275" v="833" actId="164"/>
          <ac:cxnSpMkLst>
            <pc:docMk/>
            <pc:sldMk cId="948681858" sldId="264"/>
            <ac:cxnSpMk id="138" creationId="{9BBB9D24-C564-FED0-36C1-44C9F15B0F90}"/>
          </ac:cxnSpMkLst>
        </pc:cxnChg>
        <pc:cxnChg chg="mod">
          <ac:chgData name="Jamie Bowles" userId="b03588657e1764ed" providerId="LiveId" clId="{8ED2B2C3-C170-4DC1-A3C7-063920288560}" dt="2026-02-18T06:29:50.478" v="825" actId="164"/>
          <ac:cxnSpMkLst>
            <pc:docMk/>
            <pc:sldMk cId="948681858" sldId="264"/>
            <ac:cxnSpMk id="152" creationId="{F481F279-8AD2-E57E-3434-D007EADFA927}"/>
          </ac:cxnSpMkLst>
        </pc:cxnChg>
        <pc:cxnChg chg="mod">
          <ac:chgData name="Jamie Bowles" userId="b03588657e1764ed" providerId="LiveId" clId="{8ED2B2C3-C170-4DC1-A3C7-063920288560}" dt="2026-02-18T06:32:39.461" v="848" actId="1582"/>
          <ac:cxnSpMkLst>
            <pc:docMk/>
            <pc:sldMk cId="948681858" sldId="264"/>
            <ac:cxnSpMk id="154" creationId="{A03F08CD-60B1-0659-9CAF-75F224C9E039}"/>
          </ac:cxnSpMkLst>
        </pc:cxnChg>
        <pc:cxnChg chg="mod">
          <ac:chgData name="Jamie Bowles" userId="b03588657e1764ed" providerId="LiveId" clId="{8ED2B2C3-C170-4DC1-A3C7-063920288560}" dt="2026-02-18T06:32:39.461" v="848" actId="1582"/>
          <ac:cxnSpMkLst>
            <pc:docMk/>
            <pc:sldMk cId="948681858" sldId="264"/>
            <ac:cxnSpMk id="159" creationId="{ED9E89E7-5B26-D49A-E1FF-8304C40C6D89}"/>
          </ac:cxnSpMkLst>
        </pc:cxnChg>
        <pc:cxnChg chg="mod">
          <ac:chgData name="Jamie Bowles" userId="b03588657e1764ed" providerId="LiveId" clId="{8ED2B2C3-C170-4DC1-A3C7-063920288560}" dt="2026-02-18T06:32:39.461" v="848" actId="1582"/>
          <ac:cxnSpMkLst>
            <pc:docMk/>
            <pc:sldMk cId="948681858" sldId="264"/>
            <ac:cxnSpMk id="160" creationId="{DC206F42-6C1A-7455-719E-010004F62CF1}"/>
          </ac:cxnSpMkLst>
        </pc:cxnChg>
        <pc:cxnChg chg="mod">
          <ac:chgData name="Jamie Bowles" userId="b03588657e1764ed" providerId="LiveId" clId="{8ED2B2C3-C170-4DC1-A3C7-063920288560}" dt="2026-02-18T06:32:39.461" v="848" actId="1582"/>
          <ac:cxnSpMkLst>
            <pc:docMk/>
            <pc:sldMk cId="948681858" sldId="264"/>
            <ac:cxnSpMk id="161" creationId="{13FDC152-2FFC-2074-060E-557C9241BC39}"/>
          </ac:cxnSpMkLst>
        </pc:cxnChg>
        <pc:cxnChg chg="mod">
          <ac:chgData name="Jamie Bowles" userId="b03588657e1764ed" providerId="LiveId" clId="{8ED2B2C3-C170-4DC1-A3C7-063920288560}" dt="2026-02-18T06:32:39.461" v="848" actId="1582"/>
          <ac:cxnSpMkLst>
            <pc:docMk/>
            <pc:sldMk cId="948681858" sldId="264"/>
            <ac:cxnSpMk id="164" creationId="{F044E957-9806-9693-E8BF-0BC1DE88C50B}"/>
          </ac:cxnSpMkLst>
        </pc:cxnChg>
        <pc:cxnChg chg="mod">
          <ac:chgData name="Jamie Bowles" userId="b03588657e1764ed" providerId="LiveId" clId="{8ED2B2C3-C170-4DC1-A3C7-063920288560}" dt="2026-02-18T06:29:55.650" v="830" actId="164"/>
          <ac:cxnSpMkLst>
            <pc:docMk/>
            <pc:sldMk cId="948681858" sldId="264"/>
            <ac:cxnSpMk id="165" creationId="{F9FC5EF3-3E19-936A-357C-5FCFF5E5952C}"/>
          </ac:cxnSpMkLst>
        </pc:cxnChg>
        <pc:cxnChg chg="mod">
          <ac:chgData name="Jamie Bowles" userId="b03588657e1764ed" providerId="LiveId" clId="{8ED2B2C3-C170-4DC1-A3C7-063920288560}" dt="2026-02-18T06:29:55.650" v="830" actId="164"/>
          <ac:cxnSpMkLst>
            <pc:docMk/>
            <pc:sldMk cId="948681858" sldId="264"/>
            <ac:cxnSpMk id="169" creationId="{1287E2D1-6808-5892-0514-CF4C2F520477}"/>
          </ac:cxnSpMkLst>
        </pc:cxnChg>
        <pc:cxnChg chg="mod">
          <ac:chgData name="Jamie Bowles" userId="b03588657e1764ed" providerId="LiveId" clId="{8ED2B2C3-C170-4DC1-A3C7-063920288560}" dt="2026-02-18T06:32:39.461" v="848" actId="1582"/>
          <ac:cxnSpMkLst>
            <pc:docMk/>
            <pc:sldMk cId="948681858" sldId="264"/>
            <ac:cxnSpMk id="176" creationId="{DFE85CF9-B4EB-642A-2101-755F4FF95FBA}"/>
          </ac:cxnSpMkLst>
        </pc:cxnChg>
        <pc:cxnChg chg="mod">
          <ac:chgData name="Jamie Bowles" userId="b03588657e1764ed" providerId="LiveId" clId="{8ED2B2C3-C170-4DC1-A3C7-063920288560}" dt="2026-02-18T06:32:39.461" v="848" actId="1582"/>
          <ac:cxnSpMkLst>
            <pc:docMk/>
            <pc:sldMk cId="948681858" sldId="264"/>
            <ac:cxnSpMk id="177" creationId="{BEFDA63C-7FB7-8832-C1FF-E738E311EE0B}"/>
          </ac:cxnSpMkLst>
        </pc:cxnChg>
        <pc:cxnChg chg="mod">
          <ac:chgData name="Jamie Bowles" userId="b03588657e1764ed" providerId="LiveId" clId="{8ED2B2C3-C170-4DC1-A3C7-063920288560}" dt="2026-02-18T06:30:58.275" v="833" actId="164"/>
          <ac:cxnSpMkLst>
            <pc:docMk/>
            <pc:sldMk cId="948681858" sldId="264"/>
            <ac:cxnSpMk id="180" creationId="{BDAA39ED-377B-04BB-3EA8-6ABB91D4852D}"/>
          </ac:cxnSpMkLst>
        </pc:cxnChg>
        <pc:cxnChg chg="mod">
          <ac:chgData name="Jamie Bowles" userId="b03588657e1764ed" providerId="LiveId" clId="{8ED2B2C3-C170-4DC1-A3C7-063920288560}" dt="2026-02-18T06:31:33.618" v="837" actId="164"/>
          <ac:cxnSpMkLst>
            <pc:docMk/>
            <pc:sldMk cId="948681858" sldId="264"/>
            <ac:cxnSpMk id="181" creationId="{AAB2E6D6-1682-2BE4-AE39-952D94D00DE6}"/>
          </ac:cxnSpMkLst>
        </pc:cxnChg>
        <pc:cxnChg chg="mod">
          <ac:chgData name="Jamie Bowles" userId="b03588657e1764ed" providerId="LiveId" clId="{8ED2B2C3-C170-4DC1-A3C7-063920288560}" dt="2026-02-18T06:31:33.618" v="837" actId="164"/>
          <ac:cxnSpMkLst>
            <pc:docMk/>
            <pc:sldMk cId="948681858" sldId="264"/>
            <ac:cxnSpMk id="182" creationId="{C3D137BC-492F-1EED-AD8F-3F6D46A20FE1}"/>
          </ac:cxnSpMkLst>
        </pc:cxnChg>
        <pc:cxnChg chg="mod">
          <ac:chgData name="Jamie Bowles" userId="b03588657e1764ed" providerId="LiveId" clId="{8ED2B2C3-C170-4DC1-A3C7-063920288560}" dt="2026-02-18T06:31:33.618" v="837" actId="164"/>
          <ac:cxnSpMkLst>
            <pc:docMk/>
            <pc:sldMk cId="948681858" sldId="264"/>
            <ac:cxnSpMk id="183" creationId="{6D39DD19-BE68-FD91-AC27-ADD2D3CAC114}"/>
          </ac:cxnSpMkLst>
        </pc:cxnChg>
        <pc:cxnChg chg="mod">
          <ac:chgData name="Jamie Bowles" userId="b03588657e1764ed" providerId="LiveId" clId="{8ED2B2C3-C170-4DC1-A3C7-063920288560}" dt="2026-02-18T06:31:33.618" v="837" actId="164"/>
          <ac:cxnSpMkLst>
            <pc:docMk/>
            <pc:sldMk cId="948681858" sldId="264"/>
            <ac:cxnSpMk id="184" creationId="{567E3AAB-AFC4-2E3E-73EA-90E926B6197B}"/>
          </ac:cxnSpMkLst>
        </pc:cxnChg>
        <pc:cxnChg chg="mod">
          <ac:chgData name="Jamie Bowles" userId="b03588657e1764ed" providerId="LiveId" clId="{8ED2B2C3-C170-4DC1-A3C7-063920288560}" dt="2026-02-18T06:32:39.461" v="848" actId="1582"/>
          <ac:cxnSpMkLst>
            <pc:docMk/>
            <pc:sldMk cId="948681858" sldId="264"/>
            <ac:cxnSpMk id="185" creationId="{610E4C45-C622-3F4D-6436-43172F067C6F}"/>
          </ac:cxnSpMkLst>
        </pc:cxnChg>
      </pc:sldChg>
      <pc:sldChg chg="addSp modSp add mod">
        <pc:chgData name="Jamie Bowles" userId="b03588657e1764ed" providerId="LiveId" clId="{8ED2B2C3-C170-4DC1-A3C7-063920288560}" dt="2026-02-18T06:42:32.461" v="962" actId="1038"/>
        <pc:sldMkLst>
          <pc:docMk/>
          <pc:sldMk cId="873361005" sldId="265"/>
        </pc:sldMkLst>
        <pc:spChg chg="mod">
          <ac:chgData name="Jamie Bowles" userId="b03588657e1764ed" providerId="LiveId" clId="{8ED2B2C3-C170-4DC1-A3C7-063920288560}" dt="2026-02-18T06:34:46.661" v="854"/>
          <ac:spMkLst>
            <pc:docMk/>
            <pc:sldMk cId="873361005" sldId="265"/>
            <ac:spMk id="58" creationId="{F96E5380-3212-7BAB-0D49-63455EE413FE}"/>
          </ac:spMkLst>
        </pc:spChg>
        <pc:spChg chg="mod">
          <ac:chgData name="Jamie Bowles" userId="b03588657e1764ed" providerId="LiveId" clId="{8ED2B2C3-C170-4DC1-A3C7-063920288560}" dt="2026-02-18T06:34:46.661" v="854"/>
          <ac:spMkLst>
            <pc:docMk/>
            <pc:sldMk cId="873361005" sldId="265"/>
            <ac:spMk id="60" creationId="{18BB2A0B-92E6-F38E-5A15-95B17D2A73E9}"/>
          </ac:spMkLst>
        </pc:spChg>
        <pc:spChg chg="mod">
          <ac:chgData name="Jamie Bowles" userId="b03588657e1764ed" providerId="LiveId" clId="{8ED2B2C3-C170-4DC1-A3C7-063920288560}" dt="2026-02-18T06:34:46.661" v="854"/>
          <ac:spMkLst>
            <pc:docMk/>
            <pc:sldMk cId="873361005" sldId="265"/>
            <ac:spMk id="61" creationId="{F07D44E9-CCD6-B08D-2083-7DD814E9478C}"/>
          </ac:spMkLst>
        </pc:spChg>
        <pc:spChg chg="mod">
          <ac:chgData name="Jamie Bowles" userId="b03588657e1764ed" providerId="LiveId" clId="{8ED2B2C3-C170-4DC1-A3C7-063920288560}" dt="2026-02-18T06:34:46.661" v="854"/>
          <ac:spMkLst>
            <pc:docMk/>
            <pc:sldMk cId="873361005" sldId="265"/>
            <ac:spMk id="63" creationId="{EB506715-8FC7-95B8-EC5E-401BEE0A8E72}"/>
          </ac:spMkLst>
        </pc:spChg>
        <pc:spChg chg="mod">
          <ac:chgData name="Jamie Bowles" userId="b03588657e1764ed" providerId="LiveId" clId="{8ED2B2C3-C170-4DC1-A3C7-063920288560}" dt="2026-02-18T06:34:46.661" v="854"/>
          <ac:spMkLst>
            <pc:docMk/>
            <pc:sldMk cId="873361005" sldId="265"/>
            <ac:spMk id="64" creationId="{AD73949F-5D90-517C-78A6-3E76AA586391}"/>
          </ac:spMkLst>
        </pc:spChg>
        <pc:spChg chg="mod">
          <ac:chgData name="Jamie Bowles" userId="b03588657e1764ed" providerId="LiveId" clId="{8ED2B2C3-C170-4DC1-A3C7-063920288560}" dt="2026-02-18T06:34:46.661" v="854"/>
          <ac:spMkLst>
            <pc:docMk/>
            <pc:sldMk cId="873361005" sldId="265"/>
            <ac:spMk id="99" creationId="{E1DDBE17-F461-174A-FDD6-7CDEB6F37D4B}"/>
          </ac:spMkLst>
        </pc:spChg>
        <pc:spChg chg="mod">
          <ac:chgData name="Jamie Bowles" userId="b03588657e1764ed" providerId="LiveId" clId="{8ED2B2C3-C170-4DC1-A3C7-063920288560}" dt="2026-02-18T06:40:42.275" v="917" actId="1076"/>
          <ac:spMkLst>
            <pc:docMk/>
            <pc:sldMk cId="873361005" sldId="265"/>
            <ac:spMk id="142" creationId="{D6361702-185F-153B-5CBF-2C99DECF9F67}"/>
          </ac:spMkLst>
        </pc:spChg>
        <pc:spChg chg="mod">
          <ac:chgData name="Jamie Bowles" userId="b03588657e1764ed" providerId="LiveId" clId="{8ED2B2C3-C170-4DC1-A3C7-063920288560}" dt="2026-02-18T06:34:58.745" v="856"/>
          <ac:spMkLst>
            <pc:docMk/>
            <pc:sldMk cId="873361005" sldId="265"/>
            <ac:spMk id="203" creationId="{69595B24-F2FE-0888-AC39-0531E151E4FD}"/>
          </ac:spMkLst>
        </pc:spChg>
        <pc:spChg chg="mod">
          <ac:chgData name="Jamie Bowles" userId="b03588657e1764ed" providerId="LiveId" clId="{8ED2B2C3-C170-4DC1-A3C7-063920288560}" dt="2026-02-18T06:34:58.745" v="856"/>
          <ac:spMkLst>
            <pc:docMk/>
            <pc:sldMk cId="873361005" sldId="265"/>
            <ac:spMk id="204" creationId="{5C98369A-A7ED-EC30-9386-189037D10807}"/>
          </ac:spMkLst>
        </pc:spChg>
        <pc:spChg chg="mod">
          <ac:chgData name="Jamie Bowles" userId="b03588657e1764ed" providerId="LiveId" clId="{8ED2B2C3-C170-4DC1-A3C7-063920288560}" dt="2026-02-18T06:34:58.745" v="856"/>
          <ac:spMkLst>
            <pc:docMk/>
            <pc:sldMk cId="873361005" sldId="265"/>
            <ac:spMk id="205" creationId="{F762D97E-BAE8-1D2E-E949-E4CB47C14498}"/>
          </ac:spMkLst>
        </pc:spChg>
        <pc:spChg chg="mod">
          <ac:chgData name="Jamie Bowles" userId="b03588657e1764ed" providerId="LiveId" clId="{8ED2B2C3-C170-4DC1-A3C7-063920288560}" dt="2026-02-18T06:34:58.745" v="856"/>
          <ac:spMkLst>
            <pc:docMk/>
            <pc:sldMk cId="873361005" sldId="265"/>
            <ac:spMk id="206" creationId="{CDF4692F-8A10-DDBE-B555-9C0E00EC4463}"/>
          </ac:spMkLst>
        </pc:spChg>
        <pc:spChg chg="mod">
          <ac:chgData name="Jamie Bowles" userId="b03588657e1764ed" providerId="LiveId" clId="{8ED2B2C3-C170-4DC1-A3C7-063920288560}" dt="2026-02-18T06:34:58.745" v="856"/>
          <ac:spMkLst>
            <pc:docMk/>
            <pc:sldMk cId="873361005" sldId="265"/>
            <ac:spMk id="207" creationId="{7C805A97-117E-BE82-2F25-25C2EDB2870E}"/>
          </ac:spMkLst>
        </pc:spChg>
        <pc:spChg chg="mod">
          <ac:chgData name="Jamie Bowles" userId="b03588657e1764ed" providerId="LiveId" clId="{8ED2B2C3-C170-4DC1-A3C7-063920288560}" dt="2026-02-18T06:34:58.745" v="856"/>
          <ac:spMkLst>
            <pc:docMk/>
            <pc:sldMk cId="873361005" sldId="265"/>
            <ac:spMk id="233" creationId="{089FF6AB-C1DE-DB1C-CCD3-DC315248DDF8}"/>
          </ac:spMkLst>
        </pc:spChg>
        <pc:spChg chg="mod">
          <ac:chgData name="Jamie Bowles" userId="b03588657e1764ed" providerId="LiveId" clId="{8ED2B2C3-C170-4DC1-A3C7-063920288560}" dt="2026-02-18T06:35:19.032" v="858"/>
          <ac:spMkLst>
            <pc:docMk/>
            <pc:sldMk cId="873361005" sldId="265"/>
            <ac:spMk id="282" creationId="{6F6FDCBD-A26E-5FFD-A772-41A1B95CC76C}"/>
          </ac:spMkLst>
        </pc:spChg>
        <pc:spChg chg="mod">
          <ac:chgData name="Jamie Bowles" userId="b03588657e1764ed" providerId="LiveId" clId="{8ED2B2C3-C170-4DC1-A3C7-063920288560}" dt="2026-02-18T06:35:19.032" v="858"/>
          <ac:spMkLst>
            <pc:docMk/>
            <pc:sldMk cId="873361005" sldId="265"/>
            <ac:spMk id="283" creationId="{DEF3DA53-19E8-6AC7-7037-D0C2E18184C3}"/>
          </ac:spMkLst>
        </pc:spChg>
        <pc:spChg chg="mod">
          <ac:chgData name="Jamie Bowles" userId="b03588657e1764ed" providerId="LiveId" clId="{8ED2B2C3-C170-4DC1-A3C7-063920288560}" dt="2026-02-18T06:35:19.032" v="858"/>
          <ac:spMkLst>
            <pc:docMk/>
            <pc:sldMk cId="873361005" sldId="265"/>
            <ac:spMk id="284" creationId="{47306E4D-AFD0-74CC-606C-2919300CFB17}"/>
          </ac:spMkLst>
        </pc:spChg>
        <pc:spChg chg="mod">
          <ac:chgData name="Jamie Bowles" userId="b03588657e1764ed" providerId="LiveId" clId="{8ED2B2C3-C170-4DC1-A3C7-063920288560}" dt="2026-02-18T06:35:19.032" v="858"/>
          <ac:spMkLst>
            <pc:docMk/>
            <pc:sldMk cId="873361005" sldId="265"/>
            <ac:spMk id="285" creationId="{EA43503E-B8B9-EAE8-8D79-2692F6EE57FA}"/>
          </ac:spMkLst>
        </pc:spChg>
        <pc:spChg chg="mod">
          <ac:chgData name="Jamie Bowles" userId="b03588657e1764ed" providerId="LiveId" clId="{8ED2B2C3-C170-4DC1-A3C7-063920288560}" dt="2026-02-18T06:35:19.032" v="858"/>
          <ac:spMkLst>
            <pc:docMk/>
            <pc:sldMk cId="873361005" sldId="265"/>
            <ac:spMk id="286" creationId="{A065CD34-5B1F-4F2E-0D39-D069C98EBBA1}"/>
          </ac:spMkLst>
        </pc:spChg>
        <pc:spChg chg="mod">
          <ac:chgData name="Jamie Bowles" userId="b03588657e1764ed" providerId="LiveId" clId="{8ED2B2C3-C170-4DC1-A3C7-063920288560}" dt="2026-02-18T06:35:19.032" v="858"/>
          <ac:spMkLst>
            <pc:docMk/>
            <pc:sldMk cId="873361005" sldId="265"/>
            <ac:spMk id="312" creationId="{A8414B4B-02B6-672B-CAF6-61166A7102F1}"/>
          </ac:spMkLst>
        </pc:spChg>
        <pc:spChg chg="mod">
          <ac:chgData name="Jamie Bowles" userId="b03588657e1764ed" providerId="LiveId" clId="{8ED2B2C3-C170-4DC1-A3C7-063920288560}" dt="2026-02-18T06:35:47.065" v="860"/>
          <ac:spMkLst>
            <pc:docMk/>
            <pc:sldMk cId="873361005" sldId="265"/>
            <ac:spMk id="361" creationId="{F717942B-5338-0B35-3220-744F8F58A758}"/>
          </ac:spMkLst>
        </pc:spChg>
        <pc:spChg chg="mod">
          <ac:chgData name="Jamie Bowles" userId="b03588657e1764ed" providerId="LiveId" clId="{8ED2B2C3-C170-4DC1-A3C7-063920288560}" dt="2026-02-18T06:35:47.065" v="860"/>
          <ac:spMkLst>
            <pc:docMk/>
            <pc:sldMk cId="873361005" sldId="265"/>
            <ac:spMk id="362" creationId="{A65D8D2B-2298-57D9-01A5-4670E61F6DF2}"/>
          </ac:spMkLst>
        </pc:spChg>
        <pc:spChg chg="mod">
          <ac:chgData name="Jamie Bowles" userId="b03588657e1764ed" providerId="LiveId" clId="{8ED2B2C3-C170-4DC1-A3C7-063920288560}" dt="2026-02-18T06:35:47.065" v="860"/>
          <ac:spMkLst>
            <pc:docMk/>
            <pc:sldMk cId="873361005" sldId="265"/>
            <ac:spMk id="363" creationId="{D9D732F3-FE9F-FAF8-9CCA-32E174126E71}"/>
          </ac:spMkLst>
        </pc:spChg>
        <pc:spChg chg="mod">
          <ac:chgData name="Jamie Bowles" userId="b03588657e1764ed" providerId="LiveId" clId="{8ED2B2C3-C170-4DC1-A3C7-063920288560}" dt="2026-02-18T06:35:47.065" v="860"/>
          <ac:spMkLst>
            <pc:docMk/>
            <pc:sldMk cId="873361005" sldId="265"/>
            <ac:spMk id="364" creationId="{3BC8A8F9-E1AC-9268-AFDB-C694377989BA}"/>
          </ac:spMkLst>
        </pc:spChg>
        <pc:spChg chg="mod">
          <ac:chgData name="Jamie Bowles" userId="b03588657e1764ed" providerId="LiveId" clId="{8ED2B2C3-C170-4DC1-A3C7-063920288560}" dt="2026-02-18T06:35:47.065" v="860"/>
          <ac:spMkLst>
            <pc:docMk/>
            <pc:sldMk cId="873361005" sldId="265"/>
            <ac:spMk id="365" creationId="{2877091E-292A-AF80-A969-42CCE811CCA4}"/>
          </ac:spMkLst>
        </pc:spChg>
        <pc:spChg chg="mod">
          <ac:chgData name="Jamie Bowles" userId="b03588657e1764ed" providerId="LiveId" clId="{8ED2B2C3-C170-4DC1-A3C7-063920288560}" dt="2026-02-18T06:35:47.065" v="860"/>
          <ac:spMkLst>
            <pc:docMk/>
            <pc:sldMk cId="873361005" sldId="265"/>
            <ac:spMk id="391" creationId="{B70BBECC-5078-EF61-F154-5899C3343ED6}"/>
          </ac:spMkLst>
        </pc:spChg>
        <pc:spChg chg="mod">
          <ac:chgData name="Jamie Bowles" userId="b03588657e1764ed" providerId="LiveId" clId="{8ED2B2C3-C170-4DC1-A3C7-063920288560}" dt="2026-02-18T06:37:14.585" v="879"/>
          <ac:spMkLst>
            <pc:docMk/>
            <pc:sldMk cId="873361005" sldId="265"/>
            <ac:spMk id="440" creationId="{047136B6-3A43-E36C-68DB-5158DC8D263A}"/>
          </ac:spMkLst>
        </pc:spChg>
        <pc:spChg chg="mod">
          <ac:chgData name="Jamie Bowles" userId="b03588657e1764ed" providerId="LiveId" clId="{8ED2B2C3-C170-4DC1-A3C7-063920288560}" dt="2026-02-18T06:37:14.585" v="879"/>
          <ac:spMkLst>
            <pc:docMk/>
            <pc:sldMk cId="873361005" sldId="265"/>
            <ac:spMk id="441" creationId="{C1BD85B0-110D-48E1-748B-8E77E289C575}"/>
          </ac:spMkLst>
        </pc:spChg>
        <pc:spChg chg="mod">
          <ac:chgData name="Jamie Bowles" userId="b03588657e1764ed" providerId="LiveId" clId="{8ED2B2C3-C170-4DC1-A3C7-063920288560}" dt="2026-02-18T06:37:14.585" v="879"/>
          <ac:spMkLst>
            <pc:docMk/>
            <pc:sldMk cId="873361005" sldId="265"/>
            <ac:spMk id="442" creationId="{B0E7045B-D74D-C470-5598-C4C8DFE29061}"/>
          </ac:spMkLst>
        </pc:spChg>
        <pc:spChg chg="mod">
          <ac:chgData name="Jamie Bowles" userId="b03588657e1764ed" providerId="LiveId" clId="{8ED2B2C3-C170-4DC1-A3C7-063920288560}" dt="2026-02-18T06:37:14.585" v="879"/>
          <ac:spMkLst>
            <pc:docMk/>
            <pc:sldMk cId="873361005" sldId="265"/>
            <ac:spMk id="443" creationId="{BF2A4FBE-45F2-2153-3C89-3A7E4E502DDC}"/>
          </ac:spMkLst>
        </pc:spChg>
        <pc:spChg chg="mod">
          <ac:chgData name="Jamie Bowles" userId="b03588657e1764ed" providerId="LiveId" clId="{8ED2B2C3-C170-4DC1-A3C7-063920288560}" dt="2026-02-18T06:37:14.585" v="879"/>
          <ac:spMkLst>
            <pc:docMk/>
            <pc:sldMk cId="873361005" sldId="265"/>
            <ac:spMk id="444" creationId="{B4200F1A-2787-3200-AB2A-CE68E867B292}"/>
          </ac:spMkLst>
        </pc:spChg>
        <pc:spChg chg="mod">
          <ac:chgData name="Jamie Bowles" userId="b03588657e1764ed" providerId="LiveId" clId="{8ED2B2C3-C170-4DC1-A3C7-063920288560}" dt="2026-02-18T06:37:14.585" v="879"/>
          <ac:spMkLst>
            <pc:docMk/>
            <pc:sldMk cId="873361005" sldId="265"/>
            <ac:spMk id="470" creationId="{E9084F62-1D7E-28FE-EE60-CBE8A00BB12B}"/>
          </ac:spMkLst>
        </pc:spChg>
        <pc:spChg chg="mod">
          <ac:chgData name="Jamie Bowles" userId="b03588657e1764ed" providerId="LiveId" clId="{8ED2B2C3-C170-4DC1-A3C7-063920288560}" dt="2026-02-18T06:37:41.387" v="884"/>
          <ac:spMkLst>
            <pc:docMk/>
            <pc:sldMk cId="873361005" sldId="265"/>
            <ac:spMk id="519" creationId="{A765FE6D-3704-A320-35E8-F1D9D2F4A738}"/>
          </ac:spMkLst>
        </pc:spChg>
        <pc:spChg chg="mod">
          <ac:chgData name="Jamie Bowles" userId="b03588657e1764ed" providerId="LiveId" clId="{8ED2B2C3-C170-4DC1-A3C7-063920288560}" dt="2026-02-18T06:37:41.387" v="884"/>
          <ac:spMkLst>
            <pc:docMk/>
            <pc:sldMk cId="873361005" sldId="265"/>
            <ac:spMk id="520" creationId="{797C301E-8770-F88D-1978-01B886E124D6}"/>
          </ac:spMkLst>
        </pc:spChg>
        <pc:spChg chg="mod">
          <ac:chgData name="Jamie Bowles" userId="b03588657e1764ed" providerId="LiveId" clId="{8ED2B2C3-C170-4DC1-A3C7-063920288560}" dt="2026-02-18T06:37:41.387" v="884"/>
          <ac:spMkLst>
            <pc:docMk/>
            <pc:sldMk cId="873361005" sldId="265"/>
            <ac:spMk id="521" creationId="{04438BB0-DF3B-F938-1248-4F9D1DAB66A5}"/>
          </ac:spMkLst>
        </pc:spChg>
        <pc:spChg chg="mod">
          <ac:chgData name="Jamie Bowles" userId="b03588657e1764ed" providerId="LiveId" clId="{8ED2B2C3-C170-4DC1-A3C7-063920288560}" dt="2026-02-18T06:37:41.387" v="884"/>
          <ac:spMkLst>
            <pc:docMk/>
            <pc:sldMk cId="873361005" sldId="265"/>
            <ac:spMk id="522" creationId="{923AB714-5E62-2A2C-DF0D-6A6F69360913}"/>
          </ac:spMkLst>
        </pc:spChg>
        <pc:spChg chg="mod">
          <ac:chgData name="Jamie Bowles" userId="b03588657e1764ed" providerId="LiveId" clId="{8ED2B2C3-C170-4DC1-A3C7-063920288560}" dt="2026-02-18T06:37:41.387" v="884"/>
          <ac:spMkLst>
            <pc:docMk/>
            <pc:sldMk cId="873361005" sldId="265"/>
            <ac:spMk id="523" creationId="{06B4910F-F9AC-3853-7EFF-9EEF71B7770D}"/>
          </ac:spMkLst>
        </pc:spChg>
        <pc:spChg chg="mod">
          <ac:chgData name="Jamie Bowles" userId="b03588657e1764ed" providerId="LiveId" clId="{8ED2B2C3-C170-4DC1-A3C7-063920288560}" dt="2026-02-18T06:37:41.387" v="884"/>
          <ac:spMkLst>
            <pc:docMk/>
            <pc:sldMk cId="873361005" sldId="265"/>
            <ac:spMk id="549" creationId="{B09ABD73-05B0-2083-B2E9-6CFE753DA69F}"/>
          </ac:spMkLst>
        </pc:spChg>
        <pc:spChg chg="mod">
          <ac:chgData name="Jamie Bowles" userId="b03588657e1764ed" providerId="LiveId" clId="{8ED2B2C3-C170-4DC1-A3C7-063920288560}" dt="2026-02-18T06:38:10.500" v="890"/>
          <ac:spMkLst>
            <pc:docMk/>
            <pc:sldMk cId="873361005" sldId="265"/>
            <ac:spMk id="598" creationId="{7C9EE9A8-A6CB-7FA8-8F7E-798A790D7647}"/>
          </ac:spMkLst>
        </pc:spChg>
        <pc:spChg chg="mod">
          <ac:chgData name="Jamie Bowles" userId="b03588657e1764ed" providerId="LiveId" clId="{8ED2B2C3-C170-4DC1-A3C7-063920288560}" dt="2026-02-18T06:38:10.500" v="890"/>
          <ac:spMkLst>
            <pc:docMk/>
            <pc:sldMk cId="873361005" sldId="265"/>
            <ac:spMk id="599" creationId="{0047BE51-5282-6AE4-9FBC-1C80E9DAAA19}"/>
          </ac:spMkLst>
        </pc:spChg>
        <pc:spChg chg="mod">
          <ac:chgData name="Jamie Bowles" userId="b03588657e1764ed" providerId="LiveId" clId="{8ED2B2C3-C170-4DC1-A3C7-063920288560}" dt="2026-02-18T06:38:10.500" v="890"/>
          <ac:spMkLst>
            <pc:docMk/>
            <pc:sldMk cId="873361005" sldId="265"/>
            <ac:spMk id="600" creationId="{9ABD1C60-D503-D3A2-A4FC-F912CEF685A1}"/>
          </ac:spMkLst>
        </pc:spChg>
        <pc:spChg chg="mod">
          <ac:chgData name="Jamie Bowles" userId="b03588657e1764ed" providerId="LiveId" clId="{8ED2B2C3-C170-4DC1-A3C7-063920288560}" dt="2026-02-18T06:38:10.500" v="890"/>
          <ac:spMkLst>
            <pc:docMk/>
            <pc:sldMk cId="873361005" sldId="265"/>
            <ac:spMk id="601" creationId="{BC45D36E-6153-5EC3-9FCD-1B4E022C5F04}"/>
          </ac:spMkLst>
        </pc:spChg>
        <pc:spChg chg="mod">
          <ac:chgData name="Jamie Bowles" userId="b03588657e1764ed" providerId="LiveId" clId="{8ED2B2C3-C170-4DC1-A3C7-063920288560}" dt="2026-02-18T06:38:10.500" v="890"/>
          <ac:spMkLst>
            <pc:docMk/>
            <pc:sldMk cId="873361005" sldId="265"/>
            <ac:spMk id="602" creationId="{0E385E12-01D2-1AAF-D6E7-AB79C3FB3E18}"/>
          </ac:spMkLst>
        </pc:spChg>
        <pc:spChg chg="mod">
          <ac:chgData name="Jamie Bowles" userId="b03588657e1764ed" providerId="LiveId" clId="{8ED2B2C3-C170-4DC1-A3C7-063920288560}" dt="2026-02-18T06:38:10.500" v="890"/>
          <ac:spMkLst>
            <pc:docMk/>
            <pc:sldMk cId="873361005" sldId="265"/>
            <ac:spMk id="628" creationId="{DEDD9A13-6076-9B42-863C-E4228CBDD7B8}"/>
          </ac:spMkLst>
        </pc:spChg>
        <pc:spChg chg="mod">
          <ac:chgData name="Jamie Bowles" userId="b03588657e1764ed" providerId="LiveId" clId="{8ED2B2C3-C170-4DC1-A3C7-063920288560}" dt="2026-02-18T06:38:40.163" v="894"/>
          <ac:spMkLst>
            <pc:docMk/>
            <pc:sldMk cId="873361005" sldId="265"/>
            <ac:spMk id="677" creationId="{D4A5C453-3494-5416-736D-6B6695057926}"/>
          </ac:spMkLst>
        </pc:spChg>
        <pc:spChg chg="mod">
          <ac:chgData name="Jamie Bowles" userId="b03588657e1764ed" providerId="LiveId" clId="{8ED2B2C3-C170-4DC1-A3C7-063920288560}" dt="2026-02-18T06:38:40.163" v="894"/>
          <ac:spMkLst>
            <pc:docMk/>
            <pc:sldMk cId="873361005" sldId="265"/>
            <ac:spMk id="678" creationId="{03C93FF5-B72D-FD3C-7D44-5AE8831330E1}"/>
          </ac:spMkLst>
        </pc:spChg>
        <pc:spChg chg="mod">
          <ac:chgData name="Jamie Bowles" userId="b03588657e1764ed" providerId="LiveId" clId="{8ED2B2C3-C170-4DC1-A3C7-063920288560}" dt="2026-02-18T06:38:40.163" v="894"/>
          <ac:spMkLst>
            <pc:docMk/>
            <pc:sldMk cId="873361005" sldId="265"/>
            <ac:spMk id="679" creationId="{B26D81C5-15E2-4D4E-7BDB-C119DCDF80E1}"/>
          </ac:spMkLst>
        </pc:spChg>
        <pc:spChg chg="mod">
          <ac:chgData name="Jamie Bowles" userId="b03588657e1764ed" providerId="LiveId" clId="{8ED2B2C3-C170-4DC1-A3C7-063920288560}" dt="2026-02-18T06:38:40.163" v="894"/>
          <ac:spMkLst>
            <pc:docMk/>
            <pc:sldMk cId="873361005" sldId="265"/>
            <ac:spMk id="680" creationId="{B0CBCD6B-3039-41BB-BE88-4758EAE0E2FE}"/>
          </ac:spMkLst>
        </pc:spChg>
        <pc:spChg chg="mod">
          <ac:chgData name="Jamie Bowles" userId="b03588657e1764ed" providerId="LiveId" clId="{8ED2B2C3-C170-4DC1-A3C7-063920288560}" dt="2026-02-18T06:38:40.163" v="894"/>
          <ac:spMkLst>
            <pc:docMk/>
            <pc:sldMk cId="873361005" sldId="265"/>
            <ac:spMk id="681" creationId="{3370A96D-E10D-5979-5602-8CAE6F755201}"/>
          </ac:spMkLst>
        </pc:spChg>
        <pc:spChg chg="mod">
          <ac:chgData name="Jamie Bowles" userId="b03588657e1764ed" providerId="LiveId" clId="{8ED2B2C3-C170-4DC1-A3C7-063920288560}" dt="2026-02-18T06:38:40.163" v="894"/>
          <ac:spMkLst>
            <pc:docMk/>
            <pc:sldMk cId="873361005" sldId="265"/>
            <ac:spMk id="707" creationId="{E6260956-5F1C-06FA-D33F-1F7E90823418}"/>
          </ac:spMkLst>
        </pc:spChg>
        <pc:spChg chg="mod">
          <ac:chgData name="Jamie Bowles" userId="b03588657e1764ed" providerId="LiveId" clId="{8ED2B2C3-C170-4DC1-A3C7-063920288560}" dt="2026-02-18T06:39:21.160" v="904"/>
          <ac:spMkLst>
            <pc:docMk/>
            <pc:sldMk cId="873361005" sldId="265"/>
            <ac:spMk id="756" creationId="{2EF532EE-633F-0783-BDD8-7A859A0007BF}"/>
          </ac:spMkLst>
        </pc:spChg>
        <pc:spChg chg="mod">
          <ac:chgData name="Jamie Bowles" userId="b03588657e1764ed" providerId="LiveId" clId="{8ED2B2C3-C170-4DC1-A3C7-063920288560}" dt="2026-02-18T06:39:21.160" v="904"/>
          <ac:spMkLst>
            <pc:docMk/>
            <pc:sldMk cId="873361005" sldId="265"/>
            <ac:spMk id="757" creationId="{DEA6C406-FDA4-394F-457E-927B3F8ED759}"/>
          </ac:spMkLst>
        </pc:spChg>
        <pc:spChg chg="mod">
          <ac:chgData name="Jamie Bowles" userId="b03588657e1764ed" providerId="LiveId" clId="{8ED2B2C3-C170-4DC1-A3C7-063920288560}" dt="2026-02-18T06:39:21.160" v="904"/>
          <ac:spMkLst>
            <pc:docMk/>
            <pc:sldMk cId="873361005" sldId="265"/>
            <ac:spMk id="758" creationId="{1793F771-CEAE-4D3B-E426-34AA24895BF2}"/>
          </ac:spMkLst>
        </pc:spChg>
        <pc:spChg chg="mod">
          <ac:chgData name="Jamie Bowles" userId="b03588657e1764ed" providerId="LiveId" clId="{8ED2B2C3-C170-4DC1-A3C7-063920288560}" dt="2026-02-18T06:39:21.160" v="904"/>
          <ac:spMkLst>
            <pc:docMk/>
            <pc:sldMk cId="873361005" sldId="265"/>
            <ac:spMk id="759" creationId="{51988B0D-2EB8-0DDF-092C-4714030702F9}"/>
          </ac:spMkLst>
        </pc:spChg>
        <pc:spChg chg="mod">
          <ac:chgData name="Jamie Bowles" userId="b03588657e1764ed" providerId="LiveId" clId="{8ED2B2C3-C170-4DC1-A3C7-063920288560}" dt="2026-02-18T06:39:21.160" v="904"/>
          <ac:spMkLst>
            <pc:docMk/>
            <pc:sldMk cId="873361005" sldId="265"/>
            <ac:spMk id="760" creationId="{3E517F0C-95CB-B4ED-50B6-2A2979A39232}"/>
          </ac:spMkLst>
        </pc:spChg>
        <pc:spChg chg="mod">
          <ac:chgData name="Jamie Bowles" userId="b03588657e1764ed" providerId="LiveId" clId="{8ED2B2C3-C170-4DC1-A3C7-063920288560}" dt="2026-02-18T06:39:21.160" v="904"/>
          <ac:spMkLst>
            <pc:docMk/>
            <pc:sldMk cId="873361005" sldId="265"/>
            <ac:spMk id="786" creationId="{99C9A507-E211-9551-674A-39E70D0377B1}"/>
          </ac:spMkLst>
        </pc:spChg>
        <pc:spChg chg="mod">
          <ac:chgData name="Jamie Bowles" userId="b03588657e1764ed" providerId="LiveId" clId="{8ED2B2C3-C170-4DC1-A3C7-063920288560}" dt="2026-02-18T06:39:55.086" v="911"/>
          <ac:spMkLst>
            <pc:docMk/>
            <pc:sldMk cId="873361005" sldId="265"/>
            <ac:spMk id="835" creationId="{FE12ED4E-94BA-7353-1A59-5965F01134DD}"/>
          </ac:spMkLst>
        </pc:spChg>
        <pc:spChg chg="mod">
          <ac:chgData name="Jamie Bowles" userId="b03588657e1764ed" providerId="LiveId" clId="{8ED2B2C3-C170-4DC1-A3C7-063920288560}" dt="2026-02-18T06:39:55.086" v="911"/>
          <ac:spMkLst>
            <pc:docMk/>
            <pc:sldMk cId="873361005" sldId="265"/>
            <ac:spMk id="836" creationId="{6DFAEACC-9509-83E3-D74F-BF6DD503C08E}"/>
          </ac:spMkLst>
        </pc:spChg>
        <pc:spChg chg="mod">
          <ac:chgData name="Jamie Bowles" userId="b03588657e1764ed" providerId="LiveId" clId="{8ED2B2C3-C170-4DC1-A3C7-063920288560}" dt="2026-02-18T06:39:55.086" v="911"/>
          <ac:spMkLst>
            <pc:docMk/>
            <pc:sldMk cId="873361005" sldId="265"/>
            <ac:spMk id="837" creationId="{8E53F4A7-8A2F-562F-0570-B360EAB9CA5D}"/>
          </ac:spMkLst>
        </pc:spChg>
        <pc:spChg chg="mod">
          <ac:chgData name="Jamie Bowles" userId="b03588657e1764ed" providerId="LiveId" clId="{8ED2B2C3-C170-4DC1-A3C7-063920288560}" dt="2026-02-18T06:39:55.086" v="911"/>
          <ac:spMkLst>
            <pc:docMk/>
            <pc:sldMk cId="873361005" sldId="265"/>
            <ac:spMk id="838" creationId="{61AC7020-5449-1283-9703-2A015858EF1E}"/>
          </ac:spMkLst>
        </pc:spChg>
        <pc:spChg chg="mod">
          <ac:chgData name="Jamie Bowles" userId="b03588657e1764ed" providerId="LiveId" clId="{8ED2B2C3-C170-4DC1-A3C7-063920288560}" dt="2026-02-18T06:39:55.086" v="911"/>
          <ac:spMkLst>
            <pc:docMk/>
            <pc:sldMk cId="873361005" sldId="265"/>
            <ac:spMk id="839" creationId="{BA220D2D-E1A6-291C-EB8E-B10013BD96B0}"/>
          </ac:spMkLst>
        </pc:spChg>
        <pc:spChg chg="mod">
          <ac:chgData name="Jamie Bowles" userId="b03588657e1764ed" providerId="LiveId" clId="{8ED2B2C3-C170-4DC1-A3C7-063920288560}" dt="2026-02-18T06:39:55.086" v="911"/>
          <ac:spMkLst>
            <pc:docMk/>
            <pc:sldMk cId="873361005" sldId="265"/>
            <ac:spMk id="865" creationId="{872F9094-151E-EA5D-8F93-7CB23B6445FB}"/>
          </ac:spMkLst>
        </pc:spChg>
        <pc:spChg chg="mod">
          <ac:chgData name="Jamie Bowles" userId="b03588657e1764ed" providerId="LiveId" clId="{8ED2B2C3-C170-4DC1-A3C7-063920288560}" dt="2026-02-18T06:41:02.029" v="923"/>
          <ac:spMkLst>
            <pc:docMk/>
            <pc:sldMk cId="873361005" sldId="265"/>
            <ac:spMk id="914" creationId="{F6688C13-47F0-D03E-01FA-7ADDDD71C3E3}"/>
          </ac:spMkLst>
        </pc:spChg>
        <pc:spChg chg="mod">
          <ac:chgData name="Jamie Bowles" userId="b03588657e1764ed" providerId="LiveId" clId="{8ED2B2C3-C170-4DC1-A3C7-063920288560}" dt="2026-02-18T06:41:02.029" v="923"/>
          <ac:spMkLst>
            <pc:docMk/>
            <pc:sldMk cId="873361005" sldId="265"/>
            <ac:spMk id="915" creationId="{042C505F-31E6-E2B2-2E4E-BB3A4A58FDBE}"/>
          </ac:spMkLst>
        </pc:spChg>
        <pc:spChg chg="mod">
          <ac:chgData name="Jamie Bowles" userId="b03588657e1764ed" providerId="LiveId" clId="{8ED2B2C3-C170-4DC1-A3C7-063920288560}" dt="2026-02-18T06:41:02.029" v="923"/>
          <ac:spMkLst>
            <pc:docMk/>
            <pc:sldMk cId="873361005" sldId="265"/>
            <ac:spMk id="916" creationId="{AF809025-45C8-81CB-16E7-2496DF0A7DEB}"/>
          </ac:spMkLst>
        </pc:spChg>
        <pc:spChg chg="mod">
          <ac:chgData name="Jamie Bowles" userId="b03588657e1764ed" providerId="LiveId" clId="{8ED2B2C3-C170-4DC1-A3C7-063920288560}" dt="2026-02-18T06:41:02.029" v="923"/>
          <ac:spMkLst>
            <pc:docMk/>
            <pc:sldMk cId="873361005" sldId="265"/>
            <ac:spMk id="917" creationId="{F3C1E6F1-E632-FC38-A85A-09A07709B67E}"/>
          </ac:spMkLst>
        </pc:spChg>
        <pc:spChg chg="mod">
          <ac:chgData name="Jamie Bowles" userId="b03588657e1764ed" providerId="LiveId" clId="{8ED2B2C3-C170-4DC1-A3C7-063920288560}" dt="2026-02-18T06:41:02.029" v="923"/>
          <ac:spMkLst>
            <pc:docMk/>
            <pc:sldMk cId="873361005" sldId="265"/>
            <ac:spMk id="918" creationId="{91978F08-8E88-77C3-8D10-1D100084C37A}"/>
          </ac:spMkLst>
        </pc:spChg>
        <pc:spChg chg="mod">
          <ac:chgData name="Jamie Bowles" userId="b03588657e1764ed" providerId="LiveId" clId="{8ED2B2C3-C170-4DC1-A3C7-063920288560}" dt="2026-02-18T06:41:02.029" v="923"/>
          <ac:spMkLst>
            <pc:docMk/>
            <pc:sldMk cId="873361005" sldId="265"/>
            <ac:spMk id="944" creationId="{57F548D8-3EBF-B6D8-B5F1-BF9F890CC47E}"/>
          </ac:spMkLst>
        </pc:spChg>
        <pc:spChg chg="mod">
          <ac:chgData name="Jamie Bowles" userId="b03588657e1764ed" providerId="LiveId" clId="{8ED2B2C3-C170-4DC1-A3C7-063920288560}" dt="2026-02-18T06:41:38.345" v="939"/>
          <ac:spMkLst>
            <pc:docMk/>
            <pc:sldMk cId="873361005" sldId="265"/>
            <ac:spMk id="993" creationId="{D85DD4CD-993C-D7AB-D1F3-296746831C6E}"/>
          </ac:spMkLst>
        </pc:spChg>
        <pc:spChg chg="mod">
          <ac:chgData name="Jamie Bowles" userId="b03588657e1764ed" providerId="LiveId" clId="{8ED2B2C3-C170-4DC1-A3C7-063920288560}" dt="2026-02-18T06:41:38.345" v="939"/>
          <ac:spMkLst>
            <pc:docMk/>
            <pc:sldMk cId="873361005" sldId="265"/>
            <ac:spMk id="994" creationId="{5172D95A-503D-4A2B-F117-5622D8C71451}"/>
          </ac:spMkLst>
        </pc:spChg>
        <pc:spChg chg="mod">
          <ac:chgData name="Jamie Bowles" userId="b03588657e1764ed" providerId="LiveId" clId="{8ED2B2C3-C170-4DC1-A3C7-063920288560}" dt="2026-02-18T06:41:38.345" v="939"/>
          <ac:spMkLst>
            <pc:docMk/>
            <pc:sldMk cId="873361005" sldId="265"/>
            <ac:spMk id="995" creationId="{A1A163D3-4766-2F8E-E595-C15CD8E63A42}"/>
          </ac:spMkLst>
        </pc:spChg>
        <pc:spChg chg="mod">
          <ac:chgData name="Jamie Bowles" userId="b03588657e1764ed" providerId="LiveId" clId="{8ED2B2C3-C170-4DC1-A3C7-063920288560}" dt="2026-02-18T06:41:38.345" v="939"/>
          <ac:spMkLst>
            <pc:docMk/>
            <pc:sldMk cId="873361005" sldId="265"/>
            <ac:spMk id="996" creationId="{A3F3130A-A6E7-7C9C-B884-BB035846C50D}"/>
          </ac:spMkLst>
        </pc:spChg>
        <pc:spChg chg="mod">
          <ac:chgData name="Jamie Bowles" userId="b03588657e1764ed" providerId="LiveId" clId="{8ED2B2C3-C170-4DC1-A3C7-063920288560}" dt="2026-02-18T06:41:38.345" v="939"/>
          <ac:spMkLst>
            <pc:docMk/>
            <pc:sldMk cId="873361005" sldId="265"/>
            <ac:spMk id="997" creationId="{2FBA6757-BF39-598F-EECA-364300026D16}"/>
          </ac:spMkLst>
        </pc:spChg>
        <pc:spChg chg="mod">
          <ac:chgData name="Jamie Bowles" userId="b03588657e1764ed" providerId="LiveId" clId="{8ED2B2C3-C170-4DC1-A3C7-063920288560}" dt="2026-02-18T06:41:38.345" v="939"/>
          <ac:spMkLst>
            <pc:docMk/>
            <pc:sldMk cId="873361005" sldId="265"/>
            <ac:spMk id="1023" creationId="{47C9B057-9F56-317F-8495-03F00AD36C83}"/>
          </ac:spMkLst>
        </pc:spChg>
        <pc:spChg chg="mod">
          <ac:chgData name="Jamie Bowles" userId="b03588657e1764ed" providerId="LiveId" clId="{8ED2B2C3-C170-4DC1-A3C7-063920288560}" dt="2026-02-18T06:41:57.878" v="942"/>
          <ac:spMkLst>
            <pc:docMk/>
            <pc:sldMk cId="873361005" sldId="265"/>
            <ac:spMk id="1072" creationId="{F99AAF9A-2A69-07FC-6072-16A2D34EB3DF}"/>
          </ac:spMkLst>
        </pc:spChg>
        <pc:spChg chg="mod">
          <ac:chgData name="Jamie Bowles" userId="b03588657e1764ed" providerId="LiveId" clId="{8ED2B2C3-C170-4DC1-A3C7-063920288560}" dt="2026-02-18T06:41:57.878" v="942"/>
          <ac:spMkLst>
            <pc:docMk/>
            <pc:sldMk cId="873361005" sldId="265"/>
            <ac:spMk id="1073" creationId="{62C92176-40D1-F8F4-AB88-84869F74A6B7}"/>
          </ac:spMkLst>
        </pc:spChg>
        <pc:spChg chg="mod">
          <ac:chgData name="Jamie Bowles" userId="b03588657e1764ed" providerId="LiveId" clId="{8ED2B2C3-C170-4DC1-A3C7-063920288560}" dt="2026-02-18T06:41:57.878" v="942"/>
          <ac:spMkLst>
            <pc:docMk/>
            <pc:sldMk cId="873361005" sldId="265"/>
            <ac:spMk id="1074" creationId="{ABED1A43-2852-11D0-9918-83839E9235A2}"/>
          </ac:spMkLst>
        </pc:spChg>
        <pc:spChg chg="mod">
          <ac:chgData name="Jamie Bowles" userId="b03588657e1764ed" providerId="LiveId" clId="{8ED2B2C3-C170-4DC1-A3C7-063920288560}" dt="2026-02-18T06:41:57.878" v="942"/>
          <ac:spMkLst>
            <pc:docMk/>
            <pc:sldMk cId="873361005" sldId="265"/>
            <ac:spMk id="1075" creationId="{D7EEFD81-54AD-A559-5AD9-AFDCBBFD1F26}"/>
          </ac:spMkLst>
        </pc:spChg>
        <pc:spChg chg="mod">
          <ac:chgData name="Jamie Bowles" userId="b03588657e1764ed" providerId="LiveId" clId="{8ED2B2C3-C170-4DC1-A3C7-063920288560}" dt="2026-02-18T06:41:57.878" v="942"/>
          <ac:spMkLst>
            <pc:docMk/>
            <pc:sldMk cId="873361005" sldId="265"/>
            <ac:spMk id="1076" creationId="{1EE83310-F172-33E9-D21E-10B19F49CE26}"/>
          </ac:spMkLst>
        </pc:spChg>
        <pc:spChg chg="mod">
          <ac:chgData name="Jamie Bowles" userId="b03588657e1764ed" providerId="LiveId" clId="{8ED2B2C3-C170-4DC1-A3C7-063920288560}" dt="2026-02-18T06:41:57.878" v="942"/>
          <ac:spMkLst>
            <pc:docMk/>
            <pc:sldMk cId="873361005" sldId="265"/>
            <ac:spMk id="1102" creationId="{D49A27A5-7FE3-088F-F13B-E776E2898E61}"/>
          </ac:spMkLst>
        </pc:spChg>
        <pc:spChg chg="mod">
          <ac:chgData name="Jamie Bowles" userId="b03588657e1764ed" providerId="LiveId" clId="{8ED2B2C3-C170-4DC1-A3C7-063920288560}" dt="2026-02-18T06:42:16.831" v="951"/>
          <ac:spMkLst>
            <pc:docMk/>
            <pc:sldMk cId="873361005" sldId="265"/>
            <ac:spMk id="1151" creationId="{D61FD661-50E3-50E4-F50E-7D6FAE0D500E}"/>
          </ac:spMkLst>
        </pc:spChg>
        <pc:spChg chg="mod">
          <ac:chgData name="Jamie Bowles" userId="b03588657e1764ed" providerId="LiveId" clId="{8ED2B2C3-C170-4DC1-A3C7-063920288560}" dt="2026-02-18T06:42:16.831" v="951"/>
          <ac:spMkLst>
            <pc:docMk/>
            <pc:sldMk cId="873361005" sldId="265"/>
            <ac:spMk id="1152" creationId="{93ADFF9C-B223-36B5-334D-E2B5FE7DBDD9}"/>
          </ac:spMkLst>
        </pc:spChg>
        <pc:spChg chg="mod">
          <ac:chgData name="Jamie Bowles" userId="b03588657e1764ed" providerId="LiveId" clId="{8ED2B2C3-C170-4DC1-A3C7-063920288560}" dt="2026-02-18T06:42:16.831" v="951"/>
          <ac:spMkLst>
            <pc:docMk/>
            <pc:sldMk cId="873361005" sldId="265"/>
            <ac:spMk id="1153" creationId="{F3BAAD50-B820-08CC-9A61-A8501F7812A7}"/>
          </ac:spMkLst>
        </pc:spChg>
        <pc:spChg chg="mod">
          <ac:chgData name="Jamie Bowles" userId="b03588657e1764ed" providerId="LiveId" clId="{8ED2B2C3-C170-4DC1-A3C7-063920288560}" dt="2026-02-18T06:42:16.831" v="951"/>
          <ac:spMkLst>
            <pc:docMk/>
            <pc:sldMk cId="873361005" sldId="265"/>
            <ac:spMk id="1154" creationId="{287B1E8C-60DB-3A37-B7D8-4EB8512972DD}"/>
          </ac:spMkLst>
        </pc:spChg>
        <pc:spChg chg="mod">
          <ac:chgData name="Jamie Bowles" userId="b03588657e1764ed" providerId="LiveId" clId="{8ED2B2C3-C170-4DC1-A3C7-063920288560}" dt="2026-02-18T06:42:16.831" v="951"/>
          <ac:spMkLst>
            <pc:docMk/>
            <pc:sldMk cId="873361005" sldId="265"/>
            <ac:spMk id="1155" creationId="{4623B108-56C2-060A-2566-F1426CD753E2}"/>
          </ac:spMkLst>
        </pc:spChg>
        <pc:spChg chg="mod">
          <ac:chgData name="Jamie Bowles" userId="b03588657e1764ed" providerId="LiveId" clId="{8ED2B2C3-C170-4DC1-A3C7-063920288560}" dt="2026-02-18T06:42:16.831" v="951"/>
          <ac:spMkLst>
            <pc:docMk/>
            <pc:sldMk cId="873361005" sldId="265"/>
            <ac:spMk id="1181" creationId="{9C115BBD-B5C5-D33D-3F4E-3CCDA667BF8B}"/>
          </ac:spMkLst>
        </pc:spChg>
        <pc:grpChg chg="add mod">
          <ac:chgData name="Jamie Bowles" userId="b03588657e1764ed" providerId="LiveId" clId="{8ED2B2C3-C170-4DC1-A3C7-063920288560}" dt="2026-02-18T06:40:37.643" v="916" actId="1076"/>
          <ac:grpSpMkLst>
            <pc:docMk/>
            <pc:sldMk cId="873361005" sldId="265"/>
            <ac:grpSpMk id="2" creationId="{991F64BF-B311-4DB2-9C9F-3313468B3BDC}"/>
          </ac:grpSpMkLst>
        </pc:grpChg>
        <pc:grpChg chg="mod">
          <ac:chgData name="Jamie Bowles" userId="b03588657e1764ed" providerId="LiveId" clId="{8ED2B2C3-C170-4DC1-A3C7-063920288560}" dt="2026-02-18T06:33:57.102" v="850" actId="164"/>
          <ac:grpSpMkLst>
            <pc:docMk/>
            <pc:sldMk cId="873361005" sldId="265"/>
            <ac:grpSpMk id="5" creationId="{63B8707E-45FA-F259-FC24-DAFD8F538141}"/>
          </ac:grpSpMkLst>
        </pc:grpChg>
        <pc:grpChg chg="mod">
          <ac:chgData name="Jamie Bowles" userId="b03588657e1764ed" providerId="LiveId" clId="{8ED2B2C3-C170-4DC1-A3C7-063920288560}" dt="2026-02-18T06:40:37.643" v="916" actId="1076"/>
          <ac:grpSpMkLst>
            <pc:docMk/>
            <pc:sldMk cId="873361005" sldId="265"/>
            <ac:grpSpMk id="6" creationId="{D8B51FA7-7DCD-D73F-2946-21DCAD48A8AC}"/>
          </ac:grpSpMkLst>
        </pc:grpChg>
        <pc:grpChg chg="mod">
          <ac:chgData name="Jamie Bowles" userId="b03588657e1764ed" providerId="LiveId" clId="{8ED2B2C3-C170-4DC1-A3C7-063920288560}" dt="2026-02-18T06:34:46.661" v="854"/>
          <ac:grpSpMkLst>
            <pc:docMk/>
            <pc:sldMk cId="873361005" sldId="265"/>
            <ac:grpSpMk id="8" creationId="{9846D228-E76D-C82D-6296-32DFE02914BB}"/>
          </ac:grpSpMkLst>
        </pc:grpChg>
        <pc:grpChg chg="mod">
          <ac:chgData name="Jamie Bowles" userId="b03588657e1764ed" providerId="LiveId" clId="{8ED2B2C3-C170-4DC1-A3C7-063920288560}" dt="2026-02-18T06:34:46.661" v="854"/>
          <ac:grpSpMkLst>
            <pc:docMk/>
            <pc:sldMk cId="873361005" sldId="265"/>
            <ac:grpSpMk id="26" creationId="{80C354C2-86EC-5775-C695-1DB86C0FBC34}"/>
          </ac:grpSpMkLst>
        </pc:grpChg>
        <pc:grpChg chg="mod">
          <ac:chgData name="Jamie Bowles" userId="b03588657e1764ed" providerId="LiveId" clId="{8ED2B2C3-C170-4DC1-A3C7-063920288560}" dt="2026-02-18T06:34:46.661" v="854"/>
          <ac:grpSpMkLst>
            <pc:docMk/>
            <pc:sldMk cId="873361005" sldId="265"/>
            <ac:grpSpMk id="32" creationId="{D32AA026-68BB-31D5-D58C-3754EAB8512D}"/>
          </ac:grpSpMkLst>
        </pc:grpChg>
        <pc:grpChg chg="mod">
          <ac:chgData name="Jamie Bowles" userId="b03588657e1764ed" providerId="LiveId" clId="{8ED2B2C3-C170-4DC1-A3C7-063920288560}" dt="2026-02-18T06:34:46.661" v="854"/>
          <ac:grpSpMkLst>
            <pc:docMk/>
            <pc:sldMk cId="873361005" sldId="265"/>
            <ac:grpSpMk id="82" creationId="{53F49121-13FD-C93C-EE0A-56E18E589EF8}"/>
          </ac:grpSpMkLst>
        </pc:grpChg>
        <pc:grpChg chg="mod">
          <ac:chgData name="Jamie Bowles" userId="b03588657e1764ed" providerId="LiveId" clId="{8ED2B2C3-C170-4DC1-A3C7-063920288560}" dt="2026-02-18T06:33:57.102" v="850" actId="164"/>
          <ac:grpSpMkLst>
            <pc:docMk/>
            <pc:sldMk cId="873361005" sldId="265"/>
            <ac:grpSpMk id="121" creationId="{AAC15565-74C3-1C17-FBF9-CEBDF7E2BA5F}"/>
          </ac:grpSpMkLst>
        </pc:grpChg>
        <pc:grpChg chg="add mod">
          <ac:chgData name="Jamie Bowles" userId="b03588657e1764ed" providerId="LiveId" clId="{8ED2B2C3-C170-4DC1-A3C7-063920288560}" dt="2026-02-18T06:40:37.643" v="916" actId="1076"/>
          <ac:grpSpMkLst>
            <pc:docMk/>
            <pc:sldMk cId="873361005" sldId="265"/>
            <ac:grpSpMk id="126" creationId="{31F93BF9-1AA6-B17C-E1D5-094461DE722E}"/>
          </ac:grpSpMkLst>
        </pc:grpChg>
        <pc:grpChg chg="mod">
          <ac:chgData name="Jamie Bowles" userId="b03588657e1764ed" providerId="LiveId" clId="{8ED2B2C3-C170-4DC1-A3C7-063920288560}" dt="2026-02-18T06:34:58.745" v="856"/>
          <ac:grpSpMkLst>
            <pc:docMk/>
            <pc:sldMk cId="873361005" sldId="265"/>
            <ac:grpSpMk id="150" creationId="{71E54657-F591-6B8A-B323-0D80CC7B233C}"/>
          </ac:grpSpMkLst>
        </pc:grpChg>
        <pc:grpChg chg="mod">
          <ac:chgData name="Jamie Bowles" userId="b03588657e1764ed" providerId="LiveId" clId="{8ED2B2C3-C170-4DC1-A3C7-063920288560}" dt="2026-02-18T06:34:58.745" v="856"/>
          <ac:grpSpMkLst>
            <pc:docMk/>
            <pc:sldMk cId="873361005" sldId="265"/>
            <ac:grpSpMk id="202" creationId="{97CDB43D-E67F-BAE3-F854-05E5D74D57B8}"/>
          </ac:grpSpMkLst>
        </pc:grpChg>
        <pc:grpChg chg="mod">
          <ac:chgData name="Jamie Bowles" userId="b03588657e1764ed" providerId="LiveId" clId="{8ED2B2C3-C170-4DC1-A3C7-063920288560}" dt="2026-02-18T06:34:58.745" v="856"/>
          <ac:grpSpMkLst>
            <pc:docMk/>
            <pc:sldMk cId="873361005" sldId="265"/>
            <ac:grpSpMk id="220" creationId="{59865B34-FCFF-4E37-9E79-A69F61E01228}"/>
          </ac:grpSpMkLst>
        </pc:grpChg>
        <pc:grpChg chg="mod">
          <ac:chgData name="Jamie Bowles" userId="b03588657e1764ed" providerId="LiveId" clId="{8ED2B2C3-C170-4DC1-A3C7-063920288560}" dt="2026-02-18T06:40:37.643" v="916" actId="1076"/>
          <ac:grpSpMkLst>
            <pc:docMk/>
            <pc:sldMk cId="873361005" sldId="265"/>
            <ac:grpSpMk id="240" creationId="{1DCE589B-6444-E454-B84B-E0CB962A64C0}"/>
          </ac:grpSpMkLst>
        </pc:grpChg>
        <pc:grpChg chg="mod">
          <ac:chgData name="Jamie Bowles" userId="b03588657e1764ed" providerId="LiveId" clId="{8ED2B2C3-C170-4DC1-A3C7-063920288560}" dt="2026-02-18T06:35:19.032" v="858"/>
          <ac:grpSpMkLst>
            <pc:docMk/>
            <pc:sldMk cId="873361005" sldId="265"/>
            <ac:grpSpMk id="256" creationId="{BE92DEAB-C670-0BFD-C70A-743B2E64BF57}"/>
          </ac:grpSpMkLst>
        </pc:grpChg>
        <pc:grpChg chg="mod">
          <ac:chgData name="Jamie Bowles" userId="b03588657e1764ed" providerId="LiveId" clId="{8ED2B2C3-C170-4DC1-A3C7-063920288560}" dt="2026-02-18T06:35:19.032" v="858"/>
          <ac:grpSpMkLst>
            <pc:docMk/>
            <pc:sldMk cId="873361005" sldId="265"/>
            <ac:grpSpMk id="258" creationId="{1BFEA58C-55C3-EFDC-B936-545979374AAB}"/>
          </ac:grpSpMkLst>
        </pc:grpChg>
        <pc:grpChg chg="mod">
          <ac:chgData name="Jamie Bowles" userId="b03588657e1764ed" providerId="LiveId" clId="{8ED2B2C3-C170-4DC1-A3C7-063920288560}" dt="2026-02-18T06:35:19.032" v="858"/>
          <ac:grpSpMkLst>
            <pc:docMk/>
            <pc:sldMk cId="873361005" sldId="265"/>
            <ac:grpSpMk id="259" creationId="{A59CD395-A725-45E1-5FD7-6176FE65101D}"/>
          </ac:grpSpMkLst>
        </pc:grpChg>
        <pc:grpChg chg="mod">
          <ac:chgData name="Jamie Bowles" userId="b03588657e1764ed" providerId="LiveId" clId="{8ED2B2C3-C170-4DC1-A3C7-063920288560}" dt="2026-02-18T06:35:19.032" v="858"/>
          <ac:grpSpMkLst>
            <pc:docMk/>
            <pc:sldMk cId="873361005" sldId="265"/>
            <ac:grpSpMk id="281" creationId="{42DD343A-40EB-1F50-DBD1-9950574421E5}"/>
          </ac:grpSpMkLst>
        </pc:grpChg>
        <pc:grpChg chg="mod">
          <ac:chgData name="Jamie Bowles" userId="b03588657e1764ed" providerId="LiveId" clId="{8ED2B2C3-C170-4DC1-A3C7-063920288560}" dt="2026-02-18T06:40:37.643" v="916" actId="1076"/>
          <ac:grpSpMkLst>
            <pc:docMk/>
            <pc:sldMk cId="873361005" sldId="265"/>
            <ac:grpSpMk id="319" creationId="{7E4822B3-13F1-690C-07D2-A953D9E5C464}"/>
          </ac:grpSpMkLst>
        </pc:grpChg>
        <pc:grpChg chg="mod">
          <ac:chgData name="Jamie Bowles" userId="b03588657e1764ed" providerId="LiveId" clId="{8ED2B2C3-C170-4DC1-A3C7-063920288560}" dt="2026-02-18T06:35:47.065" v="860"/>
          <ac:grpSpMkLst>
            <pc:docMk/>
            <pc:sldMk cId="873361005" sldId="265"/>
            <ac:grpSpMk id="321" creationId="{AD1897D9-8617-7F52-D925-2D12542272A5}"/>
          </ac:grpSpMkLst>
        </pc:grpChg>
        <pc:grpChg chg="mod">
          <ac:chgData name="Jamie Bowles" userId="b03588657e1764ed" providerId="LiveId" clId="{8ED2B2C3-C170-4DC1-A3C7-063920288560}" dt="2026-02-18T06:35:47.065" v="860"/>
          <ac:grpSpMkLst>
            <pc:docMk/>
            <pc:sldMk cId="873361005" sldId="265"/>
            <ac:grpSpMk id="359" creationId="{0EC77DE8-17FA-C230-967C-44044227FD35}"/>
          </ac:grpSpMkLst>
        </pc:grpChg>
        <pc:grpChg chg="mod">
          <ac:chgData name="Jamie Bowles" userId="b03588657e1764ed" providerId="LiveId" clId="{8ED2B2C3-C170-4DC1-A3C7-063920288560}" dt="2026-02-18T06:35:47.065" v="860"/>
          <ac:grpSpMkLst>
            <pc:docMk/>
            <pc:sldMk cId="873361005" sldId="265"/>
            <ac:grpSpMk id="372" creationId="{9C82AA75-496C-19C2-5D22-8D01F67FCE01}"/>
          </ac:grpSpMkLst>
        </pc:grpChg>
        <pc:grpChg chg="mod">
          <ac:chgData name="Jamie Bowles" userId="b03588657e1764ed" providerId="LiveId" clId="{8ED2B2C3-C170-4DC1-A3C7-063920288560}" dt="2026-02-18T06:35:47.065" v="860"/>
          <ac:grpSpMkLst>
            <pc:docMk/>
            <pc:sldMk cId="873361005" sldId="265"/>
            <ac:grpSpMk id="378" creationId="{A21164D6-7245-DD75-D701-33E2FE61790D}"/>
          </ac:grpSpMkLst>
        </pc:grpChg>
        <pc:grpChg chg="mod">
          <ac:chgData name="Jamie Bowles" userId="b03588657e1764ed" providerId="LiveId" clId="{8ED2B2C3-C170-4DC1-A3C7-063920288560}" dt="2026-02-18T06:40:37.643" v="916" actId="1076"/>
          <ac:grpSpMkLst>
            <pc:docMk/>
            <pc:sldMk cId="873361005" sldId="265"/>
            <ac:grpSpMk id="398" creationId="{606E5993-C301-BA43-F557-228C4F7DEE7E}"/>
          </ac:grpSpMkLst>
        </pc:grpChg>
        <pc:grpChg chg="mod">
          <ac:chgData name="Jamie Bowles" userId="b03588657e1764ed" providerId="LiveId" clId="{8ED2B2C3-C170-4DC1-A3C7-063920288560}" dt="2026-02-18T06:37:14.585" v="879"/>
          <ac:grpSpMkLst>
            <pc:docMk/>
            <pc:sldMk cId="873361005" sldId="265"/>
            <ac:grpSpMk id="399" creationId="{1F0B7C9E-FAB6-A5CA-D15B-683DFCD8A889}"/>
          </ac:grpSpMkLst>
        </pc:grpChg>
        <pc:grpChg chg="mod">
          <ac:chgData name="Jamie Bowles" userId="b03588657e1764ed" providerId="LiveId" clId="{8ED2B2C3-C170-4DC1-A3C7-063920288560}" dt="2026-02-18T06:37:14.585" v="879"/>
          <ac:grpSpMkLst>
            <pc:docMk/>
            <pc:sldMk cId="873361005" sldId="265"/>
            <ac:grpSpMk id="413" creationId="{E0FDE40C-EE81-3DB9-DD3B-5F83B9FB1D2B}"/>
          </ac:grpSpMkLst>
        </pc:grpChg>
        <pc:grpChg chg="mod">
          <ac:chgData name="Jamie Bowles" userId="b03588657e1764ed" providerId="LiveId" clId="{8ED2B2C3-C170-4DC1-A3C7-063920288560}" dt="2026-02-18T06:37:14.585" v="879"/>
          <ac:grpSpMkLst>
            <pc:docMk/>
            <pc:sldMk cId="873361005" sldId="265"/>
            <ac:grpSpMk id="416" creationId="{554A0805-1ECB-BB40-D725-7F041957F2F6}"/>
          </ac:grpSpMkLst>
        </pc:grpChg>
        <pc:grpChg chg="mod">
          <ac:chgData name="Jamie Bowles" userId="b03588657e1764ed" providerId="LiveId" clId="{8ED2B2C3-C170-4DC1-A3C7-063920288560}" dt="2026-02-18T06:37:14.585" v="879"/>
          <ac:grpSpMkLst>
            <pc:docMk/>
            <pc:sldMk cId="873361005" sldId="265"/>
            <ac:grpSpMk id="451" creationId="{F71CCD7B-0950-6452-D066-4E55BCAA57CD}"/>
          </ac:grpSpMkLst>
        </pc:grpChg>
        <pc:grpChg chg="mod">
          <ac:chgData name="Jamie Bowles" userId="b03588657e1764ed" providerId="LiveId" clId="{8ED2B2C3-C170-4DC1-A3C7-063920288560}" dt="2026-02-18T06:40:37.643" v="916" actId="1076"/>
          <ac:grpSpMkLst>
            <pc:docMk/>
            <pc:sldMk cId="873361005" sldId="265"/>
            <ac:grpSpMk id="477" creationId="{548D2326-2606-4D16-6B22-CAC95DC0BE8E}"/>
          </ac:grpSpMkLst>
        </pc:grpChg>
        <pc:grpChg chg="mod">
          <ac:chgData name="Jamie Bowles" userId="b03588657e1764ed" providerId="LiveId" clId="{8ED2B2C3-C170-4DC1-A3C7-063920288560}" dt="2026-02-18T06:37:41.387" v="884"/>
          <ac:grpSpMkLst>
            <pc:docMk/>
            <pc:sldMk cId="873361005" sldId="265"/>
            <ac:grpSpMk id="492" creationId="{A2E6C5E2-8627-3A9D-76FD-C1A6B96F06DE}"/>
          </ac:grpSpMkLst>
        </pc:grpChg>
        <pc:grpChg chg="mod">
          <ac:chgData name="Jamie Bowles" userId="b03588657e1764ed" providerId="LiveId" clId="{8ED2B2C3-C170-4DC1-A3C7-063920288560}" dt="2026-02-18T06:37:41.387" v="884"/>
          <ac:grpSpMkLst>
            <pc:docMk/>
            <pc:sldMk cId="873361005" sldId="265"/>
            <ac:grpSpMk id="493" creationId="{79762E78-EC47-7CEB-D803-FB72AA936921}"/>
          </ac:grpSpMkLst>
        </pc:grpChg>
        <pc:grpChg chg="mod">
          <ac:chgData name="Jamie Bowles" userId="b03588657e1764ed" providerId="LiveId" clId="{8ED2B2C3-C170-4DC1-A3C7-063920288560}" dt="2026-02-18T06:37:41.387" v="884"/>
          <ac:grpSpMkLst>
            <pc:docMk/>
            <pc:sldMk cId="873361005" sldId="265"/>
            <ac:grpSpMk id="496" creationId="{E32B2E4D-92D1-9C5B-648B-B1FEA43F6C20}"/>
          </ac:grpSpMkLst>
        </pc:grpChg>
        <pc:grpChg chg="mod">
          <ac:chgData name="Jamie Bowles" userId="b03588657e1764ed" providerId="LiveId" clId="{8ED2B2C3-C170-4DC1-A3C7-063920288560}" dt="2026-02-18T06:37:41.387" v="884"/>
          <ac:grpSpMkLst>
            <pc:docMk/>
            <pc:sldMk cId="873361005" sldId="265"/>
            <ac:grpSpMk id="530" creationId="{55AAB9FF-79EE-4CCE-1A3B-81839801A538}"/>
          </ac:grpSpMkLst>
        </pc:grpChg>
        <pc:grpChg chg="mod">
          <ac:chgData name="Jamie Bowles" userId="b03588657e1764ed" providerId="LiveId" clId="{8ED2B2C3-C170-4DC1-A3C7-063920288560}" dt="2026-02-18T06:38:34.727" v="893" actId="1036"/>
          <ac:grpSpMkLst>
            <pc:docMk/>
            <pc:sldMk cId="873361005" sldId="265"/>
            <ac:grpSpMk id="556" creationId="{43E50A26-2392-9542-5614-C9ED8DA7BD73}"/>
          </ac:grpSpMkLst>
        </pc:grpChg>
        <pc:grpChg chg="mod">
          <ac:chgData name="Jamie Bowles" userId="b03588657e1764ed" providerId="LiveId" clId="{8ED2B2C3-C170-4DC1-A3C7-063920288560}" dt="2026-02-18T06:38:10.500" v="890"/>
          <ac:grpSpMkLst>
            <pc:docMk/>
            <pc:sldMk cId="873361005" sldId="265"/>
            <ac:grpSpMk id="560" creationId="{36881DF3-1389-B4E2-0929-E5E438E167E4}"/>
          </ac:grpSpMkLst>
        </pc:grpChg>
        <pc:grpChg chg="mod">
          <ac:chgData name="Jamie Bowles" userId="b03588657e1764ed" providerId="LiveId" clId="{8ED2B2C3-C170-4DC1-A3C7-063920288560}" dt="2026-02-18T06:38:10.500" v="890"/>
          <ac:grpSpMkLst>
            <pc:docMk/>
            <pc:sldMk cId="873361005" sldId="265"/>
            <ac:grpSpMk id="573" creationId="{50AF8554-182F-59FF-CFFC-A0EEB7E2B100}"/>
          </ac:grpSpMkLst>
        </pc:grpChg>
        <pc:grpChg chg="mod">
          <ac:chgData name="Jamie Bowles" userId="b03588657e1764ed" providerId="LiveId" clId="{8ED2B2C3-C170-4DC1-A3C7-063920288560}" dt="2026-02-18T06:38:10.500" v="890"/>
          <ac:grpSpMkLst>
            <pc:docMk/>
            <pc:sldMk cId="873361005" sldId="265"/>
            <ac:grpSpMk id="596" creationId="{ECF7B112-CA47-D7B9-078E-C027C8A72657}"/>
          </ac:grpSpMkLst>
        </pc:grpChg>
        <pc:grpChg chg="mod">
          <ac:chgData name="Jamie Bowles" userId="b03588657e1764ed" providerId="LiveId" clId="{8ED2B2C3-C170-4DC1-A3C7-063920288560}" dt="2026-02-18T06:38:10.500" v="890"/>
          <ac:grpSpMkLst>
            <pc:docMk/>
            <pc:sldMk cId="873361005" sldId="265"/>
            <ac:grpSpMk id="609" creationId="{CBBC222C-3082-FE20-F8C8-19C090F96A06}"/>
          </ac:grpSpMkLst>
        </pc:grpChg>
        <pc:grpChg chg="mod">
          <ac:chgData name="Jamie Bowles" userId="b03588657e1764ed" providerId="LiveId" clId="{8ED2B2C3-C170-4DC1-A3C7-063920288560}" dt="2026-02-18T06:40:37.643" v="916" actId="1076"/>
          <ac:grpSpMkLst>
            <pc:docMk/>
            <pc:sldMk cId="873361005" sldId="265"/>
            <ac:grpSpMk id="635" creationId="{67FD3882-CF9F-EEC5-2BDA-3E1F63066069}"/>
          </ac:grpSpMkLst>
        </pc:grpChg>
        <pc:grpChg chg="mod">
          <ac:chgData name="Jamie Bowles" userId="b03588657e1764ed" providerId="LiveId" clId="{8ED2B2C3-C170-4DC1-A3C7-063920288560}" dt="2026-02-18T06:38:40.163" v="894"/>
          <ac:grpSpMkLst>
            <pc:docMk/>
            <pc:sldMk cId="873361005" sldId="265"/>
            <ac:grpSpMk id="637" creationId="{1A056F39-EF36-2720-2DD4-9A75B84FB58F}"/>
          </ac:grpSpMkLst>
        </pc:grpChg>
        <pc:grpChg chg="mod">
          <ac:chgData name="Jamie Bowles" userId="b03588657e1764ed" providerId="LiveId" clId="{8ED2B2C3-C170-4DC1-A3C7-063920288560}" dt="2026-02-18T06:38:40.163" v="894"/>
          <ac:grpSpMkLst>
            <pc:docMk/>
            <pc:sldMk cId="873361005" sldId="265"/>
            <ac:grpSpMk id="652" creationId="{C301D5DC-4F2E-AC51-1997-784E11DD0608}"/>
          </ac:grpSpMkLst>
        </pc:grpChg>
        <pc:grpChg chg="mod">
          <ac:chgData name="Jamie Bowles" userId="b03588657e1764ed" providerId="LiveId" clId="{8ED2B2C3-C170-4DC1-A3C7-063920288560}" dt="2026-02-18T06:38:40.163" v="894"/>
          <ac:grpSpMkLst>
            <pc:docMk/>
            <pc:sldMk cId="873361005" sldId="265"/>
            <ac:grpSpMk id="675" creationId="{0D996C25-D4B9-EFEF-66ED-2F54C15FD37E}"/>
          </ac:grpSpMkLst>
        </pc:grpChg>
        <pc:grpChg chg="mod">
          <ac:chgData name="Jamie Bowles" userId="b03588657e1764ed" providerId="LiveId" clId="{8ED2B2C3-C170-4DC1-A3C7-063920288560}" dt="2026-02-18T06:38:40.163" v="894"/>
          <ac:grpSpMkLst>
            <pc:docMk/>
            <pc:sldMk cId="873361005" sldId="265"/>
            <ac:grpSpMk id="688" creationId="{089F6E49-8DF2-4488-59EF-13AB0A442BC2}"/>
          </ac:grpSpMkLst>
        </pc:grpChg>
        <pc:grpChg chg="add mod">
          <ac:chgData name="Jamie Bowles" userId="b03588657e1764ed" providerId="LiveId" clId="{8ED2B2C3-C170-4DC1-A3C7-063920288560}" dt="2026-02-18T06:40:54.715" v="922" actId="1036"/>
          <ac:grpSpMkLst>
            <pc:docMk/>
            <pc:sldMk cId="873361005" sldId="265"/>
            <ac:grpSpMk id="714" creationId="{9501A7DE-7659-792A-B99B-29F05D22258D}"/>
          </ac:grpSpMkLst>
        </pc:grpChg>
        <pc:grpChg chg="mod">
          <ac:chgData name="Jamie Bowles" userId="b03588657e1764ed" providerId="LiveId" clId="{8ED2B2C3-C170-4DC1-A3C7-063920288560}" dt="2026-02-18T06:39:21.160" v="904"/>
          <ac:grpSpMkLst>
            <pc:docMk/>
            <pc:sldMk cId="873361005" sldId="265"/>
            <ac:grpSpMk id="716" creationId="{A0678E5B-558A-843C-EFF3-30FBE7F8BF68}"/>
          </ac:grpSpMkLst>
        </pc:grpChg>
        <pc:grpChg chg="mod">
          <ac:chgData name="Jamie Bowles" userId="b03588657e1764ed" providerId="LiveId" clId="{8ED2B2C3-C170-4DC1-A3C7-063920288560}" dt="2026-02-18T06:39:21.160" v="904"/>
          <ac:grpSpMkLst>
            <pc:docMk/>
            <pc:sldMk cId="873361005" sldId="265"/>
            <ac:grpSpMk id="732" creationId="{EA3886D8-A6A7-FF52-398F-3E2D2C343B59}"/>
          </ac:grpSpMkLst>
        </pc:grpChg>
        <pc:grpChg chg="mod">
          <ac:chgData name="Jamie Bowles" userId="b03588657e1764ed" providerId="LiveId" clId="{8ED2B2C3-C170-4DC1-A3C7-063920288560}" dt="2026-02-18T06:39:21.160" v="904"/>
          <ac:grpSpMkLst>
            <pc:docMk/>
            <pc:sldMk cId="873361005" sldId="265"/>
            <ac:grpSpMk id="755" creationId="{741B1A70-FF03-4F2D-1481-BCA7332E003A}"/>
          </ac:grpSpMkLst>
        </pc:grpChg>
        <pc:grpChg chg="mod">
          <ac:chgData name="Jamie Bowles" userId="b03588657e1764ed" providerId="LiveId" clId="{8ED2B2C3-C170-4DC1-A3C7-063920288560}" dt="2026-02-18T06:40:37.643" v="916" actId="1076"/>
          <ac:grpSpMkLst>
            <pc:docMk/>
            <pc:sldMk cId="873361005" sldId="265"/>
            <ac:grpSpMk id="793" creationId="{E51149BE-AC6F-0EEC-D96C-CAA19CA998E1}"/>
          </ac:grpSpMkLst>
        </pc:grpChg>
        <pc:grpChg chg="mod">
          <ac:chgData name="Jamie Bowles" userId="b03588657e1764ed" providerId="LiveId" clId="{8ED2B2C3-C170-4DC1-A3C7-063920288560}" dt="2026-02-18T06:39:55.086" v="911"/>
          <ac:grpSpMkLst>
            <pc:docMk/>
            <pc:sldMk cId="873361005" sldId="265"/>
            <ac:grpSpMk id="794" creationId="{802DD24D-68CD-72D8-2674-0A16D6124437}"/>
          </ac:grpSpMkLst>
        </pc:grpChg>
        <pc:grpChg chg="mod">
          <ac:chgData name="Jamie Bowles" userId="b03588657e1764ed" providerId="LiveId" clId="{8ED2B2C3-C170-4DC1-A3C7-063920288560}" dt="2026-02-18T06:39:55.086" v="911"/>
          <ac:grpSpMkLst>
            <pc:docMk/>
            <pc:sldMk cId="873361005" sldId="265"/>
            <ac:grpSpMk id="795" creationId="{70CE0B2C-6497-BCBC-12FE-02165FB31CB8}"/>
          </ac:grpSpMkLst>
        </pc:grpChg>
        <pc:grpChg chg="mod">
          <ac:chgData name="Jamie Bowles" userId="b03588657e1764ed" providerId="LiveId" clId="{8ED2B2C3-C170-4DC1-A3C7-063920288560}" dt="2026-02-18T06:39:55.086" v="911"/>
          <ac:grpSpMkLst>
            <pc:docMk/>
            <pc:sldMk cId="873361005" sldId="265"/>
            <ac:grpSpMk id="834" creationId="{734A4EC8-66B7-F455-BED1-EA9CF73E4671}"/>
          </ac:grpSpMkLst>
        </pc:grpChg>
        <pc:grpChg chg="mod">
          <ac:chgData name="Jamie Bowles" userId="b03588657e1764ed" providerId="LiveId" clId="{8ED2B2C3-C170-4DC1-A3C7-063920288560}" dt="2026-02-18T06:39:55.086" v="911"/>
          <ac:grpSpMkLst>
            <pc:docMk/>
            <pc:sldMk cId="873361005" sldId="265"/>
            <ac:grpSpMk id="852" creationId="{22E90DAC-A830-AB27-5F3C-AF635A4662B9}"/>
          </ac:grpSpMkLst>
        </pc:grpChg>
        <pc:grpChg chg="mod">
          <ac:chgData name="Jamie Bowles" userId="b03588657e1764ed" providerId="LiveId" clId="{8ED2B2C3-C170-4DC1-A3C7-063920288560}" dt="2026-02-18T06:41:29.552" v="938" actId="1035"/>
          <ac:grpSpMkLst>
            <pc:docMk/>
            <pc:sldMk cId="873361005" sldId="265"/>
            <ac:grpSpMk id="872" creationId="{95484118-E174-1300-0EF9-367FD2D052BC}"/>
          </ac:grpSpMkLst>
        </pc:grpChg>
        <pc:grpChg chg="mod">
          <ac:chgData name="Jamie Bowles" userId="b03588657e1764ed" providerId="LiveId" clId="{8ED2B2C3-C170-4DC1-A3C7-063920288560}" dt="2026-02-18T06:41:02.029" v="923"/>
          <ac:grpSpMkLst>
            <pc:docMk/>
            <pc:sldMk cId="873361005" sldId="265"/>
            <ac:grpSpMk id="888" creationId="{60948F84-75C0-FAD8-BA2E-C46C8138447A}"/>
          </ac:grpSpMkLst>
        </pc:grpChg>
        <pc:grpChg chg="mod">
          <ac:chgData name="Jamie Bowles" userId="b03588657e1764ed" providerId="LiveId" clId="{8ED2B2C3-C170-4DC1-A3C7-063920288560}" dt="2026-02-18T06:41:02.029" v="923"/>
          <ac:grpSpMkLst>
            <pc:docMk/>
            <pc:sldMk cId="873361005" sldId="265"/>
            <ac:grpSpMk id="889" creationId="{B480914F-2EDD-4980-705A-60DF91C35FB4}"/>
          </ac:grpSpMkLst>
        </pc:grpChg>
        <pc:grpChg chg="mod">
          <ac:chgData name="Jamie Bowles" userId="b03588657e1764ed" providerId="LiveId" clId="{8ED2B2C3-C170-4DC1-A3C7-063920288560}" dt="2026-02-18T06:41:02.029" v="923"/>
          <ac:grpSpMkLst>
            <pc:docMk/>
            <pc:sldMk cId="873361005" sldId="265"/>
            <ac:grpSpMk id="890" creationId="{96063917-E237-8FD8-DE44-02673053AC36}"/>
          </ac:grpSpMkLst>
        </pc:grpChg>
        <pc:grpChg chg="mod">
          <ac:chgData name="Jamie Bowles" userId="b03588657e1764ed" providerId="LiveId" clId="{8ED2B2C3-C170-4DC1-A3C7-063920288560}" dt="2026-02-18T06:41:02.029" v="923"/>
          <ac:grpSpMkLst>
            <pc:docMk/>
            <pc:sldMk cId="873361005" sldId="265"/>
            <ac:grpSpMk id="925" creationId="{7EF7B90E-06E3-86AF-4FEA-6374E3D4B925}"/>
          </ac:grpSpMkLst>
        </pc:grpChg>
        <pc:grpChg chg="add mod">
          <ac:chgData name="Jamie Bowles" userId="b03588657e1764ed" providerId="LiveId" clId="{8ED2B2C3-C170-4DC1-A3C7-063920288560}" dt="2026-02-18T06:41:47.391" v="941" actId="1035"/>
          <ac:grpSpMkLst>
            <pc:docMk/>
            <pc:sldMk cId="873361005" sldId="265"/>
            <ac:grpSpMk id="951" creationId="{A2DD55AF-55EE-22F2-8025-65881096BE2B}"/>
          </ac:grpSpMkLst>
        </pc:grpChg>
        <pc:grpChg chg="mod">
          <ac:chgData name="Jamie Bowles" userId="b03588657e1764ed" providerId="LiveId" clId="{8ED2B2C3-C170-4DC1-A3C7-063920288560}" dt="2026-02-18T06:41:38.345" v="939"/>
          <ac:grpSpMkLst>
            <pc:docMk/>
            <pc:sldMk cId="873361005" sldId="265"/>
            <ac:grpSpMk id="953" creationId="{2F044EB5-F47D-E1C0-832E-0C7A82DF63B8}"/>
          </ac:grpSpMkLst>
        </pc:grpChg>
        <pc:grpChg chg="mod">
          <ac:chgData name="Jamie Bowles" userId="b03588657e1764ed" providerId="LiveId" clId="{8ED2B2C3-C170-4DC1-A3C7-063920288560}" dt="2026-02-18T06:41:38.345" v="939"/>
          <ac:grpSpMkLst>
            <pc:docMk/>
            <pc:sldMk cId="873361005" sldId="265"/>
            <ac:grpSpMk id="968" creationId="{390704DF-3490-2459-2658-2BA705DE7753}"/>
          </ac:grpSpMkLst>
        </pc:grpChg>
        <pc:grpChg chg="mod">
          <ac:chgData name="Jamie Bowles" userId="b03588657e1764ed" providerId="LiveId" clId="{8ED2B2C3-C170-4DC1-A3C7-063920288560}" dt="2026-02-18T06:41:38.345" v="939"/>
          <ac:grpSpMkLst>
            <pc:docMk/>
            <pc:sldMk cId="873361005" sldId="265"/>
            <ac:grpSpMk id="970" creationId="{6C21DDBD-47F7-3332-92DB-E9E39E15E424}"/>
          </ac:grpSpMkLst>
        </pc:grpChg>
        <pc:grpChg chg="mod">
          <ac:chgData name="Jamie Bowles" userId="b03588657e1764ed" providerId="LiveId" clId="{8ED2B2C3-C170-4DC1-A3C7-063920288560}" dt="2026-02-18T06:42:10.308" v="950" actId="1035"/>
          <ac:grpSpMkLst>
            <pc:docMk/>
            <pc:sldMk cId="873361005" sldId="265"/>
            <ac:grpSpMk id="1030" creationId="{0DE9DEEE-6856-54E7-3B63-BA2DFF86F226}"/>
          </ac:grpSpMkLst>
        </pc:grpChg>
        <pc:grpChg chg="mod">
          <ac:chgData name="Jamie Bowles" userId="b03588657e1764ed" providerId="LiveId" clId="{8ED2B2C3-C170-4DC1-A3C7-063920288560}" dt="2026-02-18T06:41:57.878" v="942"/>
          <ac:grpSpMkLst>
            <pc:docMk/>
            <pc:sldMk cId="873361005" sldId="265"/>
            <ac:grpSpMk id="1031" creationId="{41A4DE37-6FDF-C406-3246-85C8566A2D8F}"/>
          </ac:grpSpMkLst>
        </pc:grpChg>
        <pc:grpChg chg="mod">
          <ac:chgData name="Jamie Bowles" userId="b03588657e1764ed" providerId="LiveId" clId="{8ED2B2C3-C170-4DC1-A3C7-063920288560}" dt="2026-02-18T06:41:57.878" v="942"/>
          <ac:grpSpMkLst>
            <pc:docMk/>
            <pc:sldMk cId="873361005" sldId="265"/>
            <ac:grpSpMk id="1032" creationId="{B3748324-DE6F-5799-4EB1-CE40F6A47878}"/>
          </ac:grpSpMkLst>
        </pc:grpChg>
        <pc:grpChg chg="mod">
          <ac:chgData name="Jamie Bowles" userId="b03588657e1764ed" providerId="LiveId" clId="{8ED2B2C3-C170-4DC1-A3C7-063920288560}" dt="2026-02-18T06:41:57.878" v="942"/>
          <ac:grpSpMkLst>
            <pc:docMk/>
            <pc:sldMk cId="873361005" sldId="265"/>
            <ac:grpSpMk id="1070" creationId="{B285C17C-8ED0-9156-77AC-595292256D0A}"/>
          </ac:grpSpMkLst>
        </pc:grpChg>
        <pc:grpChg chg="mod">
          <ac:chgData name="Jamie Bowles" userId="b03588657e1764ed" providerId="LiveId" clId="{8ED2B2C3-C170-4DC1-A3C7-063920288560}" dt="2026-02-18T06:41:57.878" v="942"/>
          <ac:grpSpMkLst>
            <pc:docMk/>
            <pc:sldMk cId="873361005" sldId="265"/>
            <ac:grpSpMk id="1083" creationId="{9CA35376-A424-2C90-1294-E6C362184014}"/>
          </ac:grpSpMkLst>
        </pc:grpChg>
        <pc:grpChg chg="mod">
          <ac:chgData name="Jamie Bowles" userId="b03588657e1764ed" providerId="LiveId" clId="{8ED2B2C3-C170-4DC1-A3C7-063920288560}" dt="2026-02-18T06:42:32.461" v="962" actId="1038"/>
          <ac:grpSpMkLst>
            <pc:docMk/>
            <pc:sldMk cId="873361005" sldId="265"/>
            <ac:grpSpMk id="1109" creationId="{E00AA1BB-0A37-C3AF-3F98-F9A8D4C0B135}"/>
          </ac:grpSpMkLst>
        </pc:grpChg>
        <pc:grpChg chg="mod">
          <ac:chgData name="Jamie Bowles" userId="b03588657e1764ed" providerId="LiveId" clId="{8ED2B2C3-C170-4DC1-A3C7-063920288560}" dt="2026-02-18T06:42:16.831" v="951"/>
          <ac:grpSpMkLst>
            <pc:docMk/>
            <pc:sldMk cId="873361005" sldId="265"/>
            <ac:grpSpMk id="1113" creationId="{95016CE6-5067-47E1-2EFF-5368F51BB97B}"/>
          </ac:grpSpMkLst>
        </pc:grpChg>
        <pc:grpChg chg="mod">
          <ac:chgData name="Jamie Bowles" userId="b03588657e1764ed" providerId="LiveId" clId="{8ED2B2C3-C170-4DC1-A3C7-063920288560}" dt="2026-02-18T06:42:16.831" v="951"/>
          <ac:grpSpMkLst>
            <pc:docMk/>
            <pc:sldMk cId="873361005" sldId="265"/>
            <ac:grpSpMk id="1124" creationId="{DC3CED8C-6E0E-3998-0E2C-0003B60F1A7D}"/>
          </ac:grpSpMkLst>
        </pc:grpChg>
        <pc:grpChg chg="mod">
          <ac:chgData name="Jamie Bowles" userId="b03588657e1764ed" providerId="LiveId" clId="{8ED2B2C3-C170-4DC1-A3C7-063920288560}" dt="2026-02-18T06:42:16.831" v="951"/>
          <ac:grpSpMkLst>
            <pc:docMk/>
            <pc:sldMk cId="873361005" sldId="265"/>
            <ac:grpSpMk id="1149" creationId="{4FC07024-37E2-34D4-F096-AB2B2FE00050}"/>
          </ac:grpSpMkLst>
        </pc:grpChg>
        <pc:grpChg chg="mod">
          <ac:chgData name="Jamie Bowles" userId="b03588657e1764ed" providerId="LiveId" clId="{8ED2B2C3-C170-4DC1-A3C7-063920288560}" dt="2026-02-18T06:42:16.831" v="951"/>
          <ac:grpSpMkLst>
            <pc:docMk/>
            <pc:sldMk cId="873361005" sldId="265"/>
            <ac:grpSpMk id="1168" creationId="{29718B26-4FEA-EDD1-E70E-F9383C867C4B}"/>
          </ac:grpSpMkLst>
        </pc:grpChg>
      </pc:sldChg>
      <pc:sldChg chg="addSp delSp modSp add del mod">
        <pc:chgData name="Jamie Bowles" userId="b03588657e1764ed" providerId="LiveId" clId="{8ED2B2C3-C170-4DC1-A3C7-063920288560}" dt="2026-02-18T06:46:18.185" v="1001" actId="478"/>
        <pc:sldMkLst>
          <pc:docMk/>
          <pc:sldMk cId="2937257158" sldId="266"/>
        </pc:sldMkLst>
        <pc:grpChg chg="mod">
          <ac:chgData name="Jamie Bowles" userId="b03588657e1764ed" providerId="LiveId" clId="{8ED2B2C3-C170-4DC1-A3C7-063920288560}" dt="2026-02-18T06:44:55.166" v="982" actId="165"/>
          <ac:grpSpMkLst>
            <pc:docMk/>
            <pc:sldMk cId="2937257158" sldId="266"/>
            <ac:grpSpMk id="4" creationId="{6202C353-80B5-A9C8-6688-A0613C6CA59E}"/>
          </ac:grpSpMkLst>
        </pc:grpChg>
        <pc:grpChg chg="mod">
          <ac:chgData name="Jamie Bowles" userId="b03588657e1764ed" providerId="LiveId" clId="{8ED2B2C3-C170-4DC1-A3C7-063920288560}" dt="2026-02-18T06:45:04.615" v="984" actId="165"/>
          <ac:grpSpMkLst>
            <pc:docMk/>
            <pc:sldMk cId="2937257158" sldId="266"/>
            <ac:grpSpMk id="25" creationId="{1ED97318-7907-0B90-94EA-841EF10A8D2A}"/>
          </ac:grpSpMkLst>
        </pc:grpChg>
        <pc:grpChg chg="mod">
          <ac:chgData name="Jamie Bowles" userId="b03588657e1764ed" providerId="LiveId" clId="{8ED2B2C3-C170-4DC1-A3C7-063920288560}" dt="2026-02-18T06:45:04.615" v="984" actId="165"/>
          <ac:grpSpMkLst>
            <pc:docMk/>
            <pc:sldMk cId="2937257158" sldId="266"/>
            <ac:grpSpMk id="28" creationId="{7A1B1F85-D7DF-32C7-FE2E-B9CC5C88D8D8}"/>
          </ac:grpSpMkLst>
        </pc:grpChg>
        <pc:grpChg chg="mod">
          <ac:chgData name="Jamie Bowles" userId="b03588657e1764ed" providerId="LiveId" clId="{8ED2B2C3-C170-4DC1-A3C7-063920288560}" dt="2026-02-18T06:45:12.071" v="986" actId="165"/>
          <ac:grpSpMkLst>
            <pc:docMk/>
            <pc:sldMk cId="2937257158" sldId="266"/>
            <ac:grpSpMk id="132" creationId="{9DD74415-FF24-E4C5-2298-90A5611EDC66}"/>
          </ac:grpSpMkLst>
        </pc:grpChg>
        <pc:grpChg chg="mod">
          <ac:chgData name="Jamie Bowles" userId="b03588657e1764ed" providerId="LiveId" clId="{8ED2B2C3-C170-4DC1-A3C7-063920288560}" dt="2026-02-18T06:45:12.071" v="986" actId="165"/>
          <ac:grpSpMkLst>
            <pc:docMk/>
            <pc:sldMk cId="2937257158" sldId="266"/>
            <ac:grpSpMk id="149" creationId="{603FEF1C-2D77-A4A0-FB47-6163AFDE8455}"/>
          </ac:grpSpMkLst>
        </pc:grpChg>
        <pc:grpChg chg="mod">
          <ac:chgData name="Jamie Bowles" userId="b03588657e1764ed" providerId="LiveId" clId="{8ED2B2C3-C170-4DC1-A3C7-063920288560}" dt="2026-02-18T06:44:55.166" v="982" actId="165"/>
          <ac:grpSpMkLst>
            <pc:docMk/>
            <pc:sldMk cId="2937257158" sldId="266"/>
            <ac:grpSpMk id="157" creationId="{CE0FBAFE-BDA6-81AB-F964-7BE35F049725}"/>
          </ac:grpSpMkLst>
        </pc:grpChg>
        <pc:grpChg chg="mod topLvl">
          <ac:chgData name="Jamie Bowles" userId="b03588657e1764ed" providerId="LiveId" clId="{8ED2B2C3-C170-4DC1-A3C7-063920288560}" dt="2026-02-18T06:45:19.996" v="988" actId="165"/>
          <ac:grpSpMkLst>
            <pc:docMk/>
            <pc:sldMk cId="2937257158" sldId="266"/>
            <ac:grpSpMk id="242" creationId="{089A1495-E03F-FDB4-D5A3-B8397647E064}"/>
          </ac:grpSpMkLst>
        </pc:grpChg>
        <pc:grpChg chg="mod">
          <ac:chgData name="Jamie Bowles" userId="b03588657e1764ed" providerId="LiveId" clId="{8ED2B2C3-C170-4DC1-A3C7-063920288560}" dt="2026-02-18T06:45:19.996" v="988" actId="165"/>
          <ac:grpSpMkLst>
            <pc:docMk/>
            <pc:sldMk cId="2937257158" sldId="266"/>
            <ac:grpSpMk id="257" creationId="{D619911E-70E5-A388-8834-4839DF378775}"/>
          </ac:grpSpMkLst>
        </pc:grpChg>
        <pc:grpChg chg="mod">
          <ac:chgData name="Jamie Bowles" userId="b03588657e1764ed" providerId="LiveId" clId="{8ED2B2C3-C170-4DC1-A3C7-063920288560}" dt="2026-02-18T06:45:19.996" v="988" actId="165"/>
          <ac:grpSpMkLst>
            <pc:docMk/>
            <pc:sldMk cId="2937257158" sldId="266"/>
            <ac:grpSpMk id="259" creationId="{AA111A23-BF0B-B202-ED05-54D6761A4642}"/>
          </ac:grpSpMkLst>
        </pc:grpChg>
        <pc:grpChg chg="mod">
          <ac:chgData name="Jamie Bowles" userId="b03588657e1764ed" providerId="LiveId" clId="{8ED2B2C3-C170-4DC1-A3C7-063920288560}" dt="2026-02-18T06:45:29.853" v="990" actId="165"/>
          <ac:grpSpMkLst>
            <pc:docMk/>
            <pc:sldMk cId="2937257158" sldId="266"/>
            <ac:grpSpMk id="334" creationId="{35FADB21-F78E-3C7F-C6D2-A69196DED734}"/>
          </ac:grpSpMkLst>
        </pc:grpChg>
        <pc:grpChg chg="mod">
          <ac:chgData name="Jamie Bowles" userId="b03588657e1764ed" providerId="LiveId" clId="{8ED2B2C3-C170-4DC1-A3C7-063920288560}" dt="2026-02-18T06:45:29.853" v="990" actId="165"/>
          <ac:grpSpMkLst>
            <pc:docMk/>
            <pc:sldMk cId="2937257158" sldId="266"/>
            <ac:grpSpMk id="338" creationId="{FD0EF884-0E1F-567B-5B43-0D4AD59F80CD}"/>
          </ac:grpSpMkLst>
        </pc:grpChg>
        <pc:grpChg chg="mod">
          <ac:chgData name="Jamie Bowles" userId="b03588657e1764ed" providerId="LiveId" clId="{8ED2B2C3-C170-4DC1-A3C7-063920288560}" dt="2026-02-18T06:45:38.186" v="992" actId="165"/>
          <ac:grpSpMkLst>
            <pc:docMk/>
            <pc:sldMk cId="2937257158" sldId="266"/>
            <ac:grpSpMk id="414" creationId="{BCC0EED9-EFCF-965A-9CD4-D686E3F563BE}"/>
          </ac:grpSpMkLst>
        </pc:grpChg>
        <pc:grpChg chg="mod topLvl">
          <ac:chgData name="Jamie Bowles" userId="b03588657e1764ed" providerId="LiveId" clId="{8ED2B2C3-C170-4DC1-A3C7-063920288560}" dt="2026-02-18T06:45:46.980" v="994" actId="165"/>
          <ac:grpSpMkLst>
            <pc:docMk/>
            <pc:sldMk cId="2937257158" sldId="266"/>
            <ac:grpSpMk id="479" creationId="{C0A09304-AC19-FD67-761D-CBC8624D3F92}"/>
          </ac:grpSpMkLst>
        </pc:grpChg>
        <pc:grpChg chg="mod">
          <ac:chgData name="Jamie Bowles" userId="b03588657e1764ed" providerId="LiveId" clId="{8ED2B2C3-C170-4DC1-A3C7-063920288560}" dt="2026-02-18T06:45:46.980" v="994" actId="165"/>
          <ac:grpSpMkLst>
            <pc:docMk/>
            <pc:sldMk cId="2937257158" sldId="266"/>
            <ac:grpSpMk id="494" creationId="{BDC50D53-772A-56BA-8C8B-3F9078CD5770}"/>
          </ac:grpSpMkLst>
        </pc:grpChg>
        <pc:grpChg chg="mod">
          <ac:chgData name="Jamie Bowles" userId="b03588657e1764ed" providerId="LiveId" clId="{8ED2B2C3-C170-4DC1-A3C7-063920288560}" dt="2026-02-18T06:45:57.029" v="996" actId="165"/>
          <ac:grpSpMkLst>
            <pc:docMk/>
            <pc:sldMk cId="2937257158" sldId="266"/>
            <ac:grpSpMk id="573" creationId="{3B58969D-B66D-787E-A007-8A59581C8DEE}"/>
          </ac:grpSpMkLst>
        </pc:grpChg>
        <pc:grpChg chg="mod">
          <ac:chgData name="Jamie Bowles" userId="b03588657e1764ed" providerId="LiveId" clId="{8ED2B2C3-C170-4DC1-A3C7-063920288560}" dt="2026-02-18T06:45:57.029" v="996" actId="165"/>
          <ac:grpSpMkLst>
            <pc:docMk/>
            <pc:sldMk cId="2937257158" sldId="266"/>
            <ac:grpSpMk id="574" creationId="{5F2DEADF-0C68-15CA-F3BA-91D5D91B2CD8}"/>
          </ac:grpSpMkLst>
        </pc:grpChg>
        <pc:grpChg chg="mod">
          <ac:chgData name="Jamie Bowles" userId="b03588657e1764ed" providerId="LiveId" clId="{8ED2B2C3-C170-4DC1-A3C7-063920288560}" dt="2026-02-18T06:46:06.516" v="998" actId="165"/>
          <ac:grpSpMkLst>
            <pc:docMk/>
            <pc:sldMk cId="2937257158" sldId="266"/>
            <ac:grpSpMk id="652" creationId="{5B596DB0-8FE5-A5AD-31DB-F75B130CE039}"/>
          </ac:grpSpMkLst>
        </pc:grpChg>
        <pc:grpChg chg="mod">
          <ac:chgData name="Jamie Bowles" userId="b03588657e1764ed" providerId="LiveId" clId="{8ED2B2C3-C170-4DC1-A3C7-063920288560}" dt="2026-02-18T06:46:06.516" v="998" actId="165"/>
          <ac:grpSpMkLst>
            <pc:docMk/>
            <pc:sldMk cId="2937257158" sldId="266"/>
            <ac:grpSpMk id="653" creationId="{3C39980C-A520-0115-58E9-BD1621BF970E}"/>
          </ac:grpSpMkLst>
        </pc:grpChg>
        <pc:grpChg chg="mod">
          <ac:chgData name="Jamie Bowles" userId="b03588657e1764ed" providerId="LiveId" clId="{8ED2B2C3-C170-4DC1-A3C7-063920288560}" dt="2026-02-18T06:46:06.516" v="998" actId="165"/>
          <ac:grpSpMkLst>
            <pc:docMk/>
            <pc:sldMk cId="2937257158" sldId="266"/>
            <ac:grpSpMk id="654" creationId="{43AB13B6-2F1C-C8A4-FC43-3A175BE39F46}"/>
          </ac:grpSpMkLst>
        </pc:grpChg>
        <pc:grpChg chg="mod topLvl">
          <ac:chgData name="Jamie Bowles" userId="b03588657e1764ed" providerId="LiveId" clId="{8ED2B2C3-C170-4DC1-A3C7-063920288560}" dt="2026-02-18T06:46:15.652" v="1000" actId="165"/>
          <ac:grpSpMkLst>
            <pc:docMk/>
            <pc:sldMk cId="2937257158" sldId="266"/>
            <ac:grpSpMk id="716" creationId="{F0E9159E-E140-4199-872D-65C46FB64705}"/>
          </ac:grpSpMkLst>
        </pc:grpChg>
        <pc:grpChg chg="mod">
          <ac:chgData name="Jamie Bowles" userId="b03588657e1764ed" providerId="LiveId" clId="{8ED2B2C3-C170-4DC1-A3C7-063920288560}" dt="2026-02-18T06:46:15.652" v="1000" actId="165"/>
          <ac:grpSpMkLst>
            <pc:docMk/>
            <pc:sldMk cId="2937257158" sldId="266"/>
            <ac:grpSpMk id="732" creationId="{E7E8C7C0-C89B-6CC4-F4A2-9EC3AE8593B3}"/>
          </ac:grpSpMkLst>
        </pc:grpChg>
        <pc:grpChg chg="mod">
          <ac:chgData name="Jamie Bowles" userId="b03588657e1764ed" providerId="LiveId" clId="{8ED2B2C3-C170-4DC1-A3C7-063920288560}" dt="2026-02-18T06:46:15.652" v="1000" actId="165"/>
          <ac:grpSpMkLst>
            <pc:docMk/>
            <pc:sldMk cId="2937257158" sldId="266"/>
            <ac:grpSpMk id="733" creationId="{D7DCA5A5-1C5C-64F4-5BED-6953AF391987}"/>
          </ac:grpSpMkLst>
        </pc:grpChg>
        <pc:grpChg chg="add del mod topLvl">
          <ac:chgData name="Jamie Bowles" userId="b03588657e1764ed" providerId="LiveId" clId="{8ED2B2C3-C170-4DC1-A3C7-063920288560}" dt="2026-02-18T06:44:01.277" v="972" actId="478"/>
          <ac:grpSpMkLst>
            <pc:docMk/>
            <pc:sldMk cId="2937257158" sldId="266"/>
            <ac:grpSpMk id="795" creationId="{2833B04C-4FB1-9C75-2B75-BAE64457A7A9}"/>
          </ac:grpSpMkLst>
        </pc:grpChg>
        <pc:grpChg chg="mod">
          <ac:chgData name="Jamie Bowles" userId="b03588657e1764ed" providerId="LiveId" clId="{8ED2B2C3-C170-4DC1-A3C7-063920288560}" dt="2026-02-18T06:43:53.046" v="970" actId="165"/>
          <ac:grpSpMkLst>
            <pc:docMk/>
            <pc:sldMk cId="2937257158" sldId="266"/>
            <ac:grpSpMk id="797" creationId="{B7D8A3CD-5A51-B6EF-AD93-AAD8E453C4CA}"/>
          </ac:grpSpMkLst>
        </pc:grpChg>
        <pc:grpChg chg="mod">
          <ac:chgData name="Jamie Bowles" userId="b03588657e1764ed" providerId="LiveId" clId="{8ED2B2C3-C170-4DC1-A3C7-063920288560}" dt="2026-02-18T06:44:11.455" v="974" actId="165"/>
          <ac:grpSpMkLst>
            <pc:docMk/>
            <pc:sldMk cId="2937257158" sldId="266"/>
            <ac:grpSpMk id="876" creationId="{67F2A523-78FA-A5D8-613B-CA6FFC35A125}"/>
          </ac:grpSpMkLst>
        </pc:grpChg>
        <pc:grpChg chg="mod">
          <ac:chgData name="Jamie Bowles" userId="b03588657e1764ed" providerId="LiveId" clId="{8ED2B2C3-C170-4DC1-A3C7-063920288560}" dt="2026-02-18T06:44:11.455" v="974" actId="165"/>
          <ac:grpSpMkLst>
            <pc:docMk/>
            <pc:sldMk cId="2937257158" sldId="266"/>
            <ac:grpSpMk id="888" creationId="{CB13D11C-7D8B-8C80-AEC7-DD41AE9EA64C}"/>
          </ac:grpSpMkLst>
        </pc:grpChg>
        <pc:grpChg chg="mod">
          <ac:chgData name="Jamie Bowles" userId="b03588657e1764ed" providerId="LiveId" clId="{8ED2B2C3-C170-4DC1-A3C7-063920288560}" dt="2026-02-18T06:44:20.737" v="976" actId="165"/>
          <ac:grpSpMkLst>
            <pc:docMk/>
            <pc:sldMk cId="2937257158" sldId="266"/>
            <ac:grpSpMk id="955" creationId="{2E4D5F16-83B1-00F6-05EC-43B4CEC5345E}"/>
          </ac:grpSpMkLst>
        </pc:grpChg>
        <pc:grpChg chg="mod">
          <ac:chgData name="Jamie Bowles" userId="b03588657e1764ed" providerId="LiveId" clId="{8ED2B2C3-C170-4DC1-A3C7-063920288560}" dt="2026-02-18T06:44:20.737" v="976" actId="165"/>
          <ac:grpSpMkLst>
            <pc:docMk/>
            <pc:sldMk cId="2937257158" sldId="266"/>
            <ac:grpSpMk id="966" creationId="{52D12A4A-846C-3870-3051-D880F99583E8}"/>
          </ac:grpSpMkLst>
        </pc:grpChg>
        <pc:grpChg chg="mod">
          <ac:chgData name="Jamie Bowles" userId="b03588657e1764ed" providerId="LiveId" clId="{8ED2B2C3-C170-4DC1-A3C7-063920288560}" dt="2026-02-18T06:44:20.737" v="976" actId="165"/>
          <ac:grpSpMkLst>
            <pc:docMk/>
            <pc:sldMk cId="2937257158" sldId="266"/>
            <ac:grpSpMk id="968" creationId="{5F018271-7343-7C64-E8B4-ADD0EEFFFDC6}"/>
          </ac:grpSpMkLst>
        </pc:grpChg>
        <pc:grpChg chg="mod">
          <ac:chgData name="Jamie Bowles" userId="b03588657e1764ed" providerId="LiveId" clId="{8ED2B2C3-C170-4DC1-A3C7-063920288560}" dt="2026-02-18T06:44:33.433" v="978" actId="165"/>
          <ac:grpSpMkLst>
            <pc:docMk/>
            <pc:sldMk cId="2937257158" sldId="266"/>
            <ac:grpSpMk id="1034" creationId="{5E493AF7-9361-A9BE-019F-4892DA3BE64B}"/>
          </ac:grpSpMkLst>
        </pc:grpChg>
        <pc:grpChg chg="mod">
          <ac:chgData name="Jamie Bowles" userId="b03588657e1764ed" providerId="LiveId" clId="{8ED2B2C3-C170-4DC1-A3C7-063920288560}" dt="2026-02-18T06:44:45.446" v="980" actId="165"/>
          <ac:grpSpMkLst>
            <pc:docMk/>
            <pc:sldMk cId="2937257158" sldId="266"/>
            <ac:grpSpMk id="1113" creationId="{252D9A84-0695-BBB3-956D-6761A70DB1D7}"/>
          </ac:grpSpMkLst>
        </pc:grpChg>
        <pc:grpChg chg="mod">
          <ac:chgData name="Jamie Bowles" userId="b03588657e1764ed" providerId="LiveId" clId="{8ED2B2C3-C170-4DC1-A3C7-063920288560}" dt="2026-02-18T06:44:45.446" v="980" actId="165"/>
          <ac:grpSpMkLst>
            <pc:docMk/>
            <pc:sldMk cId="2937257158" sldId="266"/>
            <ac:grpSpMk id="1125" creationId="{98489642-694B-8E9C-993B-EA2F8DCCD6E6}"/>
          </ac:grpSpMkLst>
        </pc:grpChg>
      </pc:sldChg>
      <pc:sldChg chg="modSp new mod ord">
        <pc:chgData name="Jamie Bowles" userId="b03588657e1764ed" providerId="LiveId" clId="{8ED2B2C3-C170-4DC1-A3C7-063920288560}" dt="2026-02-18T06:48:46.041" v="1041" actId="20577"/>
        <pc:sldMkLst>
          <pc:docMk/>
          <pc:sldMk cId="1645956919" sldId="267"/>
        </pc:sldMkLst>
        <pc:spChg chg="mod">
          <ac:chgData name="Jamie Bowles" userId="b03588657e1764ed" providerId="LiveId" clId="{8ED2B2C3-C170-4DC1-A3C7-063920288560}" dt="2026-02-18T06:48:46.041" v="1041" actId="20577"/>
          <ac:spMkLst>
            <pc:docMk/>
            <pc:sldMk cId="1645956919" sldId="267"/>
            <ac:spMk id="2" creationId="{B5743610-3042-857D-D5C9-1CAB49AC25CF}"/>
          </ac:spMkLst>
        </pc:spChg>
      </pc:sldChg>
      <pc:sldChg chg="addSp delSp modSp add mod">
        <pc:chgData name="Jamie Bowles" userId="b03588657e1764ed" providerId="LiveId" clId="{8ED2B2C3-C170-4DC1-A3C7-063920288560}" dt="2026-02-18T22:29:16.690" v="1518" actId="21"/>
        <pc:sldMkLst>
          <pc:docMk/>
          <pc:sldMk cId="4188041511" sldId="269"/>
        </pc:sldMkLst>
        <pc:spChg chg="mod">
          <ac:chgData name="Jamie Bowles" userId="b03588657e1764ed" providerId="LiveId" clId="{8ED2B2C3-C170-4DC1-A3C7-063920288560}" dt="2026-02-18T07:14:51.432" v="1309"/>
          <ac:spMkLst>
            <pc:docMk/>
            <pc:sldMk cId="4188041511" sldId="269"/>
            <ac:spMk id="33" creationId="{DE92B372-EF94-287B-CD66-1EADC189FC5F}"/>
          </ac:spMkLst>
        </pc:spChg>
        <pc:spChg chg="mod">
          <ac:chgData name="Jamie Bowles" userId="b03588657e1764ed" providerId="LiveId" clId="{8ED2B2C3-C170-4DC1-A3C7-063920288560}" dt="2026-02-18T07:14:51.432" v="1309"/>
          <ac:spMkLst>
            <pc:docMk/>
            <pc:sldMk cId="4188041511" sldId="269"/>
            <ac:spMk id="34" creationId="{F0D955D2-E7EA-F5C6-14C1-9BCDC79988CE}"/>
          </ac:spMkLst>
        </pc:spChg>
        <pc:spChg chg="mod">
          <ac:chgData name="Jamie Bowles" userId="b03588657e1764ed" providerId="LiveId" clId="{8ED2B2C3-C170-4DC1-A3C7-063920288560}" dt="2026-02-18T07:14:51.432" v="1309"/>
          <ac:spMkLst>
            <pc:docMk/>
            <pc:sldMk cId="4188041511" sldId="269"/>
            <ac:spMk id="39" creationId="{C67856F1-FDC3-BB88-163E-782F0684A450}"/>
          </ac:spMkLst>
        </pc:spChg>
        <pc:spChg chg="mod">
          <ac:chgData name="Jamie Bowles" userId="b03588657e1764ed" providerId="LiveId" clId="{8ED2B2C3-C170-4DC1-A3C7-063920288560}" dt="2026-02-18T07:14:51.432" v="1309"/>
          <ac:spMkLst>
            <pc:docMk/>
            <pc:sldMk cId="4188041511" sldId="269"/>
            <ac:spMk id="40" creationId="{E20E70ED-DCF7-86ED-CC66-3B9EDAC30A02}"/>
          </ac:spMkLst>
        </pc:spChg>
        <pc:spChg chg="mod">
          <ac:chgData name="Jamie Bowles" userId="b03588657e1764ed" providerId="LiveId" clId="{8ED2B2C3-C170-4DC1-A3C7-063920288560}" dt="2026-02-18T07:15:06.469" v="1312"/>
          <ac:spMkLst>
            <pc:docMk/>
            <pc:sldMk cId="4188041511" sldId="269"/>
            <ac:spMk id="54" creationId="{DFC47F44-BB8A-899B-AF6A-9E526C637276}"/>
          </ac:spMkLst>
        </pc:spChg>
        <pc:spChg chg="mod">
          <ac:chgData name="Jamie Bowles" userId="b03588657e1764ed" providerId="LiveId" clId="{8ED2B2C3-C170-4DC1-A3C7-063920288560}" dt="2026-02-18T07:15:06.469" v="1312"/>
          <ac:spMkLst>
            <pc:docMk/>
            <pc:sldMk cId="4188041511" sldId="269"/>
            <ac:spMk id="55" creationId="{024AC060-F1DE-D4FF-95C2-2967058C66CE}"/>
          </ac:spMkLst>
        </pc:spChg>
        <pc:spChg chg="mod">
          <ac:chgData name="Jamie Bowles" userId="b03588657e1764ed" providerId="LiveId" clId="{8ED2B2C3-C170-4DC1-A3C7-063920288560}" dt="2026-02-18T07:15:06.469" v="1312"/>
          <ac:spMkLst>
            <pc:docMk/>
            <pc:sldMk cId="4188041511" sldId="269"/>
            <ac:spMk id="60" creationId="{D6DB7F32-4F99-52D6-3FCA-76A4261F5162}"/>
          </ac:spMkLst>
        </pc:spChg>
        <pc:spChg chg="mod">
          <ac:chgData name="Jamie Bowles" userId="b03588657e1764ed" providerId="LiveId" clId="{8ED2B2C3-C170-4DC1-A3C7-063920288560}" dt="2026-02-18T07:15:06.469" v="1312"/>
          <ac:spMkLst>
            <pc:docMk/>
            <pc:sldMk cId="4188041511" sldId="269"/>
            <ac:spMk id="61" creationId="{44C630A6-58E5-48DB-9315-34AD42C4A8DE}"/>
          </ac:spMkLst>
        </pc:spChg>
        <pc:spChg chg="mod">
          <ac:chgData name="Jamie Bowles" userId="b03588657e1764ed" providerId="LiveId" clId="{8ED2B2C3-C170-4DC1-A3C7-063920288560}" dt="2026-02-18T07:15:18.752" v="1318"/>
          <ac:spMkLst>
            <pc:docMk/>
            <pc:sldMk cId="4188041511" sldId="269"/>
            <ac:spMk id="77" creationId="{D18CF4B2-6ADF-9391-560A-391BD779F63A}"/>
          </ac:spMkLst>
        </pc:spChg>
        <pc:spChg chg="mod">
          <ac:chgData name="Jamie Bowles" userId="b03588657e1764ed" providerId="LiveId" clId="{8ED2B2C3-C170-4DC1-A3C7-063920288560}" dt="2026-02-18T07:15:18.752" v="1318"/>
          <ac:spMkLst>
            <pc:docMk/>
            <pc:sldMk cId="4188041511" sldId="269"/>
            <ac:spMk id="78" creationId="{69FC3AC9-9D61-8F98-2817-AF59DDAC72D8}"/>
          </ac:spMkLst>
        </pc:spChg>
        <pc:spChg chg="mod">
          <ac:chgData name="Jamie Bowles" userId="b03588657e1764ed" providerId="LiveId" clId="{8ED2B2C3-C170-4DC1-A3C7-063920288560}" dt="2026-02-18T07:15:18.752" v="1318"/>
          <ac:spMkLst>
            <pc:docMk/>
            <pc:sldMk cId="4188041511" sldId="269"/>
            <ac:spMk id="83" creationId="{EF1537B7-EEAE-0A4B-F830-606C016037C7}"/>
          </ac:spMkLst>
        </pc:spChg>
        <pc:spChg chg="mod">
          <ac:chgData name="Jamie Bowles" userId="b03588657e1764ed" providerId="LiveId" clId="{8ED2B2C3-C170-4DC1-A3C7-063920288560}" dt="2026-02-18T07:15:18.752" v="1318"/>
          <ac:spMkLst>
            <pc:docMk/>
            <pc:sldMk cId="4188041511" sldId="269"/>
            <ac:spMk id="84" creationId="{0003547A-F6CD-D85B-4C24-D84ADEBE7C2D}"/>
          </ac:spMkLst>
        </pc:spChg>
        <pc:spChg chg="mod">
          <ac:chgData name="Jamie Bowles" userId="b03588657e1764ed" providerId="LiveId" clId="{8ED2B2C3-C170-4DC1-A3C7-063920288560}" dt="2026-02-18T07:15:46.367" v="1327"/>
          <ac:spMkLst>
            <pc:docMk/>
            <pc:sldMk cId="4188041511" sldId="269"/>
            <ac:spMk id="98" creationId="{F7952624-9A4A-487B-ABDB-464D854C5ECE}"/>
          </ac:spMkLst>
        </pc:spChg>
        <pc:spChg chg="mod">
          <ac:chgData name="Jamie Bowles" userId="b03588657e1764ed" providerId="LiveId" clId="{8ED2B2C3-C170-4DC1-A3C7-063920288560}" dt="2026-02-18T07:15:46.367" v="1327"/>
          <ac:spMkLst>
            <pc:docMk/>
            <pc:sldMk cId="4188041511" sldId="269"/>
            <ac:spMk id="99" creationId="{20EB9A7B-D4E9-9E21-BA76-8B34A8F5076B}"/>
          </ac:spMkLst>
        </pc:spChg>
        <pc:spChg chg="mod">
          <ac:chgData name="Jamie Bowles" userId="b03588657e1764ed" providerId="LiveId" clId="{8ED2B2C3-C170-4DC1-A3C7-063920288560}" dt="2026-02-18T07:15:46.367" v="1327"/>
          <ac:spMkLst>
            <pc:docMk/>
            <pc:sldMk cId="4188041511" sldId="269"/>
            <ac:spMk id="104" creationId="{640C60DE-EB6C-EDB1-2C4E-1FD873967961}"/>
          </ac:spMkLst>
        </pc:spChg>
        <pc:spChg chg="mod">
          <ac:chgData name="Jamie Bowles" userId="b03588657e1764ed" providerId="LiveId" clId="{8ED2B2C3-C170-4DC1-A3C7-063920288560}" dt="2026-02-18T07:15:46.367" v="1327"/>
          <ac:spMkLst>
            <pc:docMk/>
            <pc:sldMk cId="4188041511" sldId="269"/>
            <ac:spMk id="105" creationId="{D234D4E7-AA20-D34D-52FE-60F51C39C4D7}"/>
          </ac:spMkLst>
        </pc:spChg>
        <pc:spChg chg="mod">
          <ac:chgData name="Jamie Bowles" userId="b03588657e1764ed" providerId="LiveId" clId="{8ED2B2C3-C170-4DC1-A3C7-063920288560}" dt="2026-02-18T07:16:01.106" v="1335"/>
          <ac:spMkLst>
            <pc:docMk/>
            <pc:sldMk cId="4188041511" sldId="269"/>
            <ac:spMk id="119" creationId="{6687DE64-CBD9-EAE6-5D47-2FADE56BDB9F}"/>
          </ac:spMkLst>
        </pc:spChg>
        <pc:spChg chg="mod">
          <ac:chgData name="Jamie Bowles" userId="b03588657e1764ed" providerId="LiveId" clId="{8ED2B2C3-C170-4DC1-A3C7-063920288560}" dt="2026-02-18T07:16:01.106" v="1335"/>
          <ac:spMkLst>
            <pc:docMk/>
            <pc:sldMk cId="4188041511" sldId="269"/>
            <ac:spMk id="120" creationId="{6BCDD49A-73E8-6735-9C5A-BE2813C46747}"/>
          </ac:spMkLst>
        </pc:spChg>
        <pc:spChg chg="mod">
          <ac:chgData name="Jamie Bowles" userId="b03588657e1764ed" providerId="LiveId" clId="{8ED2B2C3-C170-4DC1-A3C7-063920288560}" dt="2026-02-18T07:16:01.106" v="1335"/>
          <ac:spMkLst>
            <pc:docMk/>
            <pc:sldMk cId="4188041511" sldId="269"/>
            <ac:spMk id="125" creationId="{E4B00A71-910D-AF16-5D4F-0A3A8F39AEF5}"/>
          </ac:spMkLst>
        </pc:spChg>
        <pc:spChg chg="mod">
          <ac:chgData name="Jamie Bowles" userId="b03588657e1764ed" providerId="LiveId" clId="{8ED2B2C3-C170-4DC1-A3C7-063920288560}" dt="2026-02-18T07:16:01.106" v="1335"/>
          <ac:spMkLst>
            <pc:docMk/>
            <pc:sldMk cId="4188041511" sldId="269"/>
            <ac:spMk id="126" creationId="{3E073AAB-31A7-390C-C403-79C3048D46E4}"/>
          </ac:spMkLst>
        </pc:spChg>
        <pc:spChg chg="mod">
          <ac:chgData name="Jamie Bowles" userId="b03588657e1764ed" providerId="LiveId" clId="{8ED2B2C3-C170-4DC1-A3C7-063920288560}" dt="2026-02-18T07:16:43.342" v="1353"/>
          <ac:spMkLst>
            <pc:docMk/>
            <pc:sldMk cId="4188041511" sldId="269"/>
            <ac:spMk id="140" creationId="{E010BE6C-B25D-568B-0E49-7CBD15A38F4E}"/>
          </ac:spMkLst>
        </pc:spChg>
        <pc:spChg chg="mod">
          <ac:chgData name="Jamie Bowles" userId="b03588657e1764ed" providerId="LiveId" clId="{8ED2B2C3-C170-4DC1-A3C7-063920288560}" dt="2026-02-18T07:16:43.342" v="1353"/>
          <ac:spMkLst>
            <pc:docMk/>
            <pc:sldMk cId="4188041511" sldId="269"/>
            <ac:spMk id="141" creationId="{8B1DED3F-ABAF-6289-6C21-70D0C49EB80C}"/>
          </ac:spMkLst>
        </pc:spChg>
        <pc:spChg chg="mod">
          <ac:chgData name="Jamie Bowles" userId="b03588657e1764ed" providerId="LiveId" clId="{8ED2B2C3-C170-4DC1-A3C7-063920288560}" dt="2026-02-18T07:16:43.342" v="1353"/>
          <ac:spMkLst>
            <pc:docMk/>
            <pc:sldMk cId="4188041511" sldId="269"/>
            <ac:spMk id="146" creationId="{1C34B1BA-11B1-23C6-F06A-8E227E41BA96}"/>
          </ac:spMkLst>
        </pc:spChg>
        <pc:spChg chg="mod">
          <ac:chgData name="Jamie Bowles" userId="b03588657e1764ed" providerId="LiveId" clId="{8ED2B2C3-C170-4DC1-A3C7-063920288560}" dt="2026-02-18T07:16:43.342" v="1353"/>
          <ac:spMkLst>
            <pc:docMk/>
            <pc:sldMk cId="4188041511" sldId="269"/>
            <ac:spMk id="147" creationId="{641B32D8-463F-189F-93F2-FD663D916279}"/>
          </ac:spMkLst>
        </pc:spChg>
        <pc:spChg chg="mod">
          <ac:chgData name="Jamie Bowles" userId="b03588657e1764ed" providerId="LiveId" clId="{8ED2B2C3-C170-4DC1-A3C7-063920288560}" dt="2026-02-18T07:17:39.389" v="1367"/>
          <ac:spMkLst>
            <pc:docMk/>
            <pc:sldMk cId="4188041511" sldId="269"/>
            <ac:spMk id="161" creationId="{C11EDF42-CE99-8BF5-C9E7-8E61A1623F9B}"/>
          </ac:spMkLst>
        </pc:spChg>
        <pc:spChg chg="mod">
          <ac:chgData name="Jamie Bowles" userId="b03588657e1764ed" providerId="LiveId" clId="{8ED2B2C3-C170-4DC1-A3C7-063920288560}" dt="2026-02-18T07:17:39.389" v="1367"/>
          <ac:spMkLst>
            <pc:docMk/>
            <pc:sldMk cId="4188041511" sldId="269"/>
            <ac:spMk id="162" creationId="{70943D48-3029-04A3-550E-E23E03378FDB}"/>
          </ac:spMkLst>
        </pc:spChg>
        <pc:spChg chg="mod">
          <ac:chgData name="Jamie Bowles" userId="b03588657e1764ed" providerId="LiveId" clId="{8ED2B2C3-C170-4DC1-A3C7-063920288560}" dt="2026-02-18T07:17:39.389" v="1367"/>
          <ac:spMkLst>
            <pc:docMk/>
            <pc:sldMk cId="4188041511" sldId="269"/>
            <ac:spMk id="167" creationId="{78B5B33A-ABDB-3F5B-E02B-6C91D24AF9F2}"/>
          </ac:spMkLst>
        </pc:spChg>
        <pc:spChg chg="mod">
          <ac:chgData name="Jamie Bowles" userId="b03588657e1764ed" providerId="LiveId" clId="{8ED2B2C3-C170-4DC1-A3C7-063920288560}" dt="2026-02-18T07:17:39.389" v="1367"/>
          <ac:spMkLst>
            <pc:docMk/>
            <pc:sldMk cId="4188041511" sldId="269"/>
            <ac:spMk id="168" creationId="{9E8E8154-3B93-011B-3B72-0DD74C883730}"/>
          </ac:spMkLst>
        </pc:spChg>
        <pc:spChg chg="mod">
          <ac:chgData name="Jamie Bowles" userId="b03588657e1764ed" providerId="LiveId" clId="{8ED2B2C3-C170-4DC1-A3C7-063920288560}" dt="2026-02-18T07:18:04.359" v="1375"/>
          <ac:spMkLst>
            <pc:docMk/>
            <pc:sldMk cId="4188041511" sldId="269"/>
            <ac:spMk id="182" creationId="{B9B4E71E-7BF9-4C85-71D3-B99913C6382A}"/>
          </ac:spMkLst>
        </pc:spChg>
        <pc:spChg chg="mod">
          <ac:chgData name="Jamie Bowles" userId="b03588657e1764ed" providerId="LiveId" clId="{8ED2B2C3-C170-4DC1-A3C7-063920288560}" dt="2026-02-18T07:18:04.359" v="1375"/>
          <ac:spMkLst>
            <pc:docMk/>
            <pc:sldMk cId="4188041511" sldId="269"/>
            <ac:spMk id="183" creationId="{8918B533-5635-C215-9954-5959D136568D}"/>
          </ac:spMkLst>
        </pc:spChg>
        <pc:spChg chg="mod">
          <ac:chgData name="Jamie Bowles" userId="b03588657e1764ed" providerId="LiveId" clId="{8ED2B2C3-C170-4DC1-A3C7-063920288560}" dt="2026-02-18T07:18:04.359" v="1375"/>
          <ac:spMkLst>
            <pc:docMk/>
            <pc:sldMk cId="4188041511" sldId="269"/>
            <ac:spMk id="188" creationId="{96558869-FE9F-3A9E-6284-15A913933B90}"/>
          </ac:spMkLst>
        </pc:spChg>
        <pc:spChg chg="mod">
          <ac:chgData name="Jamie Bowles" userId="b03588657e1764ed" providerId="LiveId" clId="{8ED2B2C3-C170-4DC1-A3C7-063920288560}" dt="2026-02-18T07:18:04.359" v="1375"/>
          <ac:spMkLst>
            <pc:docMk/>
            <pc:sldMk cId="4188041511" sldId="269"/>
            <ac:spMk id="189" creationId="{DC42C9FD-3537-8F5D-D58F-E29A39A1FEE9}"/>
          </ac:spMkLst>
        </pc:spChg>
        <pc:spChg chg="mod">
          <ac:chgData name="Jamie Bowles" userId="b03588657e1764ed" providerId="LiveId" clId="{8ED2B2C3-C170-4DC1-A3C7-063920288560}" dt="2026-02-18T07:18:17.062" v="1382"/>
          <ac:spMkLst>
            <pc:docMk/>
            <pc:sldMk cId="4188041511" sldId="269"/>
            <ac:spMk id="203" creationId="{E000EB61-21BC-0F47-3548-85EF8909EF22}"/>
          </ac:spMkLst>
        </pc:spChg>
        <pc:spChg chg="mod">
          <ac:chgData name="Jamie Bowles" userId="b03588657e1764ed" providerId="LiveId" clId="{8ED2B2C3-C170-4DC1-A3C7-063920288560}" dt="2026-02-18T07:18:17.062" v="1382"/>
          <ac:spMkLst>
            <pc:docMk/>
            <pc:sldMk cId="4188041511" sldId="269"/>
            <ac:spMk id="204" creationId="{9B75AE96-479F-C6C2-B5A8-1FEEFCE6C689}"/>
          </ac:spMkLst>
        </pc:spChg>
        <pc:spChg chg="mod">
          <ac:chgData name="Jamie Bowles" userId="b03588657e1764ed" providerId="LiveId" clId="{8ED2B2C3-C170-4DC1-A3C7-063920288560}" dt="2026-02-18T07:18:17.062" v="1382"/>
          <ac:spMkLst>
            <pc:docMk/>
            <pc:sldMk cId="4188041511" sldId="269"/>
            <ac:spMk id="209" creationId="{8BAA1BEC-7DD7-5F11-480A-A6F553C025C6}"/>
          </ac:spMkLst>
        </pc:spChg>
        <pc:spChg chg="mod">
          <ac:chgData name="Jamie Bowles" userId="b03588657e1764ed" providerId="LiveId" clId="{8ED2B2C3-C170-4DC1-A3C7-063920288560}" dt="2026-02-18T07:18:17.062" v="1382"/>
          <ac:spMkLst>
            <pc:docMk/>
            <pc:sldMk cId="4188041511" sldId="269"/>
            <ac:spMk id="210" creationId="{FBC0F36F-AF57-C039-735A-6C1F07CE5EB2}"/>
          </ac:spMkLst>
        </pc:spChg>
        <pc:spChg chg="mod">
          <ac:chgData name="Jamie Bowles" userId="b03588657e1764ed" providerId="LiveId" clId="{8ED2B2C3-C170-4DC1-A3C7-063920288560}" dt="2026-02-18T07:18:29.075" v="1389"/>
          <ac:spMkLst>
            <pc:docMk/>
            <pc:sldMk cId="4188041511" sldId="269"/>
            <ac:spMk id="224" creationId="{2EDCF358-57CD-8A14-3A9E-1F018C4C9D37}"/>
          </ac:spMkLst>
        </pc:spChg>
        <pc:spChg chg="mod">
          <ac:chgData name="Jamie Bowles" userId="b03588657e1764ed" providerId="LiveId" clId="{8ED2B2C3-C170-4DC1-A3C7-063920288560}" dt="2026-02-18T07:18:29.075" v="1389"/>
          <ac:spMkLst>
            <pc:docMk/>
            <pc:sldMk cId="4188041511" sldId="269"/>
            <ac:spMk id="225" creationId="{CC6B7EA9-1AE6-F454-E081-748FA02A6647}"/>
          </ac:spMkLst>
        </pc:spChg>
        <pc:spChg chg="mod">
          <ac:chgData name="Jamie Bowles" userId="b03588657e1764ed" providerId="LiveId" clId="{8ED2B2C3-C170-4DC1-A3C7-063920288560}" dt="2026-02-18T07:18:29.075" v="1389"/>
          <ac:spMkLst>
            <pc:docMk/>
            <pc:sldMk cId="4188041511" sldId="269"/>
            <ac:spMk id="230" creationId="{91E3EEF4-940D-5427-6366-BD3A66D6639D}"/>
          </ac:spMkLst>
        </pc:spChg>
        <pc:spChg chg="mod">
          <ac:chgData name="Jamie Bowles" userId="b03588657e1764ed" providerId="LiveId" clId="{8ED2B2C3-C170-4DC1-A3C7-063920288560}" dt="2026-02-18T07:18:29.075" v="1389"/>
          <ac:spMkLst>
            <pc:docMk/>
            <pc:sldMk cId="4188041511" sldId="269"/>
            <ac:spMk id="231" creationId="{02AC0A10-3A65-77F7-6240-88CECBC1373C}"/>
          </ac:spMkLst>
        </pc:spChg>
        <pc:spChg chg="mod">
          <ac:chgData name="Jamie Bowles" userId="b03588657e1764ed" providerId="LiveId" clId="{8ED2B2C3-C170-4DC1-A3C7-063920288560}" dt="2026-02-18T07:18:42.228" v="1398"/>
          <ac:spMkLst>
            <pc:docMk/>
            <pc:sldMk cId="4188041511" sldId="269"/>
            <ac:spMk id="245" creationId="{39A7BBFB-4820-68D4-27A1-CE7273A13FDD}"/>
          </ac:spMkLst>
        </pc:spChg>
        <pc:spChg chg="mod">
          <ac:chgData name="Jamie Bowles" userId="b03588657e1764ed" providerId="LiveId" clId="{8ED2B2C3-C170-4DC1-A3C7-063920288560}" dt="2026-02-18T07:18:42.228" v="1398"/>
          <ac:spMkLst>
            <pc:docMk/>
            <pc:sldMk cId="4188041511" sldId="269"/>
            <ac:spMk id="246" creationId="{225BA1E7-E795-45F2-F6CC-AE60CF88FC19}"/>
          </ac:spMkLst>
        </pc:spChg>
        <pc:spChg chg="mod">
          <ac:chgData name="Jamie Bowles" userId="b03588657e1764ed" providerId="LiveId" clId="{8ED2B2C3-C170-4DC1-A3C7-063920288560}" dt="2026-02-18T07:18:42.228" v="1398"/>
          <ac:spMkLst>
            <pc:docMk/>
            <pc:sldMk cId="4188041511" sldId="269"/>
            <ac:spMk id="251" creationId="{F5F1CB1F-31B6-609E-975B-288D9E1ACCBE}"/>
          </ac:spMkLst>
        </pc:spChg>
        <pc:spChg chg="mod">
          <ac:chgData name="Jamie Bowles" userId="b03588657e1764ed" providerId="LiveId" clId="{8ED2B2C3-C170-4DC1-A3C7-063920288560}" dt="2026-02-18T07:18:42.228" v="1398"/>
          <ac:spMkLst>
            <pc:docMk/>
            <pc:sldMk cId="4188041511" sldId="269"/>
            <ac:spMk id="252" creationId="{A87FA51B-7BE2-AD81-E89F-7984B4025F7F}"/>
          </ac:spMkLst>
        </pc:spChg>
        <pc:spChg chg="mod">
          <ac:chgData name="Jamie Bowles" userId="b03588657e1764ed" providerId="LiveId" clId="{8ED2B2C3-C170-4DC1-A3C7-063920288560}" dt="2026-02-18T07:19:10.278" v="1410"/>
          <ac:spMkLst>
            <pc:docMk/>
            <pc:sldMk cId="4188041511" sldId="269"/>
            <ac:spMk id="266" creationId="{95BDF1BE-15A8-C484-E75A-40287C37C0AE}"/>
          </ac:spMkLst>
        </pc:spChg>
        <pc:spChg chg="mod">
          <ac:chgData name="Jamie Bowles" userId="b03588657e1764ed" providerId="LiveId" clId="{8ED2B2C3-C170-4DC1-A3C7-063920288560}" dt="2026-02-18T07:19:10.278" v="1410"/>
          <ac:spMkLst>
            <pc:docMk/>
            <pc:sldMk cId="4188041511" sldId="269"/>
            <ac:spMk id="267" creationId="{1BD3702B-68DD-5F41-CABC-6C30EC8745B8}"/>
          </ac:spMkLst>
        </pc:spChg>
        <pc:spChg chg="mod">
          <ac:chgData name="Jamie Bowles" userId="b03588657e1764ed" providerId="LiveId" clId="{8ED2B2C3-C170-4DC1-A3C7-063920288560}" dt="2026-02-18T07:19:10.278" v="1410"/>
          <ac:spMkLst>
            <pc:docMk/>
            <pc:sldMk cId="4188041511" sldId="269"/>
            <ac:spMk id="272" creationId="{29EFF7C3-6863-1579-9333-D6C1DF9B0B58}"/>
          </ac:spMkLst>
        </pc:spChg>
        <pc:spChg chg="mod">
          <ac:chgData name="Jamie Bowles" userId="b03588657e1764ed" providerId="LiveId" clId="{8ED2B2C3-C170-4DC1-A3C7-063920288560}" dt="2026-02-18T07:19:10.278" v="1410"/>
          <ac:spMkLst>
            <pc:docMk/>
            <pc:sldMk cId="4188041511" sldId="269"/>
            <ac:spMk id="273" creationId="{0D102E18-93D0-BC49-FA29-9F148159CE33}"/>
          </ac:spMkLst>
        </pc:spChg>
        <pc:spChg chg="mod">
          <ac:chgData name="Jamie Bowles" userId="b03588657e1764ed" providerId="LiveId" clId="{8ED2B2C3-C170-4DC1-A3C7-063920288560}" dt="2026-02-18T07:19:56.642" v="1421"/>
          <ac:spMkLst>
            <pc:docMk/>
            <pc:sldMk cId="4188041511" sldId="269"/>
            <ac:spMk id="287" creationId="{D2E3B98B-AB03-3AFD-6272-11B1EC6D3686}"/>
          </ac:spMkLst>
        </pc:spChg>
        <pc:spChg chg="mod">
          <ac:chgData name="Jamie Bowles" userId="b03588657e1764ed" providerId="LiveId" clId="{8ED2B2C3-C170-4DC1-A3C7-063920288560}" dt="2026-02-18T07:19:56.642" v="1421"/>
          <ac:spMkLst>
            <pc:docMk/>
            <pc:sldMk cId="4188041511" sldId="269"/>
            <ac:spMk id="288" creationId="{2DBCFB13-F397-4826-B535-ED23140FFEC6}"/>
          </ac:spMkLst>
        </pc:spChg>
        <pc:spChg chg="mod">
          <ac:chgData name="Jamie Bowles" userId="b03588657e1764ed" providerId="LiveId" clId="{8ED2B2C3-C170-4DC1-A3C7-063920288560}" dt="2026-02-18T07:19:56.642" v="1421"/>
          <ac:spMkLst>
            <pc:docMk/>
            <pc:sldMk cId="4188041511" sldId="269"/>
            <ac:spMk id="293" creationId="{8532BF6C-A39A-099D-E9C9-AD8C0C543B86}"/>
          </ac:spMkLst>
        </pc:spChg>
        <pc:spChg chg="mod">
          <ac:chgData name="Jamie Bowles" userId="b03588657e1764ed" providerId="LiveId" clId="{8ED2B2C3-C170-4DC1-A3C7-063920288560}" dt="2026-02-18T07:19:56.642" v="1421"/>
          <ac:spMkLst>
            <pc:docMk/>
            <pc:sldMk cId="4188041511" sldId="269"/>
            <ac:spMk id="294" creationId="{8AE244B6-6679-FF7F-1E0C-A83C01077B73}"/>
          </ac:spMkLst>
        </pc:spChg>
        <pc:spChg chg="mod">
          <ac:chgData name="Jamie Bowles" userId="b03588657e1764ed" providerId="LiveId" clId="{8ED2B2C3-C170-4DC1-A3C7-063920288560}" dt="2026-02-18T07:20:07.594" v="1426"/>
          <ac:spMkLst>
            <pc:docMk/>
            <pc:sldMk cId="4188041511" sldId="269"/>
            <ac:spMk id="308" creationId="{F52ACF30-1E81-FF96-0EB1-C9181E725F06}"/>
          </ac:spMkLst>
        </pc:spChg>
        <pc:spChg chg="mod">
          <ac:chgData name="Jamie Bowles" userId="b03588657e1764ed" providerId="LiveId" clId="{8ED2B2C3-C170-4DC1-A3C7-063920288560}" dt="2026-02-18T07:20:07.594" v="1426"/>
          <ac:spMkLst>
            <pc:docMk/>
            <pc:sldMk cId="4188041511" sldId="269"/>
            <ac:spMk id="309" creationId="{A4E2DACD-A917-FD5E-BDB3-7E2AE6B037B7}"/>
          </ac:spMkLst>
        </pc:spChg>
        <pc:spChg chg="mod">
          <ac:chgData name="Jamie Bowles" userId="b03588657e1764ed" providerId="LiveId" clId="{8ED2B2C3-C170-4DC1-A3C7-063920288560}" dt="2026-02-18T07:20:07.594" v="1426"/>
          <ac:spMkLst>
            <pc:docMk/>
            <pc:sldMk cId="4188041511" sldId="269"/>
            <ac:spMk id="314" creationId="{78FBCF81-ACFF-7A97-223B-532895DF647F}"/>
          </ac:spMkLst>
        </pc:spChg>
        <pc:spChg chg="mod">
          <ac:chgData name="Jamie Bowles" userId="b03588657e1764ed" providerId="LiveId" clId="{8ED2B2C3-C170-4DC1-A3C7-063920288560}" dt="2026-02-18T07:20:07.594" v="1426"/>
          <ac:spMkLst>
            <pc:docMk/>
            <pc:sldMk cId="4188041511" sldId="269"/>
            <ac:spMk id="315" creationId="{AF0556C4-697A-BF85-E487-386FE6FB251A}"/>
          </ac:spMkLst>
        </pc:spChg>
        <pc:spChg chg="mod">
          <ac:chgData name="Jamie Bowles" userId="b03588657e1764ed" providerId="LiveId" clId="{8ED2B2C3-C170-4DC1-A3C7-063920288560}" dt="2026-02-18T07:20:23.698" v="1435"/>
          <ac:spMkLst>
            <pc:docMk/>
            <pc:sldMk cId="4188041511" sldId="269"/>
            <ac:spMk id="329" creationId="{FB07803F-B1D3-B6A5-7CD8-9AA9D37A54FD}"/>
          </ac:spMkLst>
        </pc:spChg>
        <pc:spChg chg="mod">
          <ac:chgData name="Jamie Bowles" userId="b03588657e1764ed" providerId="LiveId" clId="{8ED2B2C3-C170-4DC1-A3C7-063920288560}" dt="2026-02-18T07:20:23.698" v="1435"/>
          <ac:spMkLst>
            <pc:docMk/>
            <pc:sldMk cId="4188041511" sldId="269"/>
            <ac:spMk id="330" creationId="{0F1BD831-9475-48AC-A6A7-4DA2DAF04F92}"/>
          </ac:spMkLst>
        </pc:spChg>
        <pc:spChg chg="mod">
          <ac:chgData name="Jamie Bowles" userId="b03588657e1764ed" providerId="LiveId" clId="{8ED2B2C3-C170-4DC1-A3C7-063920288560}" dt="2026-02-18T07:20:23.698" v="1435"/>
          <ac:spMkLst>
            <pc:docMk/>
            <pc:sldMk cId="4188041511" sldId="269"/>
            <ac:spMk id="335" creationId="{2F02ECD5-9278-82EC-479F-A4FEEDC41715}"/>
          </ac:spMkLst>
        </pc:spChg>
        <pc:spChg chg="mod">
          <ac:chgData name="Jamie Bowles" userId="b03588657e1764ed" providerId="LiveId" clId="{8ED2B2C3-C170-4DC1-A3C7-063920288560}" dt="2026-02-18T07:20:23.698" v="1435"/>
          <ac:spMkLst>
            <pc:docMk/>
            <pc:sldMk cId="4188041511" sldId="269"/>
            <ac:spMk id="336" creationId="{51F1981A-77C6-0E04-222A-FFCE8E8ABBFD}"/>
          </ac:spMkLst>
        </pc:spChg>
        <pc:spChg chg="mod">
          <ac:chgData name="Jamie Bowles" userId="b03588657e1764ed" providerId="LiveId" clId="{8ED2B2C3-C170-4DC1-A3C7-063920288560}" dt="2026-02-18T07:20:36.308" v="1441"/>
          <ac:spMkLst>
            <pc:docMk/>
            <pc:sldMk cId="4188041511" sldId="269"/>
            <ac:spMk id="350" creationId="{F2DC4B05-EEA4-C966-E7D2-C5464A728CE0}"/>
          </ac:spMkLst>
        </pc:spChg>
        <pc:spChg chg="mod">
          <ac:chgData name="Jamie Bowles" userId="b03588657e1764ed" providerId="LiveId" clId="{8ED2B2C3-C170-4DC1-A3C7-063920288560}" dt="2026-02-18T07:20:36.308" v="1441"/>
          <ac:spMkLst>
            <pc:docMk/>
            <pc:sldMk cId="4188041511" sldId="269"/>
            <ac:spMk id="351" creationId="{25C9A896-01BE-E019-75AD-422D7974CBB7}"/>
          </ac:spMkLst>
        </pc:spChg>
        <pc:spChg chg="mod">
          <ac:chgData name="Jamie Bowles" userId="b03588657e1764ed" providerId="LiveId" clId="{8ED2B2C3-C170-4DC1-A3C7-063920288560}" dt="2026-02-18T07:20:36.308" v="1441"/>
          <ac:spMkLst>
            <pc:docMk/>
            <pc:sldMk cId="4188041511" sldId="269"/>
            <ac:spMk id="356" creationId="{C334539E-34CA-45EF-91BC-719B1FB06AE0}"/>
          </ac:spMkLst>
        </pc:spChg>
        <pc:spChg chg="mod">
          <ac:chgData name="Jamie Bowles" userId="b03588657e1764ed" providerId="LiveId" clId="{8ED2B2C3-C170-4DC1-A3C7-063920288560}" dt="2026-02-18T07:20:36.308" v="1441"/>
          <ac:spMkLst>
            <pc:docMk/>
            <pc:sldMk cId="4188041511" sldId="269"/>
            <ac:spMk id="357" creationId="{FB432EA1-F11A-9EF7-BCBD-9D539079DA0B}"/>
          </ac:spMkLst>
        </pc:spChg>
        <pc:spChg chg="mod">
          <ac:chgData name="Jamie Bowles" userId="b03588657e1764ed" providerId="LiveId" clId="{8ED2B2C3-C170-4DC1-A3C7-063920288560}" dt="2026-02-18T07:20:50.152" v="1450"/>
          <ac:spMkLst>
            <pc:docMk/>
            <pc:sldMk cId="4188041511" sldId="269"/>
            <ac:spMk id="371" creationId="{28999108-7ABA-1EF7-499F-063794FDCB44}"/>
          </ac:spMkLst>
        </pc:spChg>
        <pc:spChg chg="mod">
          <ac:chgData name="Jamie Bowles" userId="b03588657e1764ed" providerId="LiveId" clId="{8ED2B2C3-C170-4DC1-A3C7-063920288560}" dt="2026-02-18T07:20:50.152" v="1450"/>
          <ac:spMkLst>
            <pc:docMk/>
            <pc:sldMk cId="4188041511" sldId="269"/>
            <ac:spMk id="372" creationId="{2BF80A3D-C890-BD86-4FEB-69B5D9C13E2A}"/>
          </ac:spMkLst>
        </pc:spChg>
        <pc:spChg chg="mod">
          <ac:chgData name="Jamie Bowles" userId="b03588657e1764ed" providerId="LiveId" clId="{8ED2B2C3-C170-4DC1-A3C7-063920288560}" dt="2026-02-18T07:20:50.152" v="1450"/>
          <ac:spMkLst>
            <pc:docMk/>
            <pc:sldMk cId="4188041511" sldId="269"/>
            <ac:spMk id="377" creationId="{5AC2812C-292F-2E0D-B993-344A6B8B5826}"/>
          </ac:spMkLst>
        </pc:spChg>
        <pc:spChg chg="mod">
          <ac:chgData name="Jamie Bowles" userId="b03588657e1764ed" providerId="LiveId" clId="{8ED2B2C3-C170-4DC1-A3C7-063920288560}" dt="2026-02-18T07:20:50.152" v="1450"/>
          <ac:spMkLst>
            <pc:docMk/>
            <pc:sldMk cId="4188041511" sldId="269"/>
            <ac:spMk id="378" creationId="{AAC9A1BA-B0C7-ACED-AC37-526947583E50}"/>
          </ac:spMkLst>
        </pc:spChg>
        <pc:grpChg chg="add mod">
          <ac:chgData name="Jamie Bowles" userId="b03588657e1764ed" providerId="LiveId" clId="{8ED2B2C3-C170-4DC1-A3C7-063920288560}" dt="2026-02-18T07:19:23.379" v="1412" actId="1037"/>
          <ac:grpSpMkLst>
            <pc:docMk/>
            <pc:sldMk cId="4188041511" sldId="269"/>
            <ac:grpSpMk id="2" creationId="{BB8F1720-D40D-6553-2DA7-F04C554B72E7}"/>
          </ac:grpSpMkLst>
        </pc:grpChg>
        <pc:grpChg chg="add mod">
          <ac:chgData name="Jamie Bowles" userId="b03588657e1764ed" providerId="LiveId" clId="{8ED2B2C3-C170-4DC1-A3C7-063920288560}" dt="2026-02-18T07:19:31.014" v="1413" actId="1037"/>
          <ac:grpSpMkLst>
            <pc:docMk/>
            <pc:sldMk cId="4188041511" sldId="269"/>
            <ac:grpSpMk id="3" creationId="{4E93A56B-F7E1-FA56-B5E5-17BEC97A9F13}"/>
          </ac:grpSpMkLst>
        </pc:grpChg>
        <pc:grpChg chg="mod">
          <ac:chgData name="Jamie Bowles" userId="b03588657e1764ed" providerId="LiveId" clId="{8ED2B2C3-C170-4DC1-A3C7-063920288560}" dt="2026-02-18T07:14:51.432" v="1309"/>
          <ac:grpSpMkLst>
            <pc:docMk/>
            <pc:sldMk cId="4188041511" sldId="269"/>
            <ac:grpSpMk id="4" creationId="{AB2CBA05-303D-DB02-267D-F77D2F5179A8}"/>
          </ac:grpSpMkLst>
        </pc:grpChg>
        <pc:grpChg chg="mod">
          <ac:chgData name="Jamie Bowles" userId="b03588657e1764ed" providerId="LiveId" clId="{8ED2B2C3-C170-4DC1-A3C7-063920288560}" dt="2026-02-18T07:14:51.432" v="1309"/>
          <ac:grpSpMkLst>
            <pc:docMk/>
            <pc:sldMk cId="4188041511" sldId="269"/>
            <ac:grpSpMk id="5" creationId="{C40C6922-9D6A-BD41-E46C-3EA97697EDE8}"/>
          </ac:grpSpMkLst>
        </pc:grpChg>
        <pc:grpChg chg="add mod">
          <ac:chgData name="Jamie Bowles" userId="b03588657e1764ed" providerId="LiveId" clId="{8ED2B2C3-C170-4DC1-A3C7-063920288560}" dt="2026-02-18T07:17:09.287" v="1359" actId="1038"/>
          <ac:grpSpMkLst>
            <pc:docMk/>
            <pc:sldMk cId="4188041511" sldId="269"/>
            <ac:grpSpMk id="43" creationId="{3D401567-820B-84D5-9D53-C56314F8D3CF}"/>
          </ac:grpSpMkLst>
        </pc:grpChg>
        <pc:grpChg chg="mod">
          <ac:chgData name="Jamie Bowles" userId="b03588657e1764ed" providerId="LiveId" clId="{8ED2B2C3-C170-4DC1-A3C7-063920288560}" dt="2026-02-18T07:15:06.469" v="1312"/>
          <ac:grpSpMkLst>
            <pc:docMk/>
            <pc:sldMk cId="4188041511" sldId="269"/>
            <ac:grpSpMk id="44" creationId="{6349EF61-6FDF-F974-C328-B8D03209C83A}"/>
          </ac:grpSpMkLst>
        </pc:grpChg>
        <pc:grpChg chg="mod">
          <ac:chgData name="Jamie Bowles" userId="b03588657e1764ed" providerId="LiveId" clId="{8ED2B2C3-C170-4DC1-A3C7-063920288560}" dt="2026-02-18T07:15:06.469" v="1312"/>
          <ac:grpSpMkLst>
            <pc:docMk/>
            <pc:sldMk cId="4188041511" sldId="269"/>
            <ac:grpSpMk id="45" creationId="{B32C05DE-53F3-7100-822B-6858DF31FEFA}"/>
          </ac:grpSpMkLst>
        </pc:grpChg>
        <pc:grpChg chg="mod">
          <ac:chgData name="Jamie Bowles" userId="b03588657e1764ed" providerId="LiveId" clId="{8ED2B2C3-C170-4DC1-A3C7-063920288560}" dt="2026-02-18T07:13:22.027" v="1301" actId="164"/>
          <ac:grpSpMkLst>
            <pc:docMk/>
            <pc:sldMk cId="4188041511" sldId="269"/>
            <ac:grpSpMk id="64" creationId="{887635C4-54A1-2E84-26BC-CA005F01DF2A}"/>
          </ac:grpSpMkLst>
        </pc:grpChg>
        <pc:grpChg chg="add mod">
          <ac:chgData name="Jamie Bowles" userId="b03588657e1764ed" providerId="LiveId" clId="{8ED2B2C3-C170-4DC1-A3C7-063920288560}" dt="2026-02-18T07:17:16.320" v="1361" actId="1038"/>
          <ac:grpSpMkLst>
            <pc:docMk/>
            <pc:sldMk cId="4188041511" sldId="269"/>
            <ac:grpSpMk id="65" creationId="{B67028D8-7C18-3829-F2D5-B08C3EAED01B}"/>
          </ac:grpSpMkLst>
        </pc:grpChg>
        <pc:grpChg chg="mod">
          <ac:chgData name="Jamie Bowles" userId="b03588657e1764ed" providerId="LiveId" clId="{8ED2B2C3-C170-4DC1-A3C7-063920288560}" dt="2026-02-18T07:15:18.752" v="1318"/>
          <ac:grpSpMkLst>
            <pc:docMk/>
            <pc:sldMk cId="4188041511" sldId="269"/>
            <ac:grpSpMk id="66" creationId="{660EC121-3597-E1E1-9930-B3F3A880186C}"/>
          </ac:grpSpMkLst>
        </pc:grpChg>
        <pc:grpChg chg="mod">
          <ac:chgData name="Jamie Bowles" userId="b03588657e1764ed" providerId="LiveId" clId="{8ED2B2C3-C170-4DC1-A3C7-063920288560}" dt="2026-02-18T07:15:18.752" v="1318"/>
          <ac:grpSpMkLst>
            <pc:docMk/>
            <pc:sldMk cId="4188041511" sldId="269"/>
            <ac:grpSpMk id="67" creationId="{422A1F14-6E3C-9CD5-B853-E7A63071CF48}"/>
          </ac:grpSpMkLst>
        </pc:grpChg>
        <pc:grpChg chg="mod">
          <ac:chgData name="Jamie Bowles" userId="b03588657e1764ed" providerId="LiveId" clId="{8ED2B2C3-C170-4DC1-A3C7-063920288560}" dt="2026-02-18T07:13:22.027" v="1301" actId="164"/>
          <ac:grpSpMkLst>
            <pc:docMk/>
            <pc:sldMk cId="4188041511" sldId="269"/>
            <ac:grpSpMk id="76" creationId="{013CB0CD-3458-D16C-96F7-5AD56C848AAC}"/>
          </ac:grpSpMkLst>
        </pc:grpChg>
        <pc:grpChg chg="add mod">
          <ac:chgData name="Jamie Bowles" userId="b03588657e1764ed" providerId="LiveId" clId="{8ED2B2C3-C170-4DC1-A3C7-063920288560}" dt="2026-02-18T07:17:12.378" v="1360" actId="1038"/>
          <ac:grpSpMkLst>
            <pc:docMk/>
            <pc:sldMk cId="4188041511" sldId="269"/>
            <ac:grpSpMk id="87" creationId="{B98147DD-CE36-0BE3-7171-3E473988DE04}"/>
          </ac:grpSpMkLst>
        </pc:grpChg>
        <pc:grpChg chg="mod">
          <ac:chgData name="Jamie Bowles" userId="b03588657e1764ed" providerId="LiveId" clId="{8ED2B2C3-C170-4DC1-A3C7-063920288560}" dt="2026-02-18T07:15:46.367" v="1327"/>
          <ac:grpSpMkLst>
            <pc:docMk/>
            <pc:sldMk cId="4188041511" sldId="269"/>
            <ac:grpSpMk id="88" creationId="{DA84677F-E5BD-DE57-3D7B-3AA2927F7CD4}"/>
          </ac:grpSpMkLst>
        </pc:grpChg>
        <pc:grpChg chg="mod">
          <ac:chgData name="Jamie Bowles" userId="b03588657e1764ed" providerId="LiveId" clId="{8ED2B2C3-C170-4DC1-A3C7-063920288560}" dt="2026-02-18T07:15:46.367" v="1327"/>
          <ac:grpSpMkLst>
            <pc:docMk/>
            <pc:sldMk cId="4188041511" sldId="269"/>
            <ac:grpSpMk id="89" creationId="{C86060B9-1EB0-9E7B-C279-264C43184A92}"/>
          </ac:grpSpMkLst>
        </pc:grpChg>
        <pc:grpChg chg="add mod">
          <ac:chgData name="Jamie Bowles" userId="b03588657e1764ed" providerId="LiveId" clId="{8ED2B2C3-C170-4DC1-A3C7-063920288560}" dt="2026-02-18T07:19:36.790" v="1414" actId="1037"/>
          <ac:grpSpMkLst>
            <pc:docMk/>
            <pc:sldMk cId="4188041511" sldId="269"/>
            <ac:grpSpMk id="108" creationId="{202D2A2B-10A3-9C30-7A04-10D8957C1EA9}"/>
          </ac:grpSpMkLst>
        </pc:grpChg>
        <pc:grpChg chg="mod">
          <ac:chgData name="Jamie Bowles" userId="b03588657e1764ed" providerId="LiveId" clId="{8ED2B2C3-C170-4DC1-A3C7-063920288560}" dt="2026-02-18T07:16:01.106" v="1335"/>
          <ac:grpSpMkLst>
            <pc:docMk/>
            <pc:sldMk cId="4188041511" sldId="269"/>
            <ac:grpSpMk id="109" creationId="{5B559EC6-D423-4B10-D26C-1BECB27627CA}"/>
          </ac:grpSpMkLst>
        </pc:grpChg>
        <pc:grpChg chg="mod">
          <ac:chgData name="Jamie Bowles" userId="b03588657e1764ed" providerId="LiveId" clId="{8ED2B2C3-C170-4DC1-A3C7-063920288560}" dt="2026-02-18T07:16:01.106" v="1335"/>
          <ac:grpSpMkLst>
            <pc:docMk/>
            <pc:sldMk cId="4188041511" sldId="269"/>
            <ac:grpSpMk id="110" creationId="{A854B60F-96B5-8F07-7862-6F6F759C6205}"/>
          </ac:grpSpMkLst>
        </pc:grpChg>
        <pc:grpChg chg="add mod">
          <ac:chgData name="Jamie Bowles" userId="b03588657e1764ed" providerId="LiveId" clId="{8ED2B2C3-C170-4DC1-A3C7-063920288560}" dt="2026-02-18T07:19:38.043" v="1415" actId="1037"/>
          <ac:grpSpMkLst>
            <pc:docMk/>
            <pc:sldMk cId="4188041511" sldId="269"/>
            <ac:grpSpMk id="129" creationId="{917794BE-9812-B803-D01D-8D0B46899C73}"/>
          </ac:grpSpMkLst>
        </pc:grpChg>
        <pc:grpChg chg="mod">
          <ac:chgData name="Jamie Bowles" userId="b03588657e1764ed" providerId="LiveId" clId="{8ED2B2C3-C170-4DC1-A3C7-063920288560}" dt="2026-02-18T07:16:43.342" v="1353"/>
          <ac:grpSpMkLst>
            <pc:docMk/>
            <pc:sldMk cId="4188041511" sldId="269"/>
            <ac:grpSpMk id="130" creationId="{432344CE-3246-DAB0-7470-0BE8EF237B85}"/>
          </ac:grpSpMkLst>
        </pc:grpChg>
        <pc:grpChg chg="mod">
          <ac:chgData name="Jamie Bowles" userId="b03588657e1764ed" providerId="LiveId" clId="{8ED2B2C3-C170-4DC1-A3C7-063920288560}" dt="2026-02-18T07:16:43.342" v="1353"/>
          <ac:grpSpMkLst>
            <pc:docMk/>
            <pc:sldMk cId="4188041511" sldId="269"/>
            <ac:grpSpMk id="131" creationId="{55F2343A-B426-39BA-EA3C-B94A0571ED26}"/>
          </ac:grpSpMkLst>
        </pc:grpChg>
        <pc:grpChg chg="add mod">
          <ac:chgData name="Jamie Bowles" userId="b03588657e1764ed" providerId="LiveId" clId="{8ED2B2C3-C170-4DC1-A3C7-063920288560}" dt="2026-02-18T07:19:46.868" v="1418" actId="1037"/>
          <ac:grpSpMkLst>
            <pc:docMk/>
            <pc:sldMk cId="4188041511" sldId="269"/>
            <ac:grpSpMk id="150" creationId="{6A21C0D1-FE36-917B-D36B-FD068D9E09FF}"/>
          </ac:grpSpMkLst>
        </pc:grpChg>
        <pc:grpChg chg="mod">
          <ac:chgData name="Jamie Bowles" userId="b03588657e1764ed" providerId="LiveId" clId="{8ED2B2C3-C170-4DC1-A3C7-063920288560}" dt="2026-02-18T07:17:39.389" v="1367"/>
          <ac:grpSpMkLst>
            <pc:docMk/>
            <pc:sldMk cId="4188041511" sldId="269"/>
            <ac:grpSpMk id="151" creationId="{111494DB-FB38-C5BB-0220-7B2E303DFB8D}"/>
          </ac:grpSpMkLst>
        </pc:grpChg>
        <pc:grpChg chg="mod">
          <ac:chgData name="Jamie Bowles" userId="b03588657e1764ed" providerId="LiveId" clId="{8ED2B2C3-C170-4DC1-A3C7-063920288560}" dt="2026-02-18T07:17:39.389" v="1367"/>
          <ac:grpSpMkLst>
            <pc:docMk/>
            <pc:sldMk cId="4188041511" sldId="269"/>
            <ac:grpSpMk id="152" creationId="{3F8AAC83-A265-D005-0064-4549BD1824AC}"/>
          </ac:grpSpMkLst>
        </pc:grpChg>
        <pc:grpChg chg="add mod">
          <ac:chgData name="Jamie Bowles" userId="b03588657e1764ed" providerId="LiveId" clId="{8ED2B2C3-C170-4DC1-A3C7-063920288560}" dt="2026-02-18T07:19:39.038" v="1416" actId="1037"/>
          <ac:grpSpMkLst>
            <pc:docMk/>
            <pc:sldMk cId="4188041511" sldId="269"/>
            <ac:grpSpMk id="171" creationId="{FE756122-0A14-B5A4-ECE8-76C3801A39FF}"/>
          </ac:grpSpMkLst>
        </pc:grpChg>
        <pc:grpChg chg="mod">
          <ac:chgData name="Jamie Bowles" userId="b03588657e1764ed" providerId="LiveId" clId="{8ED2B2C3-C170-4DC1-A3C7-063920288560}" dt="2026-02-18T07:18:04.359" v="1375"/>
          <ac:grpSpMkLst>
            <pc:docMk/>
            <pc:sldMk cId="4188041511" sldId="269"/>
            <ac:grpSpMk id="172" creationId="{05A0B82C-38DD-CD93-6C6E-FBBED28F1A33}"/>
          </ac:grpSpMkLst>
        </pc:grpChg>
        <pc:grpChg chg="mod">
          <ac:chgData name="Jamie Bowles" userId="b03588657e1764ed" providerId="LiveId" clId="{8ED2B2C3-C170-4DC1-A3C7-063920288560}" dt="2026-02-18T07:18:04.359" v="1375"/>
          <ac:grpSpMkLst>
            <pc:docMk/>
            <pc:sldMk cId="4188041511" sldId="269"/>
            <ac:grpSpMk id="173" creationId="{4CC257E7-E0B1-3613-0CEB-F8823F0A0A40}"/>
          </ac:grpSpMkLst>
        </pc:grpChg>
        <pc:grpChg chg="add mod">
          <ac:chgData name="Jamie Bowles" userId="b03588657e1764ed" providerId="LiveId" clId="{8ED2B2C3-C170-4DC1-A3C7-063920288560}" dt="2026-02-18T07:19:48.470" v="1419" actId="1037"/>
          <ac:grpSpMkLst>
            <pc:docMk/>
            <pc:sldMk cId="4188041511" sldId="269"/>
            <ac:grpSpMk id="192" creationId="{E831B928-6088-5EFF-750A-8450FC118E12}"/>
          </ac:grpSpMkLst>
        </pc:grpChg>
        <pc:grpChg chg="mod">
          <ac:chgData name="Jamie Bowles" userId="b03588657e1764ed" providerId="LiveId" clId="{8ED2B2C3-C170-4DC1-A3C7-063920288560}" dt="2026-02-18T07:18:17.062" v="1382"/>
          <ac:grpSpMkLst>
            <pc:docMk/>
            <pc:sldMk cId="4188041511" sldId="269"/>
            <ac:grpSpMk id="193" creationId="{341E10B8-4EE2-E358-96D8-396AA8554985}"/>
          </ac:grpSpMkLst>
        </pc:grpChg>
        <pc:grpChg chg="mod">
          <ac:chgData name="Jamie Bowles" userId="b03588657e1764ed" providerId="LiveId" clId="{8ED2B2C3-C170-4DC1-A3C7-063920288560}" dt="2026-02-18T07:18:17.062" v="1382"/>
          <ac:grpSpMkLst>
            <pc:docMk/>
            <pc:sldMk cId="4188041511" sldId="269"/>
            <ac:grpSpMk id="194" creationId="{9A901E41-D783-DC51-15D8-F41FC916001C}"/>
          </ac:grpSpMkLst>
        </pc:grpChg>
        <pc:grpChg chg="add mod">
          <ac:chgData name="Jamie Bowles" userId="b03588657e1764ed" providerId="LiveId" clId="{8ED2B2C3-C170-4DC1-A3C7-063920288560}" dt="2026-02-18T07:19:39.949" v="1417" actId="1037"/>
          <ac:grpSpMkLst>
            <pc:docMk/>
            <pc:sldMk cId="4188041511" sldId="269"/>
            <ac:grpSpMk id="213" creationId="{B87BD81E-967E-1D57-05A6-EC0CDB67CC51}"/>
          </ac:grpSpMkLst>
        </pc:grpChg>
        <pc:grpChg chg="mod">
          <ac:chgData name="Jamie Bowles" userId="b03588657e1764ed" providerId="LiveId" clId="{8ED2B2C3-C170-4DC1-A3C7-063920288560}" dt="2026-02-18T07:18:29.075" v="1389"/>
          <ac:grpSpMkLst>
            <pc:docMk/>
            <pc:sldMk cId="4188041511" sldId="269"/>
            <ac:grpSpMk id="214" creationId="{D9CE7BCE-7948-6820-BED5-C7B5A245D649}"/>
          </ac:grpSpMkLst>
        </pc:grpChg>
        <pc:grpChg chg="mod">
          <ac:chgData name="Jamie Bowles" userId="b03588657e1764ed" providerId="LiveId" clId="{8ED2B2C3-C170-4DC1-A3C7-063920288560}" dt="2026-02-18T07:18:29.075" v="1389"/>
          <ac:grpSpMkLst>
            <pc:docMk/>
            <pc:sldMk cId="4188041511" sldId="269"/>
            <ac:grpSpMk id="215" creationId="{D4F80613-6F0D-7579-27F7-ACCF6034E254}"/>
          </ac:grpSpMkLst>
        </pc:grpChg>
        <pc:grpChg chg="add mod">
          <ac:chgData name="Jamie Bowles" userId="b03588657e1764ed" providerId="LiveId" clId="{8ED2B2C3-C170-4DC1-A3C7-063920288560}" dt="2026-02-18T07:19:49.835" v="1420" actId="1037"/>
          <ac:grpSpMkLst>
            <pc:docMk/>
            <pc:sldMk cId="4188041511" sldId="269"/>
            <ac:grpSpMk id="234" creationId="{BE75E511-460E-B301-C3B2-6AA3704E2844}"/>
          </ac:grpSpMkLst>
        </pc:grpChg>
        <pc:grpChg chg="mod">
          <ac:chgData name="Jamie Bowles" userId="b03588657e1764ed" providerId="LiveId" clId="{8ED2B2C3-C170-4DC1-A3C7-063920288560}" dt="2026-02-18T07:18:42.228" v="1398"/>
          <ac:grpSpMkLst>
            <pc:docMk/>
            <pc:sldMk cId="4188041511" sldId="269"/>
            <ac:grpSpMk id="235" creationId="{261EAABB-C781-C679-2874-A45479862DD4}"/>
          </ac:grpSpMkLst>
        </pc:grpChg>
        <pc:grpChg chg="mod">
          <ac:chgData name="Jamie Bowles" userId="b03588657e1764ed" providerId="LiveId" clId="{8ED2B2C3-C170-4DC1-A3C7-063920288560}" dt="2026-02-18T07:18:42.228" v="1398"/>
          <ac:grpSpMkLst>
            <pc:docMk/>
            <pc:sldMk cId="4188041511" sldId="269"/>
            <ac:grpSpMk id="236" creationId="{36D27E75-A730-290E-A6C9-2A49B51E3B60}"/>
          </ac:grpSpMkLst>
        </pc:grpChg>
        <pc:grpChg chg="add mod">
          <ac:chgData name="Jamie Bowles" userId="b03588657e1764ed" providerId="LiveId" clId="{8ED2B2C3-C170-4DC1-A3C7-063920288560}" dt="2026-02-18T07:19:15.528" v="1411" actId="1076"/>
          <ac:grpSpMkLst>
            <pc:docMk/>
            <pc:sldMk cId="4188041511" sldId="269"/>
            <ac:grpSpMk id="255" creationId="{006815DD-7E7C-60D3-FBD3-1141AAAB4442}"/>
          </ac:grpSpMkLst>
        </pc:grpChg>
        <pc:grpChg chg="mod">
          <ac:chgData name="Jamie Bowles" userId="b03588657e1764ed" providerId="LiveId" clId="{8ED2B2C3-C170-4DC1-A3C7-063920288560}" dt="2026-02-18T07:19:10.278" v="1410"/>
          <ac:grpSpMkLst>
            <pc:docMk/>
            <pc:sldMk cId="4188041511" sldId="269"/>
            <ac:grpSpMk id="256" creationId="{BCB1B9C3-172E-9A47-3E14-453677792663}"/>
          </ac:grpSpMkLst>
        </pc:grpChg>
        <pc:grpChg chg="mod">
          <ac:chgData name="Jamie Bowles" userId="b03588657e1764ed" providerId="LiveId" clId="{8ED2B2C3-C170-4DC1-A3C7-063920288560}" dt="2026-02-18T07:19:10.278" v="1410"/>
          <ac:grpSpMkLst>
            <pc:docMk/>
            <pc:sldMk cId="4188041511" sldId="269"/>
            <ac:grpSpMk id="257" creationId="{3BC40A95-A747-FB0D-D5C5-6F8D795B731E}"/>
          </ac:grpSpMkLst>
        </pc:grpChg>
        <pc:grpChg chg="add mod">
          <ac:chgData name="Jamie Bowles" userId="b03588657e1764ed" providerId="LiveId" clId="{8ED2B2C3-C170-4DC1-A3C7-063920288560}" dt="2026-02-18T07:20:05.490" v="1425" actId="1038"/>
          <ac:grpSpMkLst>
            <pc:docMk/>
            <pc:sldMk cId="4188041511" sldId="269"/>
            <ac:grpSpMk id="276" creationId="{36320F7E-AEB3-C0F5-8395-EA2507478349}"/>
          </ac:grpSpMkLst>
        </pc:grpChg>
        <pc:grpChg chg="mod">
          <ac:chgData name="Jamie Bowles" userId="b03588657e1764ed" providerId="LiveId" clId="{8ED2B2C3-C170-4DC1-A3C7-063920288560}" dt="2026-02-18T07:19:56.642" v="1421"/>
          <ac:grpSpMkLst>
            <pc:docMk/>
            <pc:sldMk cId="4188041511" sldId="269"/>
            <ac:grpSpMk id="277" creationId="{E9F7793C-7AB3-32DD-9EC0-CC0ED9C8B677}"/>
          </ac:grpSpMkLst>
        </pc:grpChg>
        <pc:grpChg chg="mod">
          <ac:chgData name="Jamie Bowles" userId="b03588657e1764ed" providerId="LiveId" clId="{8ED2B2C3-C170-4DC1-A3C7-063920288560}" dt="2026-02-18T07:19:56.642" v="1421"/>
          <ac:grpSpMkLst>
            <pc:docMk/>
            <pc:sldMk cId="4188041511" sldId="269"/>
            <ac:grpSpMk id="278" creationId="{A27D2105-1E45-B7C3-107A-DE66156D74A7}"/>
          </ac:grpSpMkLst>
        </pc:grpChg>
        <pc:grpChg chg="add mod">
          <ac:chgData name="Jamie Bowles" userId="b03588657e1764ed" providerId="LiveId" clId="{8ED2B2C3-C170-4DC1-A3C7-063920288560}" dt="2026-02-18T07:20:20.470" v="1434" actId="1037"/>
          <ac:grpSpMkLst>
            <pc:docMk/>
            <pc:sldMk cId="4188041511" sldId="269"/>
            <ac:grpSpMk id="297" creationId="{E081FD8E-92A2-2E70-73C0-A82D4FC24934}"/>
          </ac:grpSpMkLst>
        </pc:grpChg>
        <pc:grpChg chg="mod">
          <ac:chgData name="Jamie Bowles" userId="b03588657e1764ed" providerId="LiveId" clId="{8ED2B2C3-C170-4DC1-A3C7-063920288560}" dt="2026-02-18T07:20:07.594" v="1426"/>
          <ac:grpSpMkLst>
            <pc:docMk/>
            <pc:sldMk cId="4188041511" sldId="269"/>
            <ac:grpSpMk id="298" creationId="{7F775198-4298-7A62-7ABA-DE5800981081}"/>
          </ac:grpSpMkLst>
        </pc:grpChg>
        <pc:grpChg chg="mod">
          <ac:chgData name="Jamie Bowles" userId="b03588657e1764ed" providerId="LiveId" clId="{8ED2B2C3-C170-4DC1-A3C7-063920288560}" dt="2026-02-18T07:20:07.594" v="1426"/>
          <ac:grpSpMkLst>
            <pc:docMk/>
            <pc:sldMk cId="4188041511" sldId="269"/>
            <ac:grpSpMk id="299" creationId="{B599B535-FD11-434D-89F4-D78FDA98BE38}"/>
          </ac:grpSpMkLst>
        </pc:grpChg>
        <pc:grpChg chg="add mod">
          <ac:chgData name="Jamie Bowles" userId="b03588657e1764ed" providerId="LiveId" clId="{8ED2B2C3-C170-4DC1-A3C7-063920288560}" dt="2026-02-18T07:20:30.918" v="1440" actId="1035"/>
          <ac:grpSpMkLst>
            <pc:docMk/>
            <pc:sldMk cId="4188041511" sldId="269"/>
            <ac:grpSpMk id="318" creationId="{ECBC9F6D-287B-B414-74F5-6780483442F6}"/>
          </ac:grpSpMkLst>
        </pc:grpChg>
        <pc:grpChg chg="mod">
          <ac:chgData name="Jamie Bowles" userId="b03588657e1764ed" providerId="LiveId" clId="{8ED2B2C3-C170-4DC1-A3C7-063920288560}" dt="2026-02-18T07:20:23.698" v="1435"/>
          <ac:grpSpMkLst>
            <pc:docMk/>
            <pc:sldMk cId="4188041511" sldId="269"/>
            <ac:grpSpMk id="319" creationId="{05913FC0-642B-1776-AFB3-41D5869D1061}"/>
          </ac:grpSpMkLst>
        </pc:grpChg>
        <pc:grpChg chg="mod">
          <ac:chgData name="Jamie Bowles" userId="b03588657e1764ed" providerId="LiveId" clId="{8ED2B2C3-C170-4DC1-A3C7-063920288560}" dt="2026-02-18T07:20:23.698" v="1435"/>
          <ac:grpSpMkLst>
            <pc:docMk/>
            <pc:sldMk cId="4188041511" sldId="269"/>
            <ac:grpSpMk id="320" creationId="{E7E7FB3A-2B00-D7C1-80D4-91176BCF9EC5}"/>
          </ac:grpSpMkLst>
        </pc:grpChg>
        <pc:grpChg chg="add mod">
          <ac:chgData name="Jamie Bowles" userId="b03588657e1764ed" providerId="LiveId" clId="{8ED2B2C3-C170-4DC1-A3C7-063920288560}" dt="2026-02-18T07:20:47.315" v="1449" actId="1038"/>
          <ac:grpSpMkLst>
            <pc:docMk/>
            <pc:sldMk cId="4188041511" sldId="269"/>
            <ac:grpSpMk id="339" creationId="{8DFEF6E9-38C3-844F-52B3-9E7D3A071A26}"/>
          </ac:grpSpMkLst>
        </pc:grpChg>
        <pc:grpChg chg="mod">
          <ac:chgData name="Jamie Bowles" userId="b03588657e1764ed" providerId="LiveId" clId="{8ED2B2C3-C170-4DC1-A3C7-063920288560}" dt="2026-02-18T07:20:36.308" v="1441"/>
          <ac:grpSpMkLst>
            <pc:docMk/>
            <pc:sldMk cId="4188041511" sldId="269"/>
            <ac:grpSpMk id="340" creationId="{CA3099D5-7C67-216B-F24A-62BC4804E45B}"/>
          </ac:grpSpMkLst>
        </pc:grpChg>
        <pc:grpChg chg="mod">
          <ac:chgData name="Jamie Bowles" userId="b03588657e1764ed" providerId="LiveId" clId="{8ED2B2C3-C170-4DC1-A3C7-063920288560}" dt="2026-02-18T07:20:36.308" v="1441"/>
          <ac:grpSpMkLst>
            <pc:docMk/>
            <pc:sldMk cId="4188041511" sldId="269"/>
            <ac:grpSpMk id="341" creationId="{A872DCDD-D050-B22D-922C-18399B459689}"/>
          </ac:grpSpMkLst>
        </pc:grpChg>
        <pc:grpChg chg="add mod">
          <ac:chgData name="Jamie Bowles" userId="b03588657e1764ed" providerId="LiveId" clId="{8ED2B2C3-C170-4DC1-A3C7-063920288560}" dt="2026-02-18T07:21:00.283" v="1456" actId="1038"/>
          <ac:grpSpMkLst>
            <pc:docMk/>
            <pc:sldMk cId="4188041511" sldId="269"/>
            <ac:grpSpMk id="360" creationId="{B19F3A2F-5622-0D6A-3A95-C02578435278}"/>
          </ac:grpSpMkLst>
        </pc:grpChg>
        <pc:grpChg chg="mod">
          <ac:chgData name="Jamie Bowles" userId="b03588657e1764ed" providerId="LiveId" clId="{8ED2B2C3-C170-4DC1-A3C7-063920288560}" dt="2026-02-18T07:20:50.152" v="1450"/>
          <ac:grpSpMkLst>
            <pc:docMk/>
            <pc:sldMk cId="4188041511" sldId="269"/>
            <ac:grpSpMk id="361" creationId="{C15618CC-6E0B-6C7E-5B38-C49C5BB02A89}"/>
          </ac:grpSpMkLst>
        </pc:grpChg>
        <pc:grpChg chg="mod">
          <ac:chgData name="Jamie Bowles" userId="b03588657e1764ed" providerId="LiveId" clId="{8ED2B2C3-C170-4DC1-A3C7-063920288560}" dt="2026-02-18T07:20:50.152" v="1450"/>
          <ac:grpSpMkLst>
            <pc:docMk/>
            <pc:sldMk cId="4188041511" sldId="269"/>
            <ac:grpSpMk id="362" creationId="{F680239B-F0E7-01E1-B5F1-A89C53A57026}"/>
          </ac:grpSpMkLst>
        </pc:grpChg>
        <pc:cxnChg chg="mod">
          <ac:chgData name="Jamie Bowles" userId="b03588657e1764ed" providerId="LiveId" clId="{8ED2B2C3-C170-4DC1-A3C7-063920288560}" dt="2026-02-18T07:14:51.432" v="1309"/>
          <ac:cxnSpMkLst>
            <pc:docMk/>
            <pc:sldMk cId="4188041511" sldId="269"/>
            <ac:cxnSpMk id="26" creationId="{517C8DB8-4E03-3B2A-2CCA-F19752786067}"/>
          </ac:cxnSpMkLst>
        </pc:cxnChg>
        <pc:cxnChg chg="mod">
          <ac:chgData name="Jamie Bowles" userId="b03588657e1764ed" providerId="LiveId" clId="{8ED2B2C3-C170-4DC1-A3C7-063920288560}" dt="2026-02-18T07:14:51.432" v="1309"/>
          <ac:cxnSpMkLst>
            <pc:docMk/>
            <pc:sldMk cId="4188041511" sldId="269"/>
            <ac:cxnSpMk id="28" creationId="{D6868B82-7158-92A8-9DD7-7D8296BF4A55}"/>
          </ac:cxnSpMkLst>
        </pc:cxnChg>
        <pc:cxnChg chg="mod">
          <ac:chgData name="Jamie Bowles" userId="b03588657e1764ed" providerId="LiveId" clId="{8ED2B2C3-C170-4DC1-A3C7-063920288560}" dt="2026-02-18T07:14:51.432" v="1309"/>
          <ac:cxnSpMkLst>
            <pc:docMk/>
            <pc:sldMk cId="4188041511" sldId="269"/>
            <ac:cxnSpMk id="35" creationId="{BCDA0187-7346-B202-CAE2-A5F41BDE5899}"/>
          </ac:cxnSpMkLst>
        </pc:cxnChg>
        <pc:cxnChg chg="mod">
          <ac:chgData name="Jamie Bowles" userId="b03588657e1764ed" providerId="LiveId" clId="{8ED2B2C3-C170-4DC1-A3C7-063920288560}" dt="2026-02-18T07:15:06.469" v="1312"/>
          <ac:cxnSpMkLst>
            <pc:docMk/>
            <pc:sldMk cId="4188041511" sldId="269"/>
            <ac:cxnSpMk id="47" creationId="{13B01272-0B21-1BFB-34F6-082F9D74E4B1}"/>
          </ac:cxnSpMkLst>
        </pc:cxnChg>
        <pc:cxnChg chg="mod">
          <ac:chgData name="Jamie Bowles" userId="b03588657e1764ed" providerId="LiveId" clId="{8ED2B2C3-C170-4DC1-A3C7-063920288560}" dt="2026-02-18T07:15:06.469" v="1312"/>
          <ac:cxnSpMkLst>
            <pc:docMk/>
            <pc:sldMk cId="4188041511" sldId="269"/>
            <ac:cxnSpMk id="48" creationId="{C0215B7A-A5A6-122C-7266-2E4751097DF7}"/>
          </ac:cxnSpMkLst>
        </pc:cxnChg>
        <pc:cxnChg chg="mod">
          <ac:chgData name="Jamie Bowles" userId="b03588657e1764ed" providerId="LiveId" clId="{8ED2B2C3-C170-4DC1-A3C7-063920288560}" dt="2026-02-18T07:15:06.469" v="1312"/>
          <ac:cxnSpMkLst>
            <pc:docMk/>
            <pc:sldMk cId="4188041511" sldId="269"/>
            <ac:cxnSpMk id="57" creationId="{40E79630-1B54-0FD3-D41E-F5D4F714104E}"/>
          </ac:cxnSpMkLst>
        </pc:cxnChg>
        <pc:cxnChg chg="mod">
          <ac:chgData name="Jamie Bowles" userId="b03588657e1764ed" providerId="LiveId" clId="{8ED2B2C3-C170-4DC1-A3C7-063920288560}" dt="2026-02-18T07:15:18.752" v="1318"/>
          <ac:cxnSpMkLst>
            <pc:docMk/>
            <pc:sldMk cId="4188041511" sldId="269"/>
            <ac:cxnSpMk id="74" creationId="{86410E14-A6AB-1838-E306-DE8CAF60F881}"/>
          </ac:cxnSpMkLst>
        </pc:cxnChg>
        <pc:cxnChg chg="mod">
          <ac:chgData name="Jamie Bowles" userId="b03588657e1764ed" providerId="LiveId" clId="{8ED2B2C3-C170-4DC1-A3C7-063920288560}" dt="2026-02-18T07:15:18.752" v="1318"/>
          <ac:cxnSpMkLst>
            <pc:docMk/>
            <pc:sldMk cId="4188041511" sldId="269"/>
            <ac:cxnSpMk id="82" creationId="{631DF9BD-9D8F-6BC0-83CF-C855B411CF09}"/>
          </ac:cxnSpMkLst>
        </pc:cxnChg>
        <pc:cxnChg chg="mod">
          <ac:chgData name="Jamie Bowles" userId="b03588657e1764ed" providerId="LiveId" clId="{8ED2B2C3-C170-4DC1-A3C7-063920288560}" dt="2026-02-18T07:15:18.752" v="1318"/>
          <ac:cxnSpMkLst>
            <pc:docMk/>
            <pc:sldMk cId="4188041511" sldId="269"/>
            <ac:cxnSpMk id="86" creationId="{94454832-36E3-40B4-6AAF-F1911588D809}"/>
          </ac:cxnSpMkLst>
        </pc:cxnChg>
        <pc:cxnChg chg="mod">
          <ac:chgData name="Jamie Bowles" userId="b03588657e1764ed" providerId="LiveId" clId="{8ED2B2C3-C170-4DC1-A3C7-063920288560}" dt="2026-02-18T07:15:46.367" v="1327"/>
          <ac:cxnSpMkLst>
            <pc:docMk/>
            <pc:sldMk cId="4188041511" sldId="269"/>
            <ac:cxnSpMk id="91" creationId="{C643CC64-4D6C-5966-E47C-7C02D04DC9A1}"/>
          </ac:cxnSpMkLst>
        </pc:cxnChg>
        <pc:cxnChg chg="mod">
          <ac:chgData name="Jamie Bowles" userId="b03588657e1764ed" providerId="LiveId" clId="{8ED2B2C3-C170-4DC1-A3C7-063920288560}" dt="2026-02-18T07:15:46.367" v="1327"/>
          <ac:cxnSpMkLst>
            <pc:docMk/>
            <pc:sldMk cId="4188041511" sldId="269"/>
            <ac:cxnSpMk id="96" creationId="{015F08DC-4FBA-84BB-4C60-EA9E2C459807}"/>
          </ac:cxnSpMkLst>
        </pc:cxnChg>
        <pc:cxnChg chg="mod">
          <ac:chgData name="Jamie Bowles" userId="b03588657e1764ed" providerId="LiveId" clId="{8ED2B2C3-C170-4DC1-A3C7-063920288560}" dt="2026-02-18T07:15:46.367" v="1327"/>
          <ac:cxnSpMkLst>
            <pc:docMk/>
            <pc:sldMk cId="4188041511" sldId="269"/>
            <ac:cxnSpMk id="102" creationId="{C601D1D3-E434-86FE-E5E2-73A05A1BE0B3}"/>
          </ac:cxnSpMkLst>
        </pc:cxnChg>
        <pc:cxnChg chg="mod">
          <ac:chgData name="Jamie Bowles" userId="b03588657e1764ed" providerId="LiveId" clId="{8ED2B2C3-C170-4DC1-A3C7-063920288560}" dt="2026-02-18T07:16:01.106" v="1335"/>
          <ac:cxnSpMkLst>
            <pc:docMk/>
            <pc:sldMk cId="4188041511" sldId="269"/>
            <ac:cxnSpMk id="112" creationId="{00D01434-C44E-2DAF-D60A-F266B906E6F9}"/>
          </ac:cxnSpMkLst>
        </pc:cxnChg>
        <pc:cxnChg chg="mod">
          <ac:chgData name="Jamie Bowles" userId="b03588657e1764ed" providerId="LiveId" clId="{8ED2B2C3-C170-4DC1-A3C7-063920288560}" dt="2026-02-18T07:16:01.106" v="1335"/>
          <ac:cxnSpMkLst>
            <pc:docMk/>
            <pc:sldMk cId="4188041511" sldId="269"/>
            <ac:cxnSpMk id="123" creationId="{5A3DAC2A-455C-75EE-47AE-DC6ACDF31C32}"/>
          </ac:cxnSpMkLst>
        </pc:cxnChg>
        <pc:cxnChg chg="mod">
          <ac:chgData name="Jamie Bowles" userId="b03588657e1764ed" providerId="LiveId" clId="{8ED2B2C3-C170-4DC1-A3C7-063920288560}" dt="2026-02-18T07:16:01.106" v="1335"/>
          <ac:cxnSpMkLst>
            <pc:docMk/>
            <pc:sldMk cId="4188041511" sldId="269"/>
            <ac:cxnSpMk id="127" creationId="{66C5FC2A-0F10-BF8D-6CB0-ADABEC623B56}"/>
          </ac:cxnSpMkLst>
        </pc:cxnChg>
        <pc:cxnChg chg="mod">
          <ac:chgData name="Jamie Bowles" userId="b03588657e1764ed" providerId="LiveId" clId="{8ED2B2C3-C170-4DC1-A3C7-063920288560}" dt="2026-02-18T07:16:43.342" v="1353"/>
          <ac:cxnSpMkLst>
            <pc:docMk/>
            <pc:sldMk cId="4188041511" sldId="269"/>
            <ac:cxnSpMk id="133" creationId="{060799D9-930A-9403-188E-973A21C07DAD}"/>
          </ac:cxnSpMkLst>
        </pc:cxnChg>
        <pc:cxnChg chg="mod">
          <ac:chgData name="Jamie Bowles" userId="b03588657e1764ed" providerId="LiveId" clId="{8ED2B2C3-C170-4DC1-A3C7-063920288560}" dt="2026-02-18T07:16:43.342" v="1353"/>
          <ac:cxnSpMkLst>
            <pc:docMk/>
            <pc:sldMk cId="4188041511" sldId="269"/>
            <ac:cxnSpMk id="136" creationId="{F174D424-8945-5839-E445-3E349929E940}"/>
          </ac:cxnSpMkLst>
        </pc:cxnChg>
        <pc:cxnChg chg="mod">
          <ac:chgData name="Jamie Bowles" userId="b03588657e1764ed" providerId="LiveId" clId="{8ED2B2C3-C170-4DC1-A3C7-063920288560}" dt="2026-02-18T07:16:43.342" v="1353"/>
          <ac:cxnSpMkLst>
            <pc:docMk/>
            <pc:sldMk cId="4188041511" sldId="269"/>
            <ac:cxnSpMk id="144" creationId="{BA8F287F-E4C4-90FE-E494-4FAFA7BCC963}"/>
          </ac:cxnSpMkLst>
        </pc:cxnChg>
        <pc:cxnChg chg="mod">
          <ac:chgData name="Jamie Bowles" userId="b03588657e1764ed" providerId="LiveId" clId="{8ED2B2C3-C170-4DC1-A3C7-063920288560}" dt="2026-02-18T07:17:39.389" v="1367"/>
          <ac:cxnSpMkLst>
            <pc:docMk/>
            <pc:sldMk cId="4188041511" sldId="269"/>
            <ac:cxnSpMk id="154" creationId="{AAB874A7-CB7D-A697-5F50-DA01C36ADF1E}"/>
          </ac:cxnSpMkLst>
        </pc:cxnChg>
        <pc:cxnChg chg="mod">
          <ac:chgData name="Jamie Bowles" userId="b03588657e1764ed" providerId="LiveId" clId="{8ED2B2C3-C170-4DC1-A3C7-063920288560}" dt="2026-02-18T07:17:39.389" v="1367"/>
          <ac:cxnSpMkLst>
            <pc:docMk/>
            <pc:sldMk cId="4188041511" sldId="269"/>
            <ac:cxnSpMk id="156" creationId="{008D77ED-BCE7-3212-0889-704901B50A4F}"/>
          </ac:cxnSpMkLst>
        </pc:cxnChg>
        <pc:cxnChg chg="mod">
          <ac:chgData name="Jamie Bowles" userId="b03588657e1764ed" providerId="LiveId" clId="{8ED2B2C3-C170-4DC1-A3C7-063920288560}" dt="2026-02-18T07:17:39.389" v="1367"/>
          <ac:cxnSpMkLst>
            <pc:docMk/>
            <pc:sldMk cId="4188041511" sldId="269"/>
            <ac:cxnSpMk id="169" creationId="{9CBAB910-194A-2942-49B3-35D560B9D54C}"/>
          </ac:cxnSpMkLst>
        </pc:cxnChg>
        <pc:cxnChg chg="mod">
          <ac:chgData name="Jamie Bowles" userId="b03588657e1764ed" providerId="LiveId" clId="{8ED2B2C3-C170-4DC1-A3C7-063920288560}" dt="2026-02-18T07:18:04.359" v="1375"/>
          <ac:cxnSpMkLst>
            <pc:docMk/>
            <pc:sldMk cId="4188041511" sldId="269"/>
            <ac:cxnSpMk id="175" creationId="{B862712F-3383-E0B3-E966-0C1E795E4093}"/>
          </ac:cxnSpMkLst>
        </pc:cxnChg>
        <pc:cxnChg chg="mod">
          <ac:chgData name="Jamie Bowles" userId="b03588657e1764ed" providerId="LiveId" clId="{8ED2B2C3-C170-4DC1-A3C7-063920288560}" dt="2026-02-18T07:18:04.359" v="1375"/>
          <ac:cxnSpMkLst>
            <pc:docMk/>
            <pc:sldMk cId="4188041511" sldId="269"/>
            <ac:cxnSpMk id="179" creationId="{8E9EDA2D-5D66-FD9D-00B3-8E8EF5B30F32}"/>
          </ac:cxnSpMkLst>
        </pc:cxnChg>
        <pc:cxnChg chg="mod">
          <ac:chgData name="Jamie Bowles" userId="b03588657e1764ed" providerId="LiveId" clId="{8ED2B2C3-C170-4DC1-A3C7-063920288560}" dt="2026-02-18T07:18:04.359" v="1375"/>
          <ac:cxnSpMkLst>
            <pc:docMk/>
            <pc:sldMk cId="4188041511" sldId="269"/>
            <ac:cxnSpMk id="190" creationId="{2C845DE0-542C-7AE0-C6C1-CB7848603245}"/>
          </ac:cxnSpMkLst>
        </pc:cxnChg>
        <pc:cxnChg chg="mod">
          <ac:chgData name="Jamie Bowles" userId="b03588657e1764ed" providerId="LiveId" clId="{8ED2B2C3-C170-4DC1-A3C7-063920288560}" dt="2026-02-18T07:18:17.062" v="1382"/>
          <ac:cxnSpMkLst>
            <pc:docMk/>
            <pc:sldMk cId="4188041511" sldId="269"/>
            <ac:cxnSpMk id="198" creationId="{BC534249-83F8-4510-DCE9-94334D7C5E0D}"/>
          </ac:cxnSpMkLst>
        </pc:cxnChg>
        <pc:cxnChg chg="mod">
          <ac:chgData name="Jamie Bowles" userId="b03588657e1764ed" providerId="LiveId" clId="{8ED2B2C3-C170-4DC1-A3C7-063920288560}" dt="2026-02-18T07:18:17.062" v="1382"/>
          <ac:cxnSpMkLst>
            <pc:docMk/>
            <pc:sldMk cId="4188041511" sldId="269"/>
            <ac:cxnSpMk id="206" creationId="{FFA50BE2-6E50-DA8E-97E6-446100C94D32}"/>
          </ac:cxnSpMkLst>
        </pc:cxnChg>
        <pc:cxnChg chg="mod">
          <ac:chgData name="Jamie Bowles" userId="b03588657e1764ed" providerId="LiveId" clId="{8ED2B2C3-C170-4DC1-A3C7-063920288560}" dt="2026-02-18T07:18:17.062" v="1382"/>
          <ac:cxnSpMkLst>
            <pc:docMk/>
            <pc:sldMk cId="4188041511" sldId="269"/>
            <ac:cxnSpMk id="212" creationId="{C98A4C14-56F5-B69A-AE6A-0851DDCBFB68}"/>
          </ac:cxnSpMkLst>
        </pc:cxnChg>
        <pc:cxnChg chg="mod">
          <ac:chgData name="Jamie Bowles" userId="b03588657e1764ed" providerId="LiveId" clId="{8ED2B2C3-C170-4DC1-A3C7-063920288560}" dt="2026-02-18T07:18:29.075" v="1389"/>
          <ac:cxnSpMkLst>
            <pc:docMk/>
            <pc:sldMk cId="4188041511" sldId="269"/>
            <ac:cxnSpMk id="216" creationId="{525FEFB9-2A16-9D63-4199-A5248697C3D7}"/>
          </ac:cxnSpMkLst>
        </pc:cxnChg>
        <pc:cxnChg chg="mod">
          <ac:chgData name="Jamie Bowles" userId="b03588657e1764ed" providerId="LiveId" clId="{8ED2B2C3-C170-4DC1-A3C7-063920288560}" dt="2026-02-18T07:18:29.075" v="1389"/>
          <ac:cxnSpMkLst>
            <pc:docMk/>
            <pc:sldMk cId="4188041511" sldId="269"/>
            <ac:cxnSpMk id="217" creationId="{D85443F4-331C-EA9A-AFBE-1B54483CE174}"/>
          </ac:cxnSpMkLst>
        </pc:cxnChg>
        <pc:cxnChg chg="mod">
          <ac:chgData name="Jamie Bowles" userId="b03588657e1764ed" providerId="LiveId" clId="{8ED2B2C3-C170-4DC1-A3C7-063920288560}" dt="2026-02-18T07:18:29.075" v="1389"/>
          <ac:cxnSpMkLst>
            <pc:docMk/>
            <pc:sldMk cId="4188041511" sldId="269"/>
            <ac:cxnSpMk id="229" creationId="{DA4BDB59-6C63-617A-2ACE-313380816B16}"/>
          </ac:cxnSpMkLst>
        </pc:cxnChg>
        <pc:cxnChg chg="mod">
          <ac:chgData name="Jamie Bowles" userId="b03588657e1764ed" providerId="LiveId" clId="{8ED2B2C3-C170-4DC1-A3C7-063920288560}" dt="2026-02-18T07:18:42.228" v="1398"/>
          <ac:cxnSpMkLst>
            <pc:docMk/>
            <pc:sldMk cId="4188041511" sldId="269"/>
            <ac:cxnSpMk id="237" creationId="{B69F2124-0343-F14E-7E7D-F3BF60C39591}"/>
          </ac:cxnSpMkLst>
        </pc:cxnChg>
        <pc:cxnChg chg="mod">
          <ac:chgData name="Jamie Bowles" userId="b03588657e1764ed" providerId="LiveId" clId="{8ED2B2C3-C170-4DC1-A3C7-063920288560}" dt="2026-02-18T07:18:42.228" v="1398"/>
          <ac:cxnSpMkLst>
            <pc:docMk/>
            <pc:sldMk cId="4188041511" sldId="269"/>
            <ac:cxnSpMk id="249" creationId="{56B16BB3-310B-4ED5-0A9D-9DCA0BFF4B86}"/>
          </ac:cxnSpMkLst>
        </pc:cxnChg>
        <pc:cxnChg chg="mod">
          <ac:chgData name="Jamie Bowles" userId="b03588657e1764ed" providerId="LiveId" clId="{8ED2B2C3-C170-4DC1-A3C7-063920288560}" dt="2026-02-18T07:18:42.228" v="1398"/>
          <ac:cxnSpMkLst>
            <pc:docMk/>
            <pc:sldMk cId="4188041511" sldId="269"/>
            <ac:cxnSpMk id="253" creationId="{1AC0190F-CFBF-C874-1FDC-3E5456BC9CE2}"/>
          </ac:cxnSpMkLst>
        </pc:cxnChg>
        <pc:cxnChg chg="mod">
          <ac:chgData name="Jamie Bowles" userId="b03588657e1764ed" providerId="LiveId" clId="{8ED2B2C3-C170-4DC1-A3C7-063920288560}" dt="2026-02-18T07:19:10.278" v="1410"/>
          <ac:cxnSpMkLst>
            <pc:docMk/>
            <pc:sldMk cId="4188041511" sldId="269"/>
            <ac:cxnSpMk id="268" creationId="{19AA125C-5527-CBB5-72C3-2B324CB69556}"/>
          </ac:cxnSpMkLst>
        </pc:cxnChg>
        <pc:cxnChg chg="mod">
          <ac:chgData name="Jamie Bowles" userId="b03588657e1764ed" providerId="LiveId" clId="{8ED2B2C3-C170-4DC1-A3C7-063920288560}" dt="2026-02-18T07:19:10.278" v="1410"/>
          <ac:cxnSpMkLst>
            <pc:docMk/>
            <pc:sldMk cId="4188041511" sldId="269"/>
            <ac:cxnSpMk id="271" creationId="{F54C0D97-B8AB-D540-2C6B-4BF36DF6653E}"/>
          </ac:cxnSpMkLst>
        </pc:cxnChg>
        <pc:cxnChg chg="mod">
          <ac:chgData name="Jamie Bowles" userId="b03588657e1764ed" providerId="LiveId" clId="{8ED2B2C3-C170-4DC1-A3C7-063920288560}" dt="2026-02-18T07:19:10.278" v="1410"/>
          <ac:cxnSpMkLst>
            <pc:docMk/>
            <pc:sldMk cId="4188041511" sldId="269"/>
            <ac:cxnSpMk id="275" creationId="{8D4ADFC3-E68D-AF52-9E85-72A12FF5E9C5}"/>
          </ac:cxnSpMkLst>
        </pc:cxnChg>
        <pc:cxnChg chg="mod">
          <ac:chgData name="Jamie Bowles" userId="b03588657e1764ed" providerId="LiveId" clId="{8ED2B2C3-C170-4DC1-A3C7-063920288560}" dt="2026-02-18T07:19:56.642" v="1421"/>
          <ac:cxnSpMkLst>
            <pc:docMk/>
            <pc:sldMk cId="4188041511" sldId="269"/>
            <ac:cxnSpMk id="279" creationId="{679D2178-6C6E-12AF-533C-23DF4B5CB170}"/>
          </ac:cxnSpMkLst>
        </pc:cxnChg>
        <pc:cxnChg chg="mod">
          <ac:chgData name="Jamie Bowles" userId="b03588657e1764ed" providerId="LiveId" clId="{8ED2B2C3-C170-4DC1-A3C7-063920288560}" dt="2026-02-18T07:19:56.642" v="1421"/>
          <ac:cxnSpMkLst>
            <pc:docMk/>
            <pc:sldMk cId="4188041511" sldId="269"/>
            <ac:cxnSpMk id="281" creationId="{DD9AE1E0-0722-FE7C-358C-5996A05431BA}"/>
          </ac:cxnSpMkLst>
        </pc:cxnChg>
        <pc:cxnChg chg="mod">
          <ac:chgData name="Jamie Bowles" userId="b03588657e1764ed" providerId="LiveId" clId="{8ED2B2C3-C170-4DC1-A3C7-063920288560}" dt="2026-02-18T07:19:56.642" v="1421"/>
          <ac:cxnSpMkLst>
            <pc:docMk/>
            <pc:sldMk cId="4188041511" sldId="269"/>
            <ac:cxnSpMk id="292" creationId="{0A4C3DEB-997F-3CB3-A251-540F623458F6}"/>
          </ac:cxnSpMkLst>
        </pc:cxnChg>
        <pc:cxnChg chg="mod">
          <ac:chgData name="Jamie Bowles" userId="b03588657e1764ed" providerId="LiveId" clId="{8ED2B2C3-C170-4DC1-A3C7-063920288560}" dt="2026-02-18T07:20:07.594" v="1426"/>
          <ac:cxnSpMkLst>
            <pc:docMk/>
            <pc:sldMk cId="4188041511" sldId="269"/>
            <ac:cxnSpMk id="302" creationId="{4C2970B6-21D3-E70E-F09C-C6B88B98C84F}"/>
          </ac:cxnSpMkLst>
        </pc:cxnChg>
        <pc:cxnChg chg="mod">
          <ac:chgData name="Jamie Bowles" userId="b03588657e1764ed" providerId="LiveId" clId="{8ED2B2C3-C170-4DC1-A3C7-063920288560}" dt="2026-02-18T07:20:07.594" v="1426"/>
          <ac:cxnSpMkLst>
            <pc:docMk/>
            <pc:sldMk cId="4188041511" sldId="269"/>
            <ac:cxnSpMk id="313" creationId="{77EF9657-2610-040F-634D-D49A2242C972}"/>
          </ac:cxnSpMkLst>
        </pc:cxnChg>
        <pc:cxnChg chg="mod">
          <ac:chgData name="Jamie Bowles" userId="b03588657e1764ed" providerId="LiveId" clId="{8ED2B2C3-C170-4DC1-A3C7-063920288560}" dt="2026-02-18T07:20:07.594" v="1426"/>
          <ac:cxnSpMkLst>
            <pc:docMk/>
            <pc:sldMk cId="4188041511" sldId="269"/>
            <ac:cxnSpMk id="316" creationId="{B4ED8AD8-8582-F93E-1F0E-122508BB17BF}"/>
          </ac:cxnSpMkLst>
        </pc:cxnChg>
        <pc:cxnChg chg="mod">
          <ac:chgData name="Jamie Bowles" userId="b03588657e1764ed" providerId="LiveId" clId="{8ED2B2C3-C170-4DC1-A3C7-063920288560}" dt="2026-02-18T07:20:23.698" v="1435"/>
          <ac:cxnSpMkLst>
            <pc:docMk/>
            <pc:sldMk cId="4188041511" sldId="269"/>
            <ac:cxnSpMk id="324" creationId="{FE6A4DB2-7CCC-124C-8450-05FC0BF0E13F}"/>
          </ac:cxnSpMkLst>
        </pc:cxnChg>
        <pc:cxnChg chg="mod">
          <ac:chgData name="Jamie Bowles" userId="b03588657e1764ed" providerId="LiveId" clId="{8ED2B2C3-C170-4DC1-A3C7-063920288560}" dt="2026-02-18T07:20:23.698" v="1435"/>
          <ac:cxnSpMkLst>
            <pc:docMk/>
            <pc:sldMk cId="4188041511" sldId="269"/>
            <ac:cxnSpMk id="331" creationId="{54D7DACB-A453-ED8B-1D36-FF33B3CB9A60}"/>
          </ac:cxnSpMkLst>
        </pc:cxnChg>
        <pc:cxnChg chg="mod">
          <ac:chgData name="Jamie Bowles" userId="b03588657e1764ed" providerId="LiveId" clId="{8ED2B2C3-C170-4DC1-A3C7-063920288560}" dt="2026-02-18T07:20:23.698" v="1435"/>
          <ac:cxnSpMkLst>
            <pc:docMk/>
            <pc:sldMk cId="4188041511" sldId="269"/>
            <ac:cxnSpMk id="338" creationId="{8C8B318F-4BC1-BF36-8C97-88BA9D895746}"/>
          </ac:cxnSpMkLst>
        </pc:cxnChg>
        <pc:cxnChg chg="mod">
          <ac:chgData name="Jamie Bowles" userId="b03588657e1764ed" providerId="LiveId" clId="{8ED2B2C3-C170-4DC1-A3C7-063920288560}" dt="2026-02-18T07:20:36.308" v="1441"/>
          <ac:cxnSpMkLst>
            <pc:docMk/>
            <pc:sldMk cId="4188041511" sldId="269"/>
            <ac:cxnSpMk id="344" creationId="{E4D52A43-7A99-AF5F-7636-483779AA495F}"/>
          </ac:cxnSpMkLst>
        </pc:cxnChg>
        <pc:cxnChg chg="mod">
          <ac:chgData name="Jamie Bowles" userId="b03588657e1764ed" providerId="LiveId" clId="{8ED2B2C3-C170-4DC1-A3C7-063920288560}" dt="2026-02-18T07:20:36.308" v="1441"/>
          <ac:cxnSpMkLst>
            <pc:docMk/>
            <pc:sldMk cId="4188041511" sldId="269"/>
            <ac:cxnSpMk id="348" creationId="{3E77A874-56D3-BDF7-6EA3-E369E0A22623}"/>
          </ac:cxnSpMkLst>
        </pc:cxnChg>
        <pc:cxnChg chg="mod">
          <ac:chgData name="Jamie Bowles" userId="b03588657e1764ed" providerId="LiveId" clId="{8ED2B2C3-C170-4DC1-A3C7-063920288560}" dt="2026-02-18T07:20:36.308" v="1441"/>
          <ac:cxnSpMkLst>
            <pc:docMk/>
            <pc:sldMk cId="4188041511" sldId="269"/>
            <ac:cxnSpMk id="352" creationId="{194C8B8B-E163-A75C-5AC5-2871E28778AF}"/>
          </ac:cxnSpMkLst>
        </pc:cxnChg>
        <pc:cxnChg chg="mod">
          <ac:chgData name="Jamie Bowles" userId="b03588657e1764ed" providerId="LiveId" clId="{8ED2B2C3-C170-4DC1-A3C7-063920288560}" dt="2026-02-18T07:20:50.152" v="1450"/>
          <ac:cxnSpMkLst>
            <pc:docMk/>
            <pc:sldMk cId="4188041511" sldId="269"/>
            <ac:cxnSpMk id="370" creationId="{35F6EB89-2D79-6E48-3DB3-2CC0A6F05CA8}"/>
          </ac:cxnSpMkLst>
        </pc:cxnChg>
        <pc:cxnChg chg="mod">
          <ac:chgData name="Jamie Bowles" userId="b03588657e1764ed" providerId="LiveId" clId="{8ED2B2C3-C170-4DC1-A3C7-063920288560}" dt="2026-02-18T07:20:50.152" v="1450"/>
          <ac:cxnSpMkLst>
            <pc:docMk/>
            <pc:sldMk cId="4188041511" sldId="269"/>
            <ac:cxnSpMk id="373" creationId="{C7025623-5F20-2E39-AE1C-0B6A8C4DC37A}"/>
          </ac:cxnSpMkLst>
        </pc:cxnChg>
        <pc:cxnChg chg="mod">
          <ac:chgData name="Jamie Bowles" userId="b03588657e1764ed" providerId="LiveId" clId="{8ED2B2C3-C170-4DC1-A3C7-063920288560}" dt="2026-02-18T07:20:50.152" v="1450"/>
          <ac:cxnSpMkLst>
            <pc:docMk/>
            <pc:sldMk cId="4188041511" sldId="269"/>
            <ac:cxnSpMk id="376" creationId="{E6B0BEE7-B6A9-C528-4957-BD16EEA8E56C}"/>
          </ac:cxnSpMkLst>
        </pc:cxnChg>
      </pc:sldChg>
      <pc:sldChg chg="addSp delSp modSp add mod ord">
        <pc:chgData name="Jamie Bowles" userId="b03588657e1764ed" providerId="LiveId" clId="{8ED2B2C3-C170-4DC1-A3C7-063920288560}" dt="2026-03-13T01:51:05.601" v="3584" actId="1038"/>
        <pc:sldMkLst>
          <pc:docMk/>
          <pc:sldMk cId="154710854" sldId="270"/>
        </pc:sldMkLst>
        <pc:spChg chg="add del mod">
          <ac:chgData name="Jamie Bowles" userId="b03588657e1764ed" providerId="LiveId" clId="{8ED2B2C3-C170-4DC1-A3C7-063920288560}" dt="2026-03-13T00:13:58.880" v="3129" actId="478"/>
          <ac:spMkLst>
            <pc:docMk/>
            <pc:sldMk cId="154710854" sldId="270"/>
            <ac:spMk id="11" creationId="{0A42C439-E84C-1BBB-9B5D-1CD044561995}"/>
          </ac:spMkLst>
        </pc:spChg>
        <pc:spChg chg="add mod">
          <ac:chgData name="Jamie Bowles" userId="b03588657e1764ed" providerId="LiveId" clId="{8ED2B2C3-C170-4DC1-A3C7-063920288560}" dt="2026-03-13T00:15:01.980" v="3139" actId="164"/>
          <ac:spMkLst>
            <pc:docMk/>
            <pc:sldMk cId="154710854" sldId="270"/>
            <ac:spMk id="13" creationId="{C15C1C74-D032-EA3F-1C3D-59B0B1D6130D}"/>
          </ac:spMkLst>
        </pc:spChg>
        <pc:spChg chg="add del mod">
          <ac:chgData name="Jamie Bowles" userId="b03588657e1764ed" providerId="LiveId" clId="{8ED2B2C3-C170-4DC1-A3C7-063920288560}" dt="2026-03-13T00:14:01.830" v="3131" actId="478"/>
          <ac:spMkLst>
            <pc:docMk/>
            <pc:sldMk cId="154710854" sldId="270"/>
            <ac:spMk id="17" creationId="{1DC4A64B-A009-83AF-42DF-E827223C16A9}"/>
          </ac:spMkLst>
        </pc:spChg>
        <pc:spChg chg="del mod">
          <ac:chgData name="Jamie Bowles" userId="b03588657e1764ed" providerId="LiveId" clId="{8ED2B2C3-C170-4DC1-A3C7-063920288560}" dt="2026-03-12T23:56:17.853" v="2991" actId="478"/>
          <ac:spMkLst>
            <pc:docMk/>
            <pc:sldMk cId="154710854" sldId="270"/>
            <ac:spMk id="21" creationId="{47377ACF-7A5F-FC8F-AE52-5300F392E5DB}"/>
          </ac:spMkLst>
        </pc:spChg>
        <pc:spChg chg="add del mod">
          <ac:chgData name="Jamie Bowles" userId="b03588657e1764ed" providerId="LiveId" clId="{8ED2B2C3-C170-4DC1-A3C7-063920288560}" dt="2026-03-13T00:14:04.102" v="3132" actId="478"/>
          <ac:spMkLst>
            <pc:docMk/>
            <pc:sldMk cId="154710854" sldId="270"/>
            <ac:spMk id="23" creationId="{5387F7E9-464B-8F38-84C5-8D54638AEEEC}"/>
          </ac:spMkLst>
        </pc:spChg>
        <pc:spChg chg="add del mod">
          <ac:chgData name="Jamie Bowles" userId="b03588657e1764ed" providerId="LiveId" clId="{8ED2B2C3-C170-4DC1-A3C7-063920288560}" dt="2026-03-13T00:14:06.045" v="3133" actId="478"/>
          <ac:spMkLst>
            <pc:docMk/>
            <pc:sldMk cId="154710854" sldId="270"/>
            <ac:spMk id="24" creationId="{8AF2170B-90B2-B883-9E92-3AF41AA887C5}"/>
          </ac:spMkLst>
        </pc:spChg>
        <pc:spChg chg="add del mod">
          <ac:chgData name="Jamie Bowles" userId="b03588657e1764ed" providerId="LiveId" clId="{8ED2B2C3-C170-4DC1-A3C7-063920288560}" dt="2026-03-13T00:14:00.405" v="3130" actId="478"/>
          <ac:spMkLst>
            <pc:docMk/>
            <pc:sldMk cId="154710854" sldId="270"/>
            <ac:spMk id="27" creationId="{175BFDCB-4654-C0C9-03F7-84292FB25511}"/>
          </ac:spMkLst>
        </pc:spChg>
        <pc:spChg chg="add mod">
          <ac:chgData name="Jamie Bowles" userId="b03588657e1764ed" providerId="LiveId" clId="{8ED2B2C3-C170-4DC1-A3C7-063920288560}" dt="2026-03-13T00:14:39.536" v="3138" actId="1076"/>
          <ac:spMkLst>
            <pc:docMk/>
            <pc:sldMk cId="154710854" sldId="270"/>
            <ac:spMk id="54" creationId="{342D4EF4-5336-3C7E-9821-4043393B68B0}"/>
          </ac:spMkLst>
        </pc:spChg>
        <pc:spChg chg="mod">
          <ac:chgData name="Jamie Bowles" userId="b03588657e1764ed" providerId="LiveId" clId="{8ED2B2C3-C170-4DC1-A3C7-063920288560}" dt="2026-03-13T00:15:04.189" v="3140"/>
          <ac:spMkLst>
            <pc:docMk/>
            <pc:sldMk cId="154710854" sldId="270"/>
            <ac:spMk id="57" creationId="{BEBEB2F4-82F5-39AF-BC4C-A77DCDA369CF}"/>
          </ac:spMkLst>
        </pc:spChg>
        <pc:spChg chg="mod">
          <ac:chgData name="Jamie Bowles" userId="b03588657e1764ed" providerId="LiveId" clId="{8ED2B2C3-C170-4DC1-A3C7-063920288560}" dt="2026-03-13T00:15:17.536" v="3142"/>
          <ac:spMkLst>
            <pc:docMk/>
            <pc:sldMk cId="154710854" sldId="270"/>
            <ac:spMk id="61" creationId="{DC916989-8048-4D95-53E9-3D1216F9A6C8}"/>
          </ac:spMkLst>
        </pc:spChg>
        <pc:spChg chg="mod">
          <ac:chgData name="Jamie Bowles" userId="b03588657e1764ed" providerId="LiveId" clId="{8ED2B2C3-C170-4DC1-A3C7-063920288560}" dt="2026-03-13T00:15:49.632" v="3153"/>
          <ac:spMkLst>
            <pc:docMk/>
            <pc:sldMk cId="154710854" sldId="270"/>
            <ac:spMk id="129" creationId="{85622BD3-76E9-D716-A95D-5D41C0A5DEBA}"/>
          </ac:spMkLst>
        </pc:spChg>
        <pc:spChg chg="mod">
          <ac:chgData name="Jamie Bowles" userId="b03588657e1764ed" providerId="LiveId" clId="{8ED2B2C3-C170-4DC1-A3C7-063920288560}" dt="2026-03-13T00:16:38.469" v="3157"/>
          <ac:spMkLst>
            <pc:docMk/>
            <pc:sldMk cId="154710854" sldId="270"/>
            <ac:spMk id="133" creationId="{F5AF20C0-049D-6CA6-6A30-EBB685D12C5B}"/>
          </ac:spMkLst>
        </pc:spChg>
        <pc:spChg chg="mod">
          <ac:chgData name="Jamie Bowles" userId="b03588657e1764ed" providerId="LiveId" clId="{8ED2B2C3-C170-4DC1-A3C7-063920288560}" dt="2026-03-13T00:17:03.759" v="3160"/>
          <ac:spMkLst>
            <pc:docMk/>
            <pc:sldMk cId="154710854" sldId="270"/>
            <ac:spMk id="137" creationId="{68293D2F-4D4E-4F53-983E-DBFAE0B7EBFF}"/>
          </ac:spMkLst>
        </pc:spChg>
        <pc:spChg chg="add del mod">
          <ac:chgData name="Jamie Bowles" userId="b03588657e1764ed" providerId="LiveId" clId="{8ED2B2C3-C170-4DC1-A3C7-063920288560}" dt="2026-03-13T00:21:39.002" v="3195" actId="478"/>
          <ac:spMkLst>
            <pc:docMk/>
            <pc:sldMk cId="154710854" sldId="270"/>
            <ac:spMk id="140" creationId="{AFB1981B-BC92-962E-2D19-5EB6D9ED1A1B}"/>
          </ac:spMkLst>
        </pc:spChg>
        <pc:spChg chg="mod">
          <ac:chgData name="Jamie Bowles" userId="b03588657e1764ed" providerId="LiveId" clId="{8ED2B2C3-C170-4DC1-A3C7-063920288560}" dt="2026-03-13T00:41:01.711" v="3313" actId="20577"/>
          <ac:spMkLst>
            <pc:docMk/>
            <pc:sldMk cId="154710854" sldId="270"/>
            <ac:spMk id="142" creationId="{C6E6B69F-DD81-7D98-6563-714444A8A1E4}"/>
          </ac:spMkLst>
        </pc:spChg>
        <pc:spChg chg="mod">
          <ac:chgData name="Jamie Bowles" userId="b03588657e1764ed" providerId="LiveId" clId="{8ED2B2C3-C170-4DC1-A3C7-063920288560}" dt="2026-03-13T00:21:43.880" v="3196"/>
          <ac:spMkLst>
            <pc:docMk/>
            <pc:sldMk cId="154710854" sldId="270"/>
            <ac:spMk id="147" creationId="{7AE66FF4-5850-A2B3-B00A-EFDFF310AE51}"/>
          </ac:spMkLst>
        </pc:spChg>
        <pc:spChg chg="add mod">
          <ac:chgData name="Jamie Bowles" userId="b03588657e1764ed" providerId="LiveId" clId="{8ED2B2C3-C170-4DC1-A3C7-063920288560}" dt="2026-03-13T01:03:29.301" v="3439" actId="1037"/>
          <ac:spMkLst>
            <pc:docMk/>
            <pc:sldMk cId="154710854" sldId="270"/>
            <ac:spMk id="200" creationId="{C7DB7FC1-83DC-969C-E84E-93044872C7AF}"/>
          </ac:spMkLst>
        </pc:spChg>
        <pc:spChg chg="add del mod">
          <ac:chgData name="Jamie Bowles" userId="b03588657e1764ed" providerId="LiveId" clId="{8ED2B2C3-C170-4DC1-A3C7-063920288560}" dt="2026-03-13T01:02:55.523" v="3434" actId="478"/>
          <ac:spMkLst>
            <pc:docMk/>
            <pc:sldMk cId="154710854" sldId="270"/>
            <ac:spMk id="209" creationId="{1E7B7E31-4195-6604-11BA-0C803D254301}"/>
          </ac:spMkLst>
        </pc:spChg>
        <pc:spChg chg="add mod">
          <ac:chgData name="Jamie Bowles" userId="b03588657e1764ed" providerId="LiveId" clId="{8ED2B2C3-C170-4DC1-A3C7-063920288560}" dt="2026-03-13T01:25:06.373" v="3445" actId="1035"/>
          <ac:spMkLst>
            <pc:docMk/>
            <pc:sldMk cId="154710854" sldId="270"/>
            <ac:spMk id="210" creationId="{373E587D-AD7F-807E-7B2F-392D620D1DD0}"/>
          </ac:spMkLst>
        </pc:spChg>
        <pc:spChg chg="add mod">
          <ac:chgData name="Jamie Bowles" userId="b03588657e1764ed" providerId="LiveId" clId="{8ED2B2C3-C170-4DC1-A3C7-063920288560}" dt="2026-03-13T01:28:40.937" v="3465" actId="1038"/>
          <ac:spMkLst>
            <pc:docMk/>
            <pc:sldMk cId="154710854" sldId="270"/>
            <ac:spMk id="211" creationId="{0D134A3F-EAA3-699A-0BCE-F24E01CC731C}"/>
          </ac:spMkLst>
        </pc:spChg>
        <pc:spChg chg="add mod">
          <ac:chgData name="Jamie Bowles" userId="b03588657e1764ed" providerId="LiveId" clId="{8ED2B2C3-C170-4DC1-A3C7-063920288560}" dt="2026-03-13T01:35:46.634" v="3473" actId="1035"/>
          <ac:spMkLst>
            <pc:docMk/>
            <pc:sldMk cId="154710854" sldId="270"/>
            <ac:spMk id="212" creationId="{4D1FCD0D-B8B1-36E3-62FB-7206F3D49DA0}"/>
          </ac:spMkLst>
        </pc:spChg>
        <pc:grpChg chg="del">
          <ac:chgData name="Jamie Bowles" userId="b03588657e1764ed" providerId="LiveId" clId="{8ED2B2C3-C170-4DC1-A3C7-063920288560}" dt="2026-03-12T23:55:12.047" v="2984" actId="165"/>
          <ac:grpSpMkLst>
            <pc:docMk/>
            <pc:sldMk cId="154710854" sldId="270"/>
            <ac:grpSpMk id="2" creationId="{D7BEFF70-6437-6541-7CCF-40F8A13DCF23}"/>
          </ac:grpSpMkLst>
        </pc:grpChg>
        <pc:grpChg chg="mod topLvl">
          <ac:chgData name="Jamie Bowles" userId="b03588657e1764ed" providerId="LiveId" clId="{8ED2B2C3-C170-4DC1-A3C7-063920288560}" dt="2026-03-12T23:58:03.690" v="2997" actId="164"/>
          <ac:grpSpMkLst>
            <pc:docMk/>
            <pc:sldMk cId="154710854" sldId="270"/>
            <ac:grpSpMk id="4" creationId="{96A1A652-3FB4-4A90-64E3-D984B5120D6C}"/>
          </ac:grpSpMkLst>
        </pc:grpChg>
        <pc:grpChg chg="add mod">
          <ac:chgData name="Jamie Bowles" userId="b03588657e1764ed" providerId="LiveId" clId="{8ED2B2C3-C170-4DC1-A3C7-063920288560}" dt="2026-03-13T01:27:55.013" v="3457" actId="1076"/>
          <ac:grpSpMkLst>
            <pc:docMk/>
            <pc:sldMk cId="154710854" sldId="270"/>
            <ac:grpSpMk id="7" creationId="{A2DC2075-8772-61AD-4117-81D6F7972011}"/>
          </ac:grpSpMkLst>
        </pc:grpChg>
        <pc:grpChg chg="add mod">
          <ac:chgData name="Jamie Bowles" userId="b03588657e1764ed" providerId="LiveId" clId="{8ED2B2C3-C170-4DC1-A3C7-063920288560}" dt="2026-03-13T00:09:46.862" v="3074" actId="164"/>
          <ac:grpSpMkLst>
            <pc:docMk/>
            <pc:sldMk cId="154710854" sldId="270"/>
            <ac:grpSpMk id="43" creationId="{26B18B22-2D40-E9A4-0CA6-4B73C484FC4D}"/>
          </ac:grpSpMkLst>
        </pc:grpChg>
        <pc:grpChg chg="add mod">
          <ac:chgData name="Jamie Bowles" userId="b03588657e1764ed" providerId="LiveId" clId="{8ED2B2C3-C170-4DC1-A3C7-063920288560}" dt="2026-03-13T00:11:35.406" v="3098" actId="1036"/>
          <ac:grpSpMkLst>
            <pc:docMk/>
            <pc:sldMk cId="154710854" sldId="270"/>
            <ac:grpSpMk id="44" creationId="{A4FE4DE5-DEBA-9DE1-4973-6DEC5EB0D44B}"/>
          </ac:grpSpMkLst>
        </pc:grpChg>
        <pc:grpChg chg="add mod ord">
          <ac:chgData name="Jamie Bowles" userId="b03588657e1764ed" providerId="LiveId" clId="{8ED2B2C3-C170-4DC1-A3C7-063920288560}" dt="2026-03-13T00:18:02.155" v="3168" actId="167"/>
          <ac:grpSpMkLst>
            <pc:docMk/>
            <pc:sldMk cId="154710854" sldId="270"/>
            <ac:grpSpMk id="55" creationId="{C3C2CC3F-B12D-FCCA-249F-5795D3572C2B}"/>
          </ac:grpSpMkLst>
        </pc:grpChg>
        <pc:grpChg chg="add mod ord">
          <ac:chgData name="Jamie Bowles" userId="b03588657e1764ed" providerId="LiveId" clId="{8ED2B2C3-C170-4DC1-A3C7-063920288560}" dt="2026-03-13T00:17:58.358" v="3167" actId="167"/>
          <ac:grpSpMkLst>
            <pc:docMk/>
            <pc:sldMk cId="154710854" sldId="270"/>
            <ac:grpSpMk id="56" creationId="{C77F63A2-C22B-73D2-144B-CC0A08DC3A40}"/>
          </ac:grpSpMkLst>
        </pc:grpChg>
        <pc:grpChg chg="add mod ord">
          <ac:chgData name="Jamie Bowles" userId="b03588657e1764ed" providerId="LiveId" clId="{8ED2B2C3-C170-4DC1-A3C7-063920288560}" dt="2026-03-13T00:18:20.602" v="3172" actId="167"/>
          <ac:grpSpMkLst>
            <pc:docMk/>
            <pc:sldMk cId="154710854" sldId="270"/>
            <ac:grpSpMk id="60" creationId="{478D510D-9AB5-C4A3-E9CB-BDFFC308996C}"/>
          </ac:grpSpMkLst>
        </pc:grpChg>
        <pc:grpChg chg="add mod ord">
          <ac:chgData name="Jamie Bowles" userId="b03588657e1764ed" providerId="LiveId" clId="{8ED2B2C3-C170-4DC1-A3C7-063920288560}" dt="2026-03-13T00:18:16.420" v="3171" actId="167"/>
          <ac:grpSpMkLst>
            <pc:docMk/>
            <pc:sldMk cId="154710854" sldId="270"/>
            <ac:grpSpMk id="128" creationId="{D9AB8289-CFF8-24B7-9D61-B36A6B07DC2C}"/>
          </ac:grpSpMkLst>
        </pc:grpChg>
        <pc:grpChg chg="add mod ord">
          <ac:chgData name="Jamie Bowles" userId="b03588657e1764ed" providerId="LiveId" clId="{8ED2B2C3-C170-4DC1-A3C7-063920288560}" dt="2026-03-13T00:25:13.392" v="3208" actId="688"/>
          <ac:grpSpMkLst>
            <pc:docMk/>
            <pc:sldMk cId="154710854" sldId="270"/>
            <ac:grpSpMk id="132" creationId="{9150F26E-D37A-9DF4-8449-64F82BCE6542}"/>
          </ac:grpSpMkLst>
        </pc:grpChg>
        <pc:grpChg chg="add mod ord">
          <ac:chgData name="Jamie Bowles" userId="b03588657e1764ed" providerId="LiveId" clId="{8ED2B2C3-C170-4DC1-A3C7-063920288560}" dt="2026-03-13T00:18:06.562" v="3169" actId="167"/>
          <ac:grpSpMkLst>
            <pc:docMk/>
            <pc:sldMk cId="154710854" sldId="270"/>
            <ac:grpSpMk id="136" creationId="{5D54D130-F93F-4F21-9CFE-81EFB3A55EB2}"/>
          </ac:grpSpMkLst>
        </pc:grpChg>
        <pc:grpChg chg="add mod">
          <ac:chgData name="Jamie Bowles" userId="b03588657e1764ed" providerId="LiveId" clId="{8ED2B2C3-C170-4DC1-A3C7-063920288560}" dt="2026-03-13T00:21:51.976" v="3197" actId="1076"/>
          <ac:grpSpMkLst>
            <pc:docMk/>
            <pc:sldMk cId="154710854" sldId="270"/>
            <ac:grpSpMk id="146" creationId="{D392E6D4-0A0D-B03D-C554-0944EAA0123F}"/>
          </ac:grpSpMkLst>
        </pc:grpChg>
        <pc:grpChg chg="add del mod">
          <ac:chgData name="Jamie Bowles" userId="b03588657e1764ed" providerId="LiveId" clId="{8ED2B2C3-C170-4DC1-A3C7-063920288560}" dt="2026-03-13T00:53:24.230" v="3363" actId="478"/>
          <ac:grpSpMkLst>
            <pc:docMk/>
            <pc:sldMk cId="154710854" sldId="270"/>
            <ac:grpSpMk id="191" creationId="{EF864D9C-010D-053E-C094-F32B36704BF9}"/>
          </ac:grpSpMkLst>
        </pc:grpChg>
        <pc:grpChg chg="add del mod">
          <ac:chgData name="Jamie Bowles" userId="b03588657e1764ed" providerId="LiveId" clId="{8ED2B2C3-C170-4DC1-A3C7-063920288560}" dt="2026-03-13T00:53:20.978" v="3362" actId="478"/>
          <ac:grpSpMkLst>
            <pc:docMk/>
            <pc:sldMk cId="154710854" sldId="270"/>
            <ac:grpSpMk id="192" creationId="{338AAEE6-0EE6-598E-0C33-5035A8F748BE}"/>
          </ac:grpSpMkLst>
        </pc:grpChg>
        <pc:cxnChg chg="mod">
          <ac:chgData name="Jamie Bowles" userId="b03588657e1764ed" providerId="LiveId" clId="{8ED2B2C3-C170-4DC1-A3C7-063920288560}" dt="2026-03-12T23:58:03.690" v="2997" actId="164"/>
          <ac:cxnSpMkLst>
            <pc:docMk/>
            <pc:sldMk cId="154710854" sldId="270"/>
            <ac:cxnSpMk id="5" creationId="{C796BAB3-C59A-3F67-AEA3-38B6C7242163}"/>
          </ac:cxnSpMkLst>
        </pc:cxnChg>
        <pc:cxnChg chg="mod">
          <ac:chgData name="Jamie Bowles" userId="b03588657e1764ed" providerId="LiveId" clId="{8ED2B2C3-C170-4DC1-A3C7-063920288560}" dt="2026-03-12T23:58:03.690" v="2997" actId="164"/>
          <ac:cxnSpMkLst>
            <pc:docMk/>
            <pc:sldMk cId="154710854" sldId="270"/>
            <ac:cxnSpMk id="6" creationId="{4E2E1678-590B-864E-9FFD-665F46A76C50}"/>
          </ac:cxnSpMkLst>
        </pc:cxnChg>
        <pc:cxnChg chg="mod topLvl">
          <ac:chgData name="Jamie Bowles" userId="b03588657e1764ed" providerId="LiveId" clId="{8ED2B2C3-C170-4DC1-A3C7-063920288560}" dt="2026-03-12T23:58:03.690" v="2997" actId="164"/>
          <ac:cxnSpMkLst>
            <pc:docMk/>
            <pc:sldMk cId="154710854" sldId="270"/>
            <ac:cxnSpMk id="8" creationId="{E4823011-E4C2-1BFC-79E8-D042FA857C8C}"/>
          </ac:cxnSpMkLst>
        </pc:cxnChg>
        <pc:cxnChg chg="mod">
          <ac:chgData name="Jamie Bowles" userId="b03588657e1764ed" providerId="LiveId" clId="{8ED2B2C3-C170-4DC1-A3C7-063920288560}" dt="2026-03-12T23:58:03.690" v="2997" actId="164"/>
          <ac:cxnSpMkLst>
            <pc:docMk/>
            <pc:sldMk cId="154710854" sldId="270"/>
            <ac:cxnSpMk id="9" creationId="{B587F55F-64A1-4E9B-93D7-46A0F1A95A38}"/>
          </ac:cxnSpMkLst>
        </pc:cxnChg>
        <pc:cxnChg chg="mod">
          <ac:chgData name="Jamie Bowles" userId="b03588657e1764ed" providerId="LiveId" clId="{8ED2B2C3-C170-4DC1-A3C7-063920288560}" dt="2026-03-12T23:58:03.690" v="2997" actId="164"/>
          <ac:cxnSpMkLst>
            <pc:docMk/>
            <pc:sldMk cId="154710854" sldId="270"/>
            <ac:cxnSpMk id="10" creationId="{3ACCAA90-6A94-66E4-898B-7908A2929B2D}"/>
          </ac:cxnSpMkLst>
        </pc:cxnChg>
        <pc:cxnChg chg="mod topLvl">
          <ac:chgData name="Jamie Bowles" userId="b03588657e1764ed" providerId="LiveId" clId="{8ED2B2C3-C170-4DC1-A3C7-063920288560}" dt="2026-03-12T23:58:03.690" v="2997" actId="164"/>
          <ac:cxnSpMkLst>
            <pc:docMk/>
            <pc:sldMk cId="154710854" sldId="270"/>
            <ac:cxnSpMk id="12" creationId="{376D6F70-0B98-0124-D7E9-2418A843BB52}"/>
          </ac:cxnSpMkLst>
        </pc:cxnChg>
        <pc:cxnChg chg="del mod">
          <ac:chgData name="Jamie Bowles" userId="b03588657e1764ed" providerId="LiveId" clId="{8ED2B2C3-C170-4DC1-A3C7-063920288560}" dt="2026-03-12T23:55:29.607" v="2989" actId="478"/>
          <ac:cxnSpMkLst>
            <pc:docMk/>
            <pc:sldMk cId="154710854" sldId="270"/>
            <ac:cxnSpMk id="14" creationId="{748EC243-4DF8-7248-D9C3-9029CF14450F}"/>
          </ac:cxnSpMkLst>
        </pc:cxnChg>
        <pc:cxnChg chg="del">
          <ac:chgData name="Jamie Bowles" userId="b03588657e1764ed" providerId="LiveId" clId="{8ED2B2C3-C170-4DC1-A3C7-063920288560}" dt="2026-03-12T23:55:31.867" v="2990" actId="478"/>
          <ac:cxnSpMkLst>
            <pc:docMk/>
            <pc:sldMk cId="154710854" sldId="270"/>
            <ac:cxnSpMk id="15" creationId="{20DBC088-F399-ECC9-4A3F-9C255404F45E}"/>
          </ac:cxnSpMkLst>
        </pc:cxnChg>
        <pc:cxnChg chg="del mod">
          <ac:chgData name="Jamie Bowles" userId="b03588657e1764ed" providerId="LiveId" clId="{8ED2B2C3-C170-4DC1-A3C7-063920288560}" dt="2026-03-12T23:55:21.983" v="2985" actId="478"/>
          <ac:cxnSpMkLst>
            <pc:docMk/>
            <pc:sldMk cId="154710854" sldId="270"/>
            <ac:cxnSpMk id="16" creationId="{348A5115-636B-B172-F645-94B230D09B0F}"/>
          </ac:cxnSpMkLst>
        </pc:cxnChg>
        <pc:cxnChg chg="del mod topLvl">
          <ac:chgData name="Jamie Bowles" userId="b03588657e1764ed" providerId="LiveId" clId="{8ED2B2C3-C170-4DC1-A3C7-063920288560}" dt="2026-03-12T23:55:24.781" v="2986" actId="478"/>
          <ac:cxnSpMkLst>
            <pc:docMk/>
            <pc:sldMk cId="154710854" sldId="270"/>
            <ac:cxnSpMk id="18" creationId="{21E9B112-7508-EA39-8ECD-5D7F39204C35}"/>
          </ac:cxnSpMkLst>
        </pc:cxnChg>
        <pc:cxnChg chg="del">
          <ac:chgData name="Jamie Bowles" userId="b03588657e1764ed" providerId="LiveId" clId="{8ED2B2C3-C170-4DC1-A3C7-063920288560}" dt="2026-03-12T23:55:26.196" v="2987" actId="478"/>
          <ac:cxnSpMkLst>
            <pc:docMk/>
            <pc:sldMk cId="154710854" sldId="270"/>
            <ac:cxnSpMk id="19" creationId="{3FD2B441-EBBE-2D0B-B627-620FBB7B0A75}"/>
          </ac:cxnSpMkLst>
        </pc:cxnChg>
        <pc:cxnChg chg="del mod topLvl">
          <ac:chgData name="Jamie Bowles" userId="b03588657e1764ed" providerId="LiveId" clId="{8ED2B2C3-C170-4DC1-A3C7-063920288560}" dt="2026-03-12T23:55:27.448" v="2988" actId="478"/>
          <ac:cxnSpMkLst>
            <pc:docMk/>
            <pc:sldMk cId="154710854" sldId="270"/>
            <ac:cxnSpMk id="20" creationId="{23C9EA96-E8B2-ED3D-8D3D-D4FCF2B34951}"/>
          </ac:cxnSpMkLst>
        </pc:cxnChg>
        <pc:cxnChg chg="del mod">
          <ac:chgData name="Jamie Bowles" userId="b03588657e1764ed" providerId="LiveId" clId="{8ED2B2C3-C170-4DC1-A3C7-063920288560}" dt="2026-03-12T23:57:02.097" v="2994" actId="478"/>
          <ac:cxnSpMkLst>
            <pc:docMk/>
            <pc:sldMk cId="154710854" sldId="270"/>
            <ac:cxnSpMk id="22" creationId="{6242CEB4-455F-77DB-5E73-28F47A4BCD0A}"/>
          </ac:cxnSpMkLst>
        </pc:cxnChg>
        <pc:cxnChg chg="mod">
          <ac:chgData name="Jamie Bowles" userId="b03588657e1764ed" providerId="LiveId" clId="{8ED2B2C3-C170-4DC1-A3C7-063920288560}" dt="2026-03-12T23:56:17.853" v="2991" actId="478"/>
          <ac:cxnSpMkLst>
            <pc:docMk/>
            <pc:sldMk cId="154710854" sldId="270"/>
            <ac:cxnSpMk id="25" creationId="{4BF0DE4A-365F-A82D-EBD9-3072714829F2}"/>
          </ac:cxnSpMkLst>
        </pc:cxnChg>
        <pc:cxnChg chg="mod">
          <ac:chgData name="Jamie Bowles" userId="b03588657e1764ed" providerId="LiveId" clId="{8ED2B2C3-C170-4DC1-A3C7-063920288560}" dt="2026-03-13T00:08:16.168" v="3065" actId="1076"/>
          <ac:cxnSpMkLst>
            <pc:docMk/>
            <pc:sldMk cId="154710854" sldId="270"/>
            <ac:cxnSpMk id="26" creationId="{3085C9B1-5ACB-722E-C053-5C545E720595}"/>
          </ac:cxnSpMkLst>
        </pc:cxnChg>
        <pc:cxnChg chg="del">
          <ac:chgData name="Jamie Bowles" userId="b03588657e1764ed" providerId="LiveId" clId="{8ED2B2C3-C170-4DC1-A3C7-063920288560}" dt="2026-03-12T23:57:37.950" v="2996" actId="478"/>
          <ac:cxnSpMkLst>
            <pc:docMk/>
            <pc:sldMk cId="154710854" sldId="270"/>
            <ac:cxnSpMk id="28" creationId="{A0E26D03-221A-1B74-482F-FFA4F327A028}"/>
          </ac:cxnSpMkLst>
        </pc:cxnChg>
        <pc:cxnChg chg="mod">
          <ac:chgData name="Jamie Bowles" userId="b03588657e1764ed" providerId="LiveId" clId="{8ED2B2C3-C170-4DC1-A3C7-063920288560}" dt="2026-03-12T23:56:40.164" v="2993" actId="14100"/>
          <ac:cxnSpMkLst>
            <pc:docMk/>
            <pc:sldMk cId="154710854" sldId="270"/>
            <ac:cxnSpMk id="29" creationId="{3CC6347F-0AD6-F8AF-8CAF-FDC0E9E154C8}"/>
          </ac:cxnSpMkLst>
        </pc:cxnChg>
        <pc:cxnChg chg="add mod">
          <ac:chgData name="Jamie Bowles" userId="b03588657e1764ed" providerId="LiveId" clId="{8ED2B2C3-C170-4DC1-A3C7-063920288560}" dt="2026-03-13T00:09:46.862" v="3074" actId="164"/>
          <ac:cxnSpMkLst>
            <pc:docMk/>
            <pc:sldMk cId="154710854" sldId="270"/>
            <ac:cxnSpMk id="30" creationId="{53139466-8DCD-60D2-371E-265C9057B4BC}"/>
          </ac:cxnSpMkLst>
        </pc:cxnChg>
        <pc:cxnChg chg="del">
          <ac:chgData name="Jamie Bowles" userId="b03588657e1764ed" providerId="LiveId" clId="{8ED2B2C3-C170-4DC1-A3C7-063920288560}" dt="2026-03-12T23:57:27.115" v="2995" actId="478"/>
          <ac:cxnSpMkLst>
            <pc:docMk/>
            <pc:sldMk cId="154710854" sldId="270"/>
            <ac:cxnSpMk id="32" creationId="{458A7953-5BF9-FC44-FB39-F3F34A82A99E}"/>
          </ac:cxnSpMkLst>
        </pc:cxnChg>
        <pc:cxnChg chg="add mod">
          <ac:chgData name="Jamie Bowles" userId="b03588657e1764ed" providerId="LiveId" clId="{8ED2B2C3-C170-4DC1-A3C7-063920288560}" dt="2026-03-13T00:09:46.862" v="3074" actId="164"/>
          <ac:cxnSpMkLst>
            <pc:docMk/>
            <pc:sldMk cId="154710854" sldId="270"/>
            <ac:cxnSpMk id="40" creationId="{1C19364A-40AC-3CA5-8B1A-CE3E3F847EE9}"/>
          </ac:cxnSpMkLst>
        </pc:cxnChg>
        <pc:cxnChg chg="add mod">
          <ac:chgData name="Jamie Bowles" userId="b03588657e1764ed" providerId="LiveId" clId="{8ED2B2C3-C170-4DC1-A3C7-063920288560}" dt="2026-03-13T00:08:20.072" v="3066" actId="688"/>
          <ac:cxnSpMkLst>
            <pc:docMk/>
            <pc:sldMk cId="154710854" sldId="270"/>
            <ac:cxnSpMk id="41" creationId="{B55EBB61-3206-6272-63D5-A74D88C82209}"/>
          </ac:cxnSpMkLst>
        </pc:cxnChg>
        <pc:cxnChg chg="add mod">
          <ac:chgData name="Jamie Bowles" userId="b03588657e1764ed" providerId="LiveId" clId="{8ED2B2C3-C170-4DC1-A3C7-063920288560}" dt="2026-03-13T00:09:46.862" v="3074" actId="164"/>
          <ac:cxnSpMkLst>
            <pc:docMk/>
            <pc:sldMk cId="154710854" sldId="270"/>
            <ac:cxnSpMk id="42" creationId="{4E6E7234-ABA3-FF50-FEC9-D81241E7C3C2}"/>
          </ac:cxnSpMkLst>
        </pc:cxnChg>
        <pc:cxnChg chg="mod">
          <ac:chgData name="Jamie Bowles" userId="b03588657e1764ed" providerId="LiveId" clId="{8ED2B2C3-C170-4DC1-A3C7-063920288560}" dt="2026-03-13T00:09:49.819" v="3075"/>
          <ac:cxnSpMkLst>
            <pc:docMk/>
            <pc:sldMk cId="154710854" sldId="270"/>
            <ac:cxnSpMk id="45" creationId="{3114B59A-EDE9-5DCE-2015-DE33553B92C2}"/>
          </ac:cxnSpMkLst>
        </pc:cxnChg>
        <pc:cxnChg chg="mod">
          <ac:chgData name="Jamie Bowles" userId="b03588657e1764ed" providerId="LiveId" clId="{8ED2B2C3-C170-4DC1-A3C7-063920288560}" dt="2026-03-13T00:09:49.819" v="3075"/>
          <ac:cxnSpMkLst>
            <pc:docMk/>
            <pc:sldMk cId="154710854" sldId="270"/>
            <ac:cxnSpMk id="46" creationId="{049673D3-BAE5-6CB8-5047-5FD853598560}"/>
          </ac:cxnSpMkLst>
        </pc:cxnChg>
        <pc:cxnChg chg="mod">
          <ac:chgData name="Jamie Bowles" userId="b03588657e1764ed" providerId="LiveId" clId="{8ED2B2C3-C170-4DC1-A3C7-063920288560}" dt="2026-03-13T00:09:49.819" v="3075"/>
          <ac:cxnSpMkLst>
            <pc:docMk/>
            <pc:sldMk cId="154710854" sldId="270"/>
            <ac:cxnSpMk id="47" creationId="{C069CFC7-6407-47A8-1A6C-BCF4A15E9178}"/>
          </ac:cxnSpMkLst>
        </pc:cxnChg>
        <pc:cxnChg chg="add mod">
          <ac:chgData name="Jamie Bowles" userId="b03588657e1764ed" providerId="LiveId" clId="{8ED2B2C3-C170-4DC1-A3C7-063920288560}" dt="2026-03-13T00:15:01.980" v="3139" actId="164"/>
          <ac:cxnSpMkLst>
            <pc:docMk/>
            <pc:sldMk cId="154710854" sldId="270"/>
            <ac:cxnSpMk id="49" creationId="{16E3D65D-56C1-0A5B-5180-4C249D0F310C}"/>
          </ac:cxnSpMkLst>
        </pc:cxnChg>
        <pc:cxnChg chg="add mod">
          <ac:chgData name="Jamie Bowles" userId="b03588657e1764ed" providerId="LiveId" clId="{8ED2B2C3-C170-4DC1-A3C7-063920288560}" dt="2026-03-13T00:15:01.980" v="3139" actId="164"/>
          <ac:cxnSpMkLst>
            <pc:docMk/>
            <pc:sldMk cId="154710854" sldId="270"/>
            <ac:cxnSpMk id="51" creationId="{8EA235CA-5583-C449-A8EF-8C223D912819}"/>
          </ac:cxnSpMkLst>
        </pc:cxnChg>
        <pc:cxnChg chg="mod">
          <ac:chgData name="Jamie Bowles" userId="b03588657e1764ed" providerId="LiveId" clId="{8ED2B2C3-C170-4DC1-A3C7-063920288560}" dt="2026-03-13T00:15:04.189" v="3140"/>
          <ac:cxnSpMkLst>
            <pc:docMk/>
            <pc:sldMk cId="154710854" sldId="270"/>
            <ac:cxnSpMk id="58" creationId="{5FFB3F0B-A55B-8B9A-C00B-7344A38190EB}"/>
          </ac:cxnSpMkLst>
        </pc:cxnChg>
        <pc:cxnChg chg="mod">
          <ac:chgData name="Jamie Bowles" userId="b03588657e1764ed" providerId="LiveId" clId="{8ED2B2C3-C170-4DC1-A3C7-063920288560}" dt="2026-03-13T00:15:04.189" v="3140"/>
          <ac:cxnSpMkLst>
            <pc:docMk/>
            <pc:sldMk cId="154710854" sldId="270"/>
            <ac:cxnSpMk id="59" creationId="{24ACBDCA-64A0-E440-2C75-04FB9CFEDF14}"/>
          </ac:cxnSpMkLst>
        </pc:cxnChg>
        <pc:cxnChg chg="mod">
          <ac:chgData name="Jamie Bowles" userId="b03588657e1764ed" providerId="LiveId" clId="{8ED2B2C3-C170-4DC1-A3C7-063920288560}" dt="2026-03-13T00:15:17.536" v="3142"/>
          <ac:cxnSpMkLst>
            <pc:docMk/>
            <pc:sldMk cId="154710854" sldId="270"/>
            <ac:cxnSpMk id="62" creationId="{786A2378-0A4E-38A5-C0E4-F56E6346C010}"/>
          </ac:cxnSpMkLst>
        </pc:cxnChg>
        <pc:cxnChg chg="mod">
          <ac:chgData name="Jamie Bowles" userId="b03588657e1764ed" providerId="LiveId" clId="{8ED2B2C3-C170-4DC1-A3C7-063920288560}" dt="2026-03-13T00:15:17.536" v="3142"/>
          <ac:cxnSpMkLst>
            <pc:docMk/>
            <pc:sldMk cId="154710854" sldId="270"/>
            <ac:cxnSpMk id="63" creationId="{886F6217-C9A7-EDA2-12B4-963493AA023F}"/>
          </ac:cxnSpMkLst>
        </pc:cxnChg>
        <pc:cxnChg chg="mod">
          <ac:chgData name="Jamie Bowles" userId="b03588657e1764ed" providerId="LiveId" clId="{8ED2B2C3-C170-4DC1-A3C7-063920288560}" dt="2026-03-13T00:15:49.632" v="3153"/>
          <ac:cxnSpMkLst>
            <pc:docMk/>
            <pc:sldMk cId="154710854" sldId="270"/>
            <ac:cxnSpMk id="130" creationId="{D671E9DA-86BF-94C8-C82E-3E1CF61D25F3}"/>
          </ac:cxnSpMkLst>
        </pc:cxnChg>
        <pc:cxnChg chg="mod">
          <ac:chgData name="Jamie Bowles" userId="b03588657e1764ed" providerId="LiveId" clId="{8ED2B2C3-C170-4DC1-A3C7-063920288560}" dt="2026-03-13T00:15:49.632" v="3153"/>
          <ac:cxnSpMkLst>
            <pc:docMk/>
            <pc:sldMk cId="154710854" sldId="270"/>
            <ac:cxnSpMk id="131" creationId="{68919234-BBD4-3F96-E899-4A03530CE5E9}"/>
          </ac:cxnSpMkLst>
        </pc:cxnChg>
        <pc:cxnChg chg="mod">
          <ac:chgData name="Jamie Bowles" userId="b03588657e1764ed" providerId="LiveId" clId="{8ED2B2C3-C170-4DC1-A3C7-063920288560}" dt="2026-03-13T00:16:38.469" v="3157"/>
          <ac:cxnSpMkLst>
            <pc:docMk/>
            <pc:sldMk cId="154710854" sldId="270"/>
            <ac:cxnSpMk id="134" creationId="{D222EE06-59FD-430E-4E3F-BD2CAE7FCA92}"/>
          </ac:cxnSpMkLst>
        </pc:cxnChg>
        <pc:cxnChg chg="mod">
          <ac:chgData name="Jamie Bowles" userId="b03588657e1764ed" providerId="LiveId" clId="{8ED2B2C3-C170-4DC1-A3C7-063920288560}" dt="2026-03-13T00:16:38.469" v="3157"/>
          <ac:cxnSpMkLst>
            <pc:docMk/>
            <pc:sldMk cId="154710854" sldId="270"/>
            <ac:cxnSpMk id="135" creationId="{CE0ED5E0-D441-DFD7-5544-867F193D6D7B}"/>
          </ac:cxnSpMkLst>
        </pc:cxnChg>
        <pc:cxnChg chg="mod">
          <ac:chgData name="Jamie Bowles" userId="b03588657e1764ed" providerId="LiveId" clId="{8ED2B2C3-C170-4DC1-A3C7-063920288560}" dt="2026-03-13T00:17:03.759" v="3160"/>
          <ac:cxnSpMkLst>
            <pc:docMk/>
            <pc:sldMk cId="154710854" sldId="270"/>
            <ac:cxnSpMk id="138" creationId="{06D93707-F58A-EB78-0A50-DD6576978022}"/>
          </ac:cxnSpMkLst>
        </pc:cxnChg>
        <pc:cxnChg chg="mod">
          <ac:chgData name="Jamie Bowles" userId="b03588657e1764ed" providerId="LiveId" clId="{8ED2B2C3-C170-4DC1-A3C7-063920288560}" dt="2026-03-13T00:17:03.759" v="3160"/>
          <ac:cxnSpMkLst>
            <pc:docMk/>
            <pc:sldMk cId="154710854" sldId="270"/>
            <ac:cxnSpMk id="139" creationId="{1A30D1B9-CA10-8B68-9E03-BF345F762CFA}"/>
          </ac:cxnSpMkLst>
        </pc:cxnChg>
        <pc:cxnChg chg="add del">
          <ac:chgData name="Jamie Bowles" userId="b03588657e1764ed" providerId="LiveId" clId="{8ED2B2C3-C170-4DC1-A3C7-063920288560}" dt="2026-03-13T00:21:12.899" v="3192" actId="11529"/>
          <ac:cxnSpMkLst>
            <pc:docMk/>
            <pc:sldMk cId="154710854" sldId="270"/>
            <ac:cxnSpMk id="143" creationId="{60679A2C-A6B0-0455-7117-089582BFC987}"/>
          </ac:cxnSpMkLst>
        </pc:cxnChg>
        <pc:cxnChg chg="add del">
          <ac:chgData name="Jamie Bowles" userId="b03588657e1764ed" providerId="LiveId" clId="{8ED2B2C3-C170-4DC1-A3C7-063920288560}" dt="2026-03-13T00:21:33.774" v="3194" actId="478"/>
          <ac:cxnSpMkLst>
            <pc:docMk/>
            <pc:sldMk cId="154710854" sldId="270"/>
            <ac:cxnSpMk id="145" creationId="{8F797317-F4EB-22D5-1441-399AA0659773}"/>
          </ac:cxnSpMkLst>
        </pc:cxnChg>
        <pc:cxnChg chg="mod">
          <ac:chgData name="Jamie Bowles" userId="b03588657e1764ed" providerId="LiveId" clId="{8ED2B2C3-C170-4DC1-A3C7-063920288560}" dt="2026-03-13T00:21:43.880" v="3196"/>
          <ac:cxnSpMkLst>
            <pc:docMk/>
            <pc:sldMk cId="154710854" sldId="270"/>
            <ac:cxnSpMk id="148" creationId="{78148FDB-AA98-C32C-95C7-6679F4154900}"/>
          </ac:cxnSpMkLst>
        </pc:cxnChg>
        <pc:cxnChg chg="mod">
          <ac:chgData name="Jamie Bowles" userId="b03588657e1764ed" providerId="LiveId" clId="{8ED2B2C3-C170-4DC1-A3C7-063920288560}" dt="2026-03-13T00:21:43.880" v="3196"/>
          <ac:cxnSpMkLst>
            <pc:docMk/>
            <pc:sldMk cId="154710854" sldId="270"/>
            <ac:cxnSpMk id="149" creationId="{C9B907E6-175A-B914-63FA-1C3A5619D3C1}"/>
          </ac:cxnSpMkLst>
        </pc:cxnChg>
        <pc:cxnChg chg="add del mod">
          <ac:chgData name="Jamie Bowles" userId="b03588657e1764ed" providerId="LiveId" clId="{8ED2B2C3-C170-4DC1-A3C7-063920288560}" dt="2026-03-13T00:23:52.091" v="3204" actId="478"/>
          <ac:cxnSpMkLst>
            <pc:docMk/>
            <pc:sldMk cId="154710854" sldId="270"/>
            <ac:cxnSpMk id="151" creationId="{9949B63F-D194-37F0-D28F-F64CE38C7B3F}"/>
          </ac:cxnSpMkLst>
        </pc:cxnChg>
        <pc:cxnChg chg="add del mod">
          <ac:chgData name="Jamie Bowles" userId="b03588657e1764ed" providerId="LiveId" clId="{8ED2B2C3-C170-4DC1-A3C7-063920288560}" dt="2026-03-13T00:26:31.779" v="3216" actId="478"/>
          <ac:cxnSpMkLst>
            <pc:docMk/>
            <pc:sldMk cId="154710854" sldId="270"/>
            <ac:cxnSpMk id="156" creationId="{53F59A90-4B20-BBDB-EA9E-0AB6BAF4E745}"/>
          </ac:cxnSpMkLst>
        </pc:cxnChg>
        <pc:cxnChg chg="add del mod">
          <ac:chgData name="Jamie Bowles" userId="b03588657e1764ed" providerId="LiveId" clId="{8ED2B2C3-C170-4DC1-A3C7-063920288560}" dt="2026-03-13T00:29:18.770" v="3241" actId="478"/>
          <ac:cxnSpMkLst>
            <pc:docMk/>
            <pc:sldMk cId="154710854" sldId="270"/>
            <ac:cxnSpMk id="161" creationId="{8F82D7A9-0D85-01EB-7978-BCD5AEC50036}"/>
          </ac:cxnSpMkLst>
        </pc:cxnChg>
        <pc:cxnChg chg="add del mod">
          <ac:chgData name="Jamie Bowles" userId="b03588657e1764ed" providerId="LiveId" clId="{8ED2B2C3-C170-4DC1-A3C7-063920288560}" dt="2026-03-13T00:29:13.651" v="3239" actId="478"/>
          <ac:cxnSpMkLst>
            <pc:docMk/>
            <pc:sldMk cId="154710854" sldId="270"/>
            <ac:cxnSpMk id="163" creationId="{71AC5501-7E8B-E2CA-99E1-A0E68FF41572}"/>
          </ac:cxnSpMkLst>
        </pc:cxnChg>
        <pc:cxnChg chg="add del mod">
          <ac:chgData name="Jamie Bowles" userId="b03588657e1764ed" providerId="LiveId" clId="{8ED2B2C3-C170-4DC1-A3C7-063920288560}" dt="2026-03-13T00:29:16.978" v="3240" actId="478"/>
          <ac:cxnSpMkLst>
            <pc:docMk/>
            <pc:sldMk cId="154710854" sldId="270"/>
            <ac:cxnSpMk id="164" creationId="{44B3A2F4-F7E9-5552-F12B-1D54557DD60C}"/>
          </ac:cxnSpMkLst>
        </pc:cxnChg>
        <pc:cxnChg chg="add del mod">
          <ac:chgData name="Jamie Bowles" userId="b03588657e1764ed" providerId="LiveId" clId="{8ED2B2C3-C170-4DC1-A3C7-063920288560}" dt="2026-03-13T00:29:20.182" v="3242" actId="478"/>
          <ac:cxnSpMkLst>
            <pc:docMk/>
            <pc:sldMk cId="154710854" sldId="270"/>
            <ac:cxnSpMk id="165" creationId="{230AB15D-5D9A-8C77-54A7-4F8F20C25D5C}"/>
          </ac:cxnSpMkLst>
        </pc:cxnChg>
        <pc:cxnChg chg="add mod">
          <ac:chgData name="Jamie Bowles" userId="b03588657e1764ed" providerId="LiveId" clId="{8ED2B2C3-C170-4DC1-A3C7-063920288560}" dt="2026-03-13T01:49:42.453" v="3572" actId="1035"/>
          <ac:cxnSpMkLst>
            <pc:docMk/>
            <pc:sldMk cId="154710854" sldId="270"/>
            <ac:cxnSpMk id="167" creationId="{B660D270-E248-1F0B-A563-95B1C54E031A}"/>
          </ac:cxnSpMkLst>
        </pc:cxnChg>
        <pc:cxnChg chg="add mod">
          <ac:chgData name="Jamie Bowles" userId="b03588657e1764ed" providerId="LiveId" clId="{8ED2B2C3-C170-4DC1-A3C7-063920288560}" dt="2026-03-13T00:31:49.438" v="3270" actId="1076"/>
          <ac:cxnSpMkLst>
            <pc:docMk/>
            <pc:sldMk cId="154710854" sldId="270"/>
            <ac:cxnSpMk id="177" creationId="{FE05D280-9C51-26CA-1E87-F3CBD06F040B}"/>
          </ac:cxnSpMkLst>
        </pc:cxnChg>
        <pc:cxnChg chg="add mod">
          <ac:chgData name="Jamie Bowles" userId="b03588657e1764ed" providerId="LiveId" clId="{8ED2B2C3-C170-4DC1-A3C7-063920288560}" dt="2026-03-13T01:50:24.883" v="3578" actId="1038"/>
          <ac:cxnSpMkLst>
            <pc:docMk/>
            <pc:sldMk cId="154710854" sldId="270"/>
            <ac:cxnSpMk id="178" creationId="{3E31E74B-5BA2-C801-4123-E586CB33150B}"/>
          </ac:cxnSpMkLst>
        </pc:cxnChg>
        <pc:cxnChg chg="add mod">
          <ac:chgData name="Jamie Bowles" userId="b03588657e1764ed" providerId="LiveId" clId="{8ED2B2C3-C170-4DC1-A3C7-063920288560}" dt="2026-03-13T01:50:50.962" v="3581" actId="1037"/>
          <ac:cxnSpMkLst>
            <pc:docMk/>
            <pc:sldMk cId="154710854" sldId="270"/>
            <ac:cxnSpMk id="179" creationId="{6210C3D0-2CE5-1F61-6504-66D7708525F6}"/>
          </ac:cxnSpMkLst>
        </pc:cxnChg>
        <pc:cxnChg chg="add mod">
          <ac:chgData name="Jamie Bowles" userId="b03588657e1764ed" providerId="LiveId" clId="{8ED2B2C3-C170-4DC1-A3C7-063920288560}" dt="2026-03-13T01:51:05.601" v="3584" actId="1038"/>
          <ac:cxnSpMkLst>
            <pc:docMk/>
            <pc:sldMk cId="154710854" sldId="270"/>
            <ac:cxnSpMk id="180" creationId="{92E84875-1973-AE37-7449-754FB0C0402A}"/>
          </ac:cxnSpMkLst>
        </pc:cxnChg>
        <pc:cxnChg chg="add mod">
          <ac:chgData name="Jamie Bowles" userId="b03588657e1764ed" providerId="LiveId" clId="{8ED2B2C3-C170-4DC1-A3C7-063920288560}" dt="2026-03-13T01:50:45.729" v="3580" actId="1037"/>
          <ac:cxnSpMkLst>
            <pc:docMk/>
            <pc:sldMk cId="154710854" sldId="270"/>
            <ac:cxnSpMk id="181" creationId="{64EC9E10-824F-6579-CB0B-9AC547996B71}"/>
          </ac:cxnSpMkLst>
        </pc:cxnChg>
        <pc:cxnChg chg="add del mod">
          <ac:chgData name="Jamie Bowles" userId="b03588657e1764ed" providerId="LiveId" clId="{8ED2B2C3-C170-4DC1-A3C7-063920288560}" dt="2026-03-13T00:48:39.025" v="3324" actId="478"/>
          <ac:cxnSpMkLst>
            <pc:docMk/>
            <pc:sldMk cId="154710854" sldId="270"/>
            <ac:cxnSpMk id="183" creationId="{27FE159C-2EEE-383C-A564-29AD0EEE746C}"/>
          </ac:cxnSpMkLst>
        </pc:cxnChg>
        <pc:cxnChg chg="add mod">
          <ac:chgData name="Jamie Bowles" userId="b03588657e1764ed" providerId="LiveId" clId="{8ED2B2C3-C170-4DC1-A3C7-063920288560}" dt="2026-03-13T00:51:28.543" v="3348" actId="164"/>
          <ac:cxnSpMkLst>
            <pc:docMk/>
            <pc:sldMk cId="154710854" sldId="270"/>
            <ac:cxnSpMk id="186" creationId="{99A56673-8A4F-F53A-8AFA-D13362F4CE2D}"/>
          </ac:cxnSpMkLst>
        </pc:cxnChg>
        <pc:cxnChg chg="add mod">
          <ac:chgData name="Jamie Bowles" userId="b03588657e1764ed" providerId="LiveId" clId="{8ED2B2C3-C170-4DC1-A3C7-063920288560}" dt="2026-03-13T00:51:28.543" v="3348" actId="164"/>
          <ac:cxnSpMkLst>
            <pc:docMk/>
            <pc:sldMk cId="154710854" sldId="270"/>
            <ac:cxnSpMk id="189" creationId="{C254C5DD-B49A-3C9D-5C1F-2F777D1B2C20}"/>
          </ac:cxnSpMkLst>
        </pc:cxnChg>
        <pc:cxnChg chg="add mod">
          <ac:chgData name="Jamie Bowles" userId="b03588657e1764ed" providerId="LiveId" clId="{8ED2B2C3-C170-4DC1-A3C7-063920288560}" dt="2026-03-13T00:51:28.543" v="3348" actId="164"/>
          <ac:cxnSpMkLst>
            <pc:docMk/>
            <pc:sldMk cId="154710854" sldId="270"/>
            <ac:cxnSpMk id="190" creationId="{FA5B405F-08A4-E3C6-4F44-19F4E4278C7F}"/>
          </ac:cxnSpMkLst>
        </pc:cxnChg>
        <pc:cxnChg chg="mod">
          <ac:chgData name="Jamie Bowles" userId="b03588657e1764ed" providerId="LiveId" clId="{8ED2B2C3-C170-4DC1-A3C7-063920288560}" dt="2026-03-13T00:51:30.837" v="3349"/>
          <ac:cxnSpMkLst>
            <pc:docMk/>
            <pc:sldMk cId="154710854" sldId="270"/>
            <ac:cxnSpMk id="193" creationId="{E55B3347-A5E4-765F-134F-261A80F2D43B}"/>
          </ac:cxnSpMkLst>
        </pc:cxnChg>
        <pc:cxnChg chg="mod">
          <ac:chgData name="Jamie Bowles" userId="b03588657e1764ed" providerId="LiveId" clId="{8ED2B2C3-C170-4DC1-A3C7-063920288560}" dt="2026-03-13T00:51:30.837" v="3349"/>
          <ac:cxnSpMkLst>
            <pc:docMk/>
            <pc:sldMk cId="154710854" sldId="270"/>
            <ac:cxnSpMk id="194" creationId="{2B9B58E4-D3E2-FAE3-228B-7D129C0B08B3}"/>
          </ac:cxnSpMkLst>
        </pc:cxnChg>
        <pc:cxnChg chg="mod">
          <ac:chgData name="Jamie Bowles" userId="b03588657e1764ed" providerId="LiveId" clId="{8ED2B2C3-C170-4DC1-A3C7-063920288560}" dt="2026-03-13T00:51:30.837" v="3349"/>
          <ac:cxnSpMkLst>
            <pc:docMk/>
            <pc:sldMk cId="154710854" sldId="270"/>
            <ac:cxnSpMk id="195" creationId="{2774A3CC-9BDE-662B-686F-2E0B69855ACC}"/>
          </ac:cxnSpMkLst>
        </pc:cxnChg>
        <pc:cxnChg chg="add del mod">
          <ac:chgData name="Jamie Bowles" userId="b03588657e1764ed" providerId="LiveId" clId="{8ED2B2C3-C170-4DC1-A3C7-063920288560}" dt="2026-03-13T00:54:20.296" v="3367" actId="478"/>
          <ac:cxnSpMkLst>
            <pc:docMk/>
            <pc:sldMk cId="154710854" sldId="270"/>
            <ac:cxnSpMk id="197" creationId="{DD69FAEE-404A-A235-2ADB-C75FBDF95328}"/>
          </ac:cxnSpMkLst>
        </pc:cxnChg>
        <pc:cxnChg chg="add mod">
          <ac:chgData name="Jamie Bowles" userId="b03588657e1764ed" providerId="LiveId" clId="{8ED2B2C3-C170-4DC1-A3C7-063920288560}" dt="2026-03-13T00:58:20.189" v="3393" actId="13822"/>
          <ac:cxnSpMkLst>
            <pc:docMk/>
            <pc:sldMk cId="154710854" sldId="270"/>
            <ac:cxnSpMk id="202" creationId="{B9CE8E5C-A48D-34F9-945C-32BB967555C7}"/>
          </ac:cxnSpMkLst>
        </pc:cxnChg>
        <pc:cxnChg chg="add mod">
          <ac:chgData name="Jamie Bowles" userId="b03588657e1764ed" providerId="LiveId" clId="{8ED2B2C3-C170-4DC1-A3C7-063920288560}" dt="2026-03-13T00:59:05.368" v="3399" actId="13822"/>
          <ac:cxnSpMkLst>
            <pc:docMk/>
            <pc:sldMk cId="154710854" sldId="270"/>
            <ac:cxnSpMk id="204" creationId="{0D391DED-706B-63EE-D68B-71A551977A1D}"/>
          </ac:cxnSpMkLst>
        </pc:cxnChg>
      </pc:sldChg>
      <pc:sldChg chg="addSp delSp modSp add del mod">
        <pc:chgData name="Jamie Bowles" userId="b03588657e1764ed" providerId="LiveId" clId="{8ED2B2C3-C170-4DC1-A3C7-063920288560}" dt="2026-03-12T23:53:39" v="2978" actId="2696"/>
        <pc:sldMkLst>
          <pc:docMk/>
          <pc:sldMk cId="4010789269" sldId="270"/>
        </pc:sldMkLst>
      </pc:sldChg>
      <pc:sldChg chg="addSp delSp modSp add del mod">
        <pc:chgData name="Jamie Bowles" userId="b03588657e1764ed" providerId="LiveId" clId="{8ED2B2C3-C170-4DC1-A3C7-063920288560}" dt="2026-03-12T23:53:43.859" v="2979" actId="2696"/>
        <pc:sldMkLst>
          <pc:docMk/>
          <pc:sldMk cId="2217130156" sldId="271"/>
        </pc:sldMkLst>
      </pc:sldChg>
      <pc:sldChg chg="addSp delSp modSp add del mod">
        <pc:chgData name="Jamie Bowles" userId="b03588657e1764ed" providerId="LiveId" clId="{8ED2B2C3-C170-4DC1-A3C7-063920288560}" dt="2026-03-13T01:49:59.429" v="3574" actId="47"/>
        <pc:sldMkLst>
          <pc:docMk/>
          <pc:sldMk cId="2688484901" sldId="271"/>
        </pc:sldMkLst>
        <pc:spChg chg="mod">
          <ac:chgData name="Jamie Bowles" userId="b03588657e1764ed" providerId="LiveId" clId="{8ED2B2C3-C170-4DC1-A3C7-063920288560}" dt="2026-03-13T01:40:32.789" v="3488"/>
          <ac:spMkLst>
            <pc:docMk/>
            <pc:sldMk cId="2688484901" sldId="271"/>
            <ac:spMk id="20" creationId="{5B244CEE-ED85-196D-5AB3-81376075BC8D}"/>
          </ac:spMkLst>
        </pc:spChg>
        <pc:spChg chg="mod">
          <ac:chgData name="Jamie Bowles" userId="b03588657e1764ed" providerId="LiveId" clId="{8ED2B2C3-C170-4DC1-A3C7-063920288560}" dt="2026-03-13T01:40:32.789" v="3488"/>
          <ac:spMkLst>
            <pc:docMk/>
            <pc:sldMk cId="2688484901" sldId="271"/>
            <ac:spMk id="23" creationId="{5351D12E-216D-358D-ECFA-62B7248E0E8F}"/>
          </ac:spMkLst>
        </pc:spChg>
        <pc:spChg chg="mod">
          <ac:chgData name="Jamie Bowles" userId="b03588657e1764ed" providerId="LiveId" clId="{8ED2B2C3-C170-4DC1-A3C7-063920288560}" dt="2026-03-13T01:40:32.789" v="3488"/>
          <ac:spMkLst>
            <pc:docMk/>
            <pc:sldMk cId="2688484901" sldId="271"/>
            <ac:spMk id="24" creationId="{4A71EB7C-E49D-2C2E-F3F7-F85F20597F96}"/>
          </ac:spMkLst>
        </pc:spChg>
        <pc:spChg chg="mod">
          <ac:chgData name="Jamie Bowles" userId="b03588657e1764ed" providerId="LiveId" clId="{8ED2B2C3-C170-4DC1-A3C7-063920288560}" dt="2026-03-13T01:40:32.789" v="3488"/>
          <ac:spMkLst>
            <pc:docMk/>
            <pc:sldMk cId="2688484901" sldId="271"/>
            <ac:spMk id="27" creationId="{8E948401-3F50-81FE-514C-50D260746B1B}"/>
          </ac:spMkLst>
        </pc:spChg>
        <pc:spChg chg="mod">
          <ac:chgData name="Jamie Bowles" userId="b03588657e1764ed" providerId="LiveId" clId="{8ED2B2C3-C170-4DC1-A3C7-063920288560}" dt="2026-03-13T01:40:32.789" v="3488"/>
          <ac:spMkLst>
            <pc:docMk/>
            <pc:sldMk cId="2688484901" sldId="271"/>
            <ac:spMk id="28" creationId="{10D37E80-5CB5-D3FB-2140-D0E68974F30A}"/>
          </ac:spMkLst>
        </pc:spChg>
        <pc:spChg chg="mod">
          <ac:chgData name="Jamie Bowles" userId="b03588657e1764ed" providerId="LiveId" clId="{8ED2B2C3-C170-4DC1-A3C7-063920288560}" dt="2026-03-13T01:41:26.618" v="3491"/>
          <ac:spMkLst>
            <pc:docMk/>
            <pc:sldMk cId="2688484901" sldId="271"/>
            <ac:spMk id="48" creationId="{BCB2108C-7341-E9F2-C5DF-0BE190B4947C}"/>
          </ac:spMkLst>
        </pc:spChg>
        <pc:spChg chg="mod">
          <ac:chgData name="Jamie Bowles" userId="b03588657e1764ed" providerId="LiveId" clId="{8ED2B2C3-C170-4DC1-A3C7-063920288560}" dt="2026-03-13T01:41:26.618" v="3491"/>
          <ac:spMkLst>
            <pc:docMk/>
            <pc:sldMk cId="2688484901" sldId="271"/>
            <ac:spMk id="53" creationId="{477B73C2-C75D-53C9-7BD9-1888E3FDC6A8}"/>
          </ac:spMkLst>
        </pc:spChg>
        <pc:spChg chg="mod">
          <ac:chgData name="Jamie Bowles" userId="b03588657e1764ed" providerId="LiveId" clId="{8ED2B2C3-C170-4DC1-A3C7-063920288560}" dt="2026-03-13T01:41:26.618" v="3491"/>
          <ac:spMkLst>
            <pc:docMk/>
            <pc:sldMk cId="2688484901" sldId="271"/>
            <ac:spMk id="54" creationId="{F667B89D-6142-4486-B132-6CB369490C07}"/>
          </ac:spMkLst>
        </pc:spChg>
        <pc:spChg chg="mod">
          <ac:chgData name="Jamie Bowles" userId="b03588657e1764ed" providerId="LiveId" clId="{8ED2B2C3-C170-4DC1-A3C7-063920288560}" dt="2026-03-13T01:41:26.618" v="3491"/>
          <ac:spMkLst>
            <pc:docMk/>
            <pc:sldMk cId="2688484901" sldId="271"/>
            <ac:spMk id="140" creationId="{2AFFE65E-2D28-34B6-9790-5FCA25B18860}"/>
          </ac:spMkLst>
        </pc:spChg>
        <pc:spChg chg="del mod">
          <ac:chgData name="Jamie Bowles" userId="b03588657e1764ed" providerId="LiveId" clId="{8ED2B2C3-C170-4DC1-A3C7-063920288560}" dt="2026-03-13T01:41:31.002" v="3492" actId="21"/>
          <ac:spMkLst>
            <pc:docMk/>
            <pc:sldMk cId="2688484901" sldId="271"/>
            <ac:spMk id="141" creationId="{9E3B864C-FB44-6B35-E511-E648594952CC}"/>
          </ac:spMkLst>
        </pc:spChg>
        <pc:spChg chg="mod">
          <ac:chgData name="Jamie Bowles" userId="b03588657e1764ed" providerId="LiveId" clId="{8ED2B2C3-C170-4DC1-A3C7-063920288560}" dt="2026-03-13T01:46:41.932" v="3530"/>
          <ac:spMkLst>
            <pc:docMk/>
            <pc:sldMk cId="2688484901" sldId="271"/>
            <ac:spMk id="157" creationId="{E8D6F47E-2DB0-2971-C399-E70DFC4ECC60}"/>
          </ac:spMkLst>
        </pc:spChg>
        <pc:spChg chg="mod">
          <ac:chgData name="Jamie Bowles" userId="b03588657e1764ed" providerId="LiveId" clId="{8ED2B2C3-C170-4DC1-A3C7-063920288560}" dt="2026-03-13T01:46:41.932" v="3530"/>
          <ac:spMkLst>
            <pc:docMk/>
            <pc:sldMk cId="2688484901" sldId="271"/>
            <ac:spMk id="160" creationId="{9E07E49B-0FEB-67CD-221D-96C601649D1C}"/>
          </ac:spMkLst>
        </pc:spChg>
        <pc:spChg chg="mod">
          <ac:chgData name="Jamie Bowles" userId="b03588657e1764ed" providerId="LiveId" clId="{8ED2B2C3-C170-4DC1-A3C7-063920288560}" dt="2026-03-13T01:46:41.932" v="3530"/>
          <ac:spMkLst>
            <pc:docMk/>
            <pc:sldMk cId="2688484901" sldId="271"/>
            <ac:spMk id="161" creationId="{AD126FCC-B252-48EE-8641-B54EDE6CEC9E}"/>
          </ac:spMkLst>
        </pc:spChg>
        <pc:spChg chg="mod">
          <ac:chgData name="Jamie Bowles" userId="b03588657e1764ed" providerId="LiveId" clId="{8ED2B2C3-C170-4DC1-A3C7-063920288560}" dt="2026-03-13T01:46:41.932" v="3530"/>
          <ac:spMkLst>
            <pc:docMk/>
            <pc:sldMk cId="2688484901" sldId="271"/>
            <ac:spMk id="162" creationId="{C9DCFE44-D7EB-B693-2670-934332C65A38}"/>
          </ac:spMkLst>
        </pc:spChg>
        <pc:spChg chg="mod">
          <ac:chgData name="Jamie Bowles" userId="b03588657e1764ed" providerId="LiveId" clId="{8ED2B2C3-C170-4DC1-A3C7-063920288560}" dt="2026-03-13T01:46:41.932" v="3530"/>
          <ac:spMkLst>
            <pc:docMk/>
            <pc:sldMk cId="2688484901" sldId="271"/>
            <ac:spMk id="163" creationId="{5F8618D3-89F3-5371-A51A-8AB889D7B0A2}"/>
          </ac:spMkLst>
        </pc:spChg>
        <pc:spChg chg="mod">
          <ac:chgData name="Jamie Bowles" userId="b03588657e1764ed" providerId="LiveId" clId="{8ED2B2C3-C170-4DC1-A3C7-063920288560}" dt="2026-03-13T01:47:02.152" v="3536"/>
          <ac:spMkLst>
            <pc:docMk/>
            <pc:sldMk cId="2688484901" sldId="271"/>
            <ac:spMk id="175" creationId="{85F8C093-5976-C63E-5660-D4726458A016}"/>
          </ac:spMkLst>
        </pc:spChg>
        <pc:spChg chg="mod">
          <ac:chgData name="Jamie Bowles" userId="b03588657e1764ed" providerId="LiveId" clId="{8ED2B2C3-C170-4DC1-A3C7-063920288560}" dt="2026-03-13T01:47:02.152" v="3536"/>
          <ac:spMkLst>
            <pc:docMk/>
            <pc:sldMk cId="2688484901" sldId="271"/>
            <ac:spMk id="183" creationId="{7595C55D-4860-C34B-1A69-2382FF7E4DA1}"/>
          </ac:spMkLst>
        </pc:spChg>
        <pc:spChg chg="mod">
          <ac:chgData name="Jamie Bowles" userId="b03588657e1764ed" providerId="LiveId" clId="{8ED2B2C3-C170-4DC1-A3C7-063920288560}" dt="2026-03-13T01:47:02.152" v="3536"/>
          <ac:spMkLst>
            <pc:docMk/>
            <pc:sldMk cId="2688484901" sldId="271"/>
            <ac:spMk id="184" creationId="{EF0A5702-F28B-F7A2-DFE4-558779B4E639}"/>
          </ac:spMkLst>
        </pc:spChg>
        <pc:spChg chg="mod">
          <ac:chgData name="Jamie Bowles" userId="b03588657e1764ed" providerId="LiveId" clId="{8ED2B2C3-C170-4DC1-A3C7-063920288560}" dt="2026-03-13T01:47:02.152" v="3536"/>
          <ac:spMkLst>
            <pc:docMk/>
            <pc:sldMk cId="2688484901" sldId="271"/>
            <ac:spMk id="185" creationId="{D8E1CF8F-B059-4224-4597-913830F129D2}"/>
          </ac:spMkLst>
        </pc:spChg>
        <pc:spChg chg="mod">
          <ac:chgData name="Jamie Bowles" userId="b03588657e1764ed" providerId="LiveId" clId="{8ED2B2C3-C170-4DC1-A3C7-063920288560}" dt="2026-03-13T01:47:02.152" v="3536"/>
          <ac:spMkLst>
            <pc:docMk/>
            <pc:sldMk cId="2688484901" sldId="271"/>
            <ac:spMk id="186" creationId="{07C3AA0D-FDD5-11D2-2715-D7FA727FC082}"/>
          </ac:spMkLst>
        </pc:spChg>
        <pc:spChg chg="mod">
          <ac:chgData name="Jamie Bowles" userId="b03588657e1764ed" providerId="LiveId" clId="{8ED2B2C3-C170-4DC1-A3C7-063920288560}" dt="2026-03-13T01:40:29.169" v="3487" actId="164"/>
          <ac:spMkLst>
            <pc:docMk/>
            <pc:sldMk cId="2688484901" sldId="271"/>
            <ac:spMk id="200" creationId="{18317E85-A685-9FF8-5F84-3244B89DEE84}"/>
          </ac:spMkLst>
        </pc:spChg>
        <pc:spChg chg="mod">
          <ac:chgData name="Jamie Bowles" userId="b03588657e1764ed" providerId="LiveId" clId="{8ED2B2C3-C170-4DC1-A3C7-063920288560}" dt="2026-03-13T01:40:29.169" v="3487" actId="164"/>
          <ac:spMkLst>
            <pc:docMk/>
            <pc:sldMk cId="2688484901" sldId="271"/>
            <ac:spMk id="210" creationId="{A739D39A-8E36-14F4-9FFE-DEBC5F7918E4}"/>
          </ac:spMkLst>
        </pc:spChg>
        <pc:spChg chg="mod">
          <ac:chgData name="Jamie Bowles" userId="b03588657e1764ed" providerId="LiveId" clId="{8ED2B2C3-C170-4DC1-A3C7-063920288560}" dt="2026-03-13T01:40:29.169" v="3487" actId="164"/>
          <ac:spMkLst>
            <pc:docMk/>
            <pc:sldMk cId="2688484901" sldId="271"/>
            <ac:spMk id="211" creationId="{FC3AB2F3-3950-B5AD-3886-D3898ECD3A2D}"/>
          </ac:spMkLst>
        </pc:spChg>
        <pc:spChg chg="mod">
          <ac:chgData name="Jamie Bowles" userId="b03588657e1764ed" providerId="LiveId" clId="{8ED2B2C3-C170-4DC1-A3C7-063920288560}" dt="2026-03-13T01:40:29.169" v="3487" actId="164"/>
          <ac:spMkLst>
            <pc:docMk/>
            <pc:sldMk cId="2688484901" sldId="271"/>
            <ac:spMk id="212" creationId="{E1FEC541-5602-7F91-F9E1-6EF96ECDCE0C}"/>
          </ac:spMkLst>
        </pc:spChg>
        <pc:grpChg chg="add mod">
          <ac:chgData name="Jamie Bowles" userId="b03588657e1764ed" providerId="LiveId" clId="{8ED2B2C3-C170-4DC1-A3C7-063920288560}" dt="2026-03-13T01:47:42.642" v="3559" actId="1038"/>
          <ac:grpSpMkLst>
            <pc:docMk/>
            <pc:sldMk cId="2688484901" sldId="271"/>
            <ac:grpSpMk id="2" creationId="{4631244D-D132-4422-BE91-0B4896F7CE17}"/>
          </ac:grpSpMkLst>
        </pc:grpChg>
        <pc:grpChg chg="add del mod">
          <ac:chgData name="Jamie Bowles" userId="b03588657e1764ed" providerId="LiveId" clId="{8ED2B2C3-C170-4DC1-A3C7-063920288560}" dt="2026-03-13T01:41:54.427" v="3498" actId="21"/>
          <ac:grpSpMkLst>
            <pc:docMk/>
            <pc:sldMk cId="2688484901" sldId="271"/>
            <ac:grpSpMk id="3" creationId="{C3191672-3BE3-CD09-2006-17872653BCDD}"/>
          </ac:grpSpMkLst>
        </pc:grpChg>
        <pc:grpChg chg="del">
          <ac:chgData name="Jamie Bowles" userId="b03588657e1764ed" providerId="LiveId" clId="{8ED2B2C3-C170-4DC1-A3C7-063920288560}" dt="2026-03-13T01:39:36.734" v="3479" actId="478"/>
          <ac:grpSpMkLst>
            <pc:docMk/>
            <pc:sldMk cId="2688484901" sldId="271"/>
            <ac:grpSpMk id="7" creationId="{97561CC5-CB43-B94D-803D-83CF2596849F}"/>
          </ac:grpSpMkLst>
        </pc:grpChg>
        <pc:grpChg chg="mod">
          <ac:chgData name="Jamie Bowles" userId="b03588657e1764ed" providerId="LiveId" clId="{8ED2B2C3-C170-4DC1-A3C7-063920288560}" dt="2026-03-13T01:40:32.789" v="3488"/>
          <ac:grpSpMkLst>
            <pc:docMk/>
            <pc:sldMk cId="2688484901" sldId="271"/>
            <ac:grpSpMk id="11" creationId="{A4EF5898-8B6A-4553-EBA0-99CDE4C2BBA8}"/>
          </ac:grpSpMkLst>
        </pc:grpChg>
        <pc:grpChg chg="add del mod">
          <ac:chgData name="Jamie Bowles" userId="b03588657e1764ed" providerId="LiveId" clId="{8ED2B2C3-C170-4DC1-A3C7-063920288560}" dt="2026-03-13T01:41:42.109" v="3495" actId="21"/>
          <ac:grpSpMkLst>
            <pc:docMk/>
            <pc:sldMk cId="2688484901" sldId="271"/>
            <ac:grpSpMk id="33" creationId="{86E0528E-4183-68FF-F3B8-F169BA8BB6B3}"/>
          </ac:grpSpMkLst>
        </pc:grpChg>
        <pc:grpChg chg="mod">
          <ac:chgData name="Jamie Bowles" userId="b03588657e1764ed" providerId="LiveId" clId="{8ED2B2C3-C170-4DC1-A3C7-063920288560}" dt="2026-03-13T01:41:26.618" v="3491"/>
          <ac:grpSpMkLst>
            <pc:docMk/>
            <pc:sldMk cId="2688484901" sldId="271"/>
            <ac:grpSpMk id="34" creationId="{CF55A1E9-F78B-9015-A142-3C1973CF71B5}"/>
          </ac:grpSpMkLst>
        </pc:grpChg>
        <pc:grpChg chg="del">
          <ac:chgData name="Jamie Bowles" userId="b03588657e1764ed" providerId="LiveId" clId="{8ED2B2C3-C170-4DC1-A3C7-063920288560}" dt="2026-03-13T01:39:40.573" v="3481" actId="478"/>
          <ac:grpSpMkLst>
            <pc:docMk/>
            <pc:sldMk cId="2688484901" sldId="271"/>
            <ac:grpSpMk id="43" creationId="{AC5B5A10-0156-E125-C2DA-EBF9F1014818}"/>
          </ac:grpSpMkLst>
        </pc:grpChg>
        <pc:grpChg chg="del">
          <ac:chgData name="Jamie Bowles" userId="b03588657e1764ed" providerId="LiveId" clId="{8ED2B2C3-C170-4DC1-A3C7-063920288560}" dt="2026-03-13T01:39:43.070" v="3482" actId="478"/>
          <ac:grpSpMkLst>
            <pc:docMk/>
            <pc:sldMk cId="2688484901" sldId="271"/>
            <ac:grpSpMk id="44" creationId="{92ECA5D9-B64F-0064-D1AE-1EDEBC407AD4}"/>
          </ac:grpSpMkLst>
        </pc:grpChg>
        <pc:grpChg chg="add del">
          <ac:chgData name="Jamie Bowles" userId="b03588657e1764ed" providerId="LiveId" clId="{8ED2B2C3-C170-4DC1-A3C7-063920288560}" dt="2026-03-13T01:39:35.347" v="3478" actId="478"/>
          <ac:grpSpMkLst>
            <pc:docMk/>
            <pc:sldMk cId="2688484901" sldId="271"/>
            <ac:grpSpMk id="55" creationId="{63847E6E-7ED5-10DE-663E-4488D15AF29C}"/>
          </ac:grpSpMkLst>
        </pc:grpChg>
        <pc:grpChg chg="del">
          <ac:chgData name="Jamie Bowles" userId="b03588657e1764ed" providerId="LiveId" clId="{8ED2B2C3-C170-4DC1-A3C7-063920288560}" dt="2026-03-13T01:39:38.325" v="3480" actId="478"/>
          <ac:grpSpMkLst>
            <pc:docMk/>
            <pc:sldMk cId="2688484901" sldId="271"/>
            <ac:grpSpMk id="56" creationId="{707D1454-6EFC-1FBA-05EA-9AF3098C8F4B}"/>
          </ac:grpSpMkLst>
        </pc:grpChg>
        <pc:grpChg chg="del">
          <ac:chgData name="Jamie Bowles" userId="b03588657e1764ed" providerId="LiveId" clId="{8ED2B2C3-C170-4DC1-A3C7-063920288560}" dt="2026-03-13T01:40:04.592" v="3485" actId="478"/>
          <ac:grpSpMkLst>
            <pc:docMk/>
            <pc:sldMk cId="2688484901" sldId="271"/>
            <ac:grpSpMk id="60" creationId="{DB839A31-8C99-D50C-E408-DFA55DD7AC84}"/>
          </ac:grpSpMkLst>
        </pc:grpChg>
        <pc:grpChg chg="del">
          <ac:chgData name="Jamie Bowles" userId="b03588657e1764ed" providerId="LiveId" clId="{8ED2B2C3-C170-4DC1-A3C7-063920288560}" dt="2026-03-13T01:40:06.495" v="3486" actId="478"/>
          <ac:grpSpMkLst>
            <pc:docMk/>
            <pc:sldMk cId="2688484901" sldId="271"/>
            <ac:grpSpMk id="128" creationId="{89571DFF-6FB6-7052-4356-0BB8AE2D82A4}"/>
          </ac:grpSpMkLst>
        </pc:grpChg>
        <pc:grpChg chg="del">
          <ac:chgData name="Jamie Bowles" userId="b03588657e1764ed" providerId="LiveId" clId="{8ED2B2C3-C170-4DC1-A3C7-063920288560}" dt="2026-03-13T01:40:02.979" v="3484" actId="478"/>
          <ac:grpSpMkLst>
            <pc:docMk/>
            <pc:sldMk cId="2688484901" sldId="271"/>
            <ac:grpSpMk id="132" creationId="{497F9677-ACEF-D468-1D25-D6CF0434CC6A}"/>
          </ac:grpSpMkLst>
        </pc:grpChg>
        <pc:grpChg chg="del">
          <ac:chgData name="Jamie Bowles" userId="b03588657e1764ed" providerId="LiveId" clId="{8ED2B2C3-C170-4DC1-A3C7-063920288560}" dt="2026-03-13T01:40:00.652" v="3483" actId="478"/>
          <ac:grpSpMkLst>
            <pc:docMk/>
            <pc:sldMk cId="2688484901" sldId="271"/>
            <ac:grpSpMk id="136" creationId="{0897D15E-3E2A-23FE-3382-53BA9A0F3AA7}"/>
          </ac:grpSpMkLst>
        </pc:grpChg>
        <pc:grpChg chg="add mod">
          <ac:chgData name="Jamie Bowles" userId="b03588657e1764ed" providerId="LiveId" clId="{8ED2B2C3-C170-4DC1-A3C7-063920288560}" dt="2026-03-13T01:48:20.787" v="3561" actId="1076"/>
          <ac:grpSpMkLst>
            <pc:docMk/>
            <pc:sldMk cId="2688484901" sldId="271"/>
            <ac:grpSpMk id="145" creationId="{D650095F-0674-E3AA-73B7-68B8F06E47F1}"/>
          </ac:grpSpMkLst>
        </pc:grpChg>
        <pc:grpChg chg="mod">
          <ac:chgData name="Jamie Bowles" userId="b03588657e1764ed" providerId="LiveId" clId="{8ED2B2C3-C170-4DC1-A3C7-063920288560}" dt="2026-03-13T01:40:29.169" v="3487" actId="164"/>
          <ac:grpSpMkLst>
            <pc:docMk/>
            <pc:sldMk cId="2688484901" sldId="271"/>
            <ac:grpSpMk id="146" creationId="{8903B29E-E83B-A62D-343E-B7220BB582BB}"/>
          </ac:grpSpMkLst>
        </pc:grpChg>
        <pc:grpChg chg="mod">
          <ac:chgData name="Jamie Bowles" userId="b03588657e1764ed" providerId="LiveId" clId="{8ED2B2C3-C170-4DC1-A3C7-063920288560}" dt="2026-03-13T01:46:41.932" v="3530"/>
          <ac:grpSpMkLst>
            <pc:docMk/>
            <pc:sldMk cId="2688484901" sldId="271"/>
            <ac:grpSpMk id="150" creationId="{699FE03E-6993-32B8-0D7F-1B28A615B215}"/>
          </ac:grpSpMkLst>
        </pc:grpChg>
        <pc:grpChg chg="add mod">
          <ac:chgData name="Jamie Bowles" userId="b03588657e1764ed" providerId="LiveId" clId="{8ED2B2C3-C170-4DC1-A3C7-063920288560}" dt="2026-03-13T01:48:47.785" v="3565" actId="1035"/>
          <ac:grpSpMkLst>
            <pc:docMk/>
            <pc:sldMk cId="2688484901" sldId="271"/>
            <ac:grpSpMk id="166" creationId="{2B1D622E-0FC9-ADFE-4227-78D16F96BB33}"/>
          </ac:grpSpMkLst>
        </pc:grpChg>
        <pc:grpChg chg="mod">
          <ac:chgData name="Jamie Bowles" userId="b03588657e1764ed" providerId="LiveId" clId="{8ED2B2C3-C170-4DC1-A3C7-063920288560}" dt="2026-03-13T01:47:02.152" v="3536"/>
          <ac:grpSpMkLst>
            <pc:docMk/>
            <pc:sldMk cId="2688484901" sldId="271"/>
            <ac:grpSpMk id="168" creationId="{F630F534-C84E-94D2-8D13-5B7B24561B56}"/>
          </ac:grpSpMkLst>
        </pc:grpChg>
        <pc:cxnChg chg="mod">
          <ac:chgData name="Jamie Bowles" userId="b03588657e1764ed" providerId="LiveId" clId="{8ED2B2C3-C170-4DC1-A3C7-063920288560}" dt="2026-03-13T01:40:32.789" v="3488"/>
          <ac:cxnSpMkLst>
            <pc:docMk/>
            <pc:sldMk cId="2688484901" sldId="271"/>
            <ac:cxnSpMk id="19" creationId="{DB2969DD-B4E5-D4C0-E95F-2AAE2239496D}"/>
          </ac:cxnSpMkLst>
        </pc:cxnChg>
        <pc:cxnChg chg="mod">
          <ac:chgData name="Jamie Bowles" userId="b03588657e1764ed" providerId="LiveId" clId="{8ED2B2C3-C170-4DC1-A3C7-063920288560}" dt="2026-03-13T01:40:32.789" v="3488"/>
          <ac:cxnSpMkLst>
            <pc:docMk/>
            <pc:sldMk cId="2688484901" sldId="271"/>
            <ac:cxnSpMk id="21" creationId="{0F7FE10C-CA3F-1A29-B189-25381DD110C3}"/>
          </ac:cxnSpMkLst>
        </pc:cxnChg>
        <pc:cxnChg chg="mod">
          <ac:chgData name="Jamie Bowles" userId="b03588657e1764ed" providerId="LiveId" clId="{8ED2B2C3-C170-4DC1-A3C7-063920288560}" dt="2026-03-13T01:41:54.427" v="3498" actId="21"/>
          <ac:cxnSpMkLst>
            <pc:docMk/>
            <pc:sldMk cId="2688484901" sldId="271"/>
            <ac:cxnSpMk id="31" creationId="{3140D8E1-D6F2-631E-D555-4372E76B57D5}"/>
          </ac:cxnSpMkLst>
        </pc:cxnChg>
        <pc:cxnChg chg="mod">
          <ac:chgData name="Jamie Bowles" userId="b03588657e1764ed" providerId="LiveId" clId="{8ED2B2C3-C170-4DC1-A3C7-063920288560}" dt="2026-03-13T01:41:54.427" v="3498" actId="21"/>
          <ac:cxnSpMkLst>
            <pc:docMk/>
            <pc:sldMk cId="2688484901" sldId="271"/>
            <ac:cxnSpMk id="32" creationId="{8235B8AE-6BB0-D96A-77A9-A37593A383B1}"/>
          </ac:cxnSpMkLst>
        </pc:cxnChg>
        <pc:cxnChg chg="mod">
          <ac:chgData name="Jamie Bowles" userId="b03588657e1764ed" providerId="LiveId" clId="{8ED2B2C3-C170-4DC1-A3C7-063920288560}" dt="2026-03-13T01:41:26.618" v="3491"/>
          <ac:cxnSpMkLst>
            <pc:docMk/>
            <pc:sldMk cId="2688484901" sldId="271"/>
            <ac:cxnSpMk id="38" creationId="{11429E82-1C78-9063-16CD-A186CA929CEE}"/>
          </ac:cxnSpMkLst>
        </pc:cxnChg>
        <pc:cxnChg chg="mod">
          <ac:chgData name="Jamie Bowles" userId="b03588657e1764ed" providerId="LiveId" clId="{8ED2B2C3-C170-4DC1-A3C7-063920288560}" dt="2026-03-13T01:39:35.347" v="3478" actId="478"/>
          <ac:cxnSpMkLst>
            <pc:docMk/>
            <pc:sldMk cId="2688484901" sldId="271"/>
            <ac:cxnSpMk id="49" creationId="{501D818C-CC10-0CDB-F01D-C6B0378CBD35}"/>
          </ac:cxnSpMkLst>
        </pc:cxnChg>
        <pc:cxnChg chg="mod">
          <ac:chgData name="Jamie Bowles" userId="b03588657e1764ed" providerId="LiveId" clId="{8ED2B2C3-C170-4DC1-A3C7-063920288560}" dt="2026-03-13T01:39:35.347" v="3478" actId="478"/>
          <ac:cxnSpMkLst>
            <pc:docMk/>
            <pc:sldMk cId="2688484901" sldId="271"/>
            <ac:cxnSpMk id="51" creationId="{C6C8E60E-61FA-7B39-3BD7-A9370BE0DD6E}"/>
          </ac:cxnSpMkLst>
        </pc:cxnChg>
        <pc:cxnChg chg="mod">
          <ac:chgData name="Jamie Bowles" userId="b03588657e1764ed" providerId="LiveId" clId="{8ED2B2C3-C170-4DC1-A3C7-063920288560}" dt="2026-03-13T01:41:26.618" v="3491"/>
          <ac:cxnSpMkLst>
            <pc:docMk/>
            <pc:sldMk cId="2688484901" sldId="271"/>
            <ac:cxnSpMk id="52" creationId="{AFE45BD0-B0A9-93F3-8B49-2B49C31FCBEA}"/>
          </ac:cxnSpMkLst>
        </pc:cxnChg>
        <pc:cxnChg chg="mod">
          <ac:chgData name="Jamie Bowles" userId="b03588657e1764ed" providerId="LiveId" clId="{8ED2B2C3-C170-4DC1-A3C7-063920288560}" dt="2026-03-13T01:39:38.325" v="3480" actId="478"/>
          <ac:cxnSpMkLst>
            <pc:docMk/>
            <pc:sldMk cId="2688484901" sldId="271"/>
            <ac:cxnSpMk id="58" creationId="{B591B29D-0331-5887-D411-F74D96D58AE2}"/>
          </ac:cxnSpMkLst>
        </pc:cxnChg>
        <pc:cxnChg chg="mod">
          <ac:chgData name="Jamie Bowles" userId="b03588657e1764ed" providerId="LiveId" clId="{8ED2B2C3-C170-4DC1-A3C7-063920288560}" dt="2026-03-13T01:39:38.325" v="3480" actId="478"/>
          <ac:cxnSpMkLst>
            <pc:docMk/>
            <pc:sldMk cId="2688484901" sldId="271"/>
            <ac:cxnSpMk id="59" creationId="{73373B99-48E7-E6E3-EFA8-B114DDE685F1}"/>
          </ac:cxnSpMkLst>
        </pc:cxnChg>
        <pc:cxnChg chg="mod">
          <ac:chgData name="Jamie Bowles" userId="b03588657e1764ed" providerId="LiveId" clId="{8ED2B2C3-C170-4DC1-A3C7-063920288560}" dt="2026-03-13T01:40:04.592" v="3485" actId="478"/>
          <ac:cxnSpMkLst>
            <pc:docMk/>
            <pc:sldMk cId="2688484901" sldId="271"/>
            <ac:cxnSpMk id="62" creationId="{C44561BA-3380-3F8A-ED09-315A3006EC74}"/>
          </ac:cxnSpMkLst>
        </pc:cxnChg>
        <pc:cxnChg chg="mod">
          <ac:chgData name="Jamie Bowles" userId="b03588657e1764ed" providerId="LiveId" clId="{8ED2B2C3-C170-4DC1-A3C7-063920288560}" dt="2026-03-13T01:40:04.592" v="3485" actId="478"/>
          <ac:cxnSpMkLst>
            <pc:docMk/>
            <pc:sldMk cId="2688484901" sldId="271"/>
            <ac:cxnSpMk id="63" creationId="{19FB05D3-703C-9D3E-2D29-559C5D2CC58F}"/>
          </ac:cxnSpMkLst>
        </pc:cxnChg>
        <pc:cxnChg chg="mod">
          <ac:chgData name="Jamie Bowles" userId="b03588657e1764ed" providerId="LiveId" clId="{8ED2B2C3-C170-4DC1-A3C7-063920288560}" dt="2026-03-13T01:40:06.495" v="3486" actId="478"/>
          <ac:cxnSpMkLst>
            <pc:docMk/>
            <pc:sldMk cId="2688484901" sldId="271"/>
            <ac:cxnSpMk id="130" creationId="{AE91AD0F-AC66-1CC7-FD6C-9D52D1549D46}"/>
          </ac:cxnSpMkLst>
        </pc:cxnChg>
        <pc:cxnChg chg="mod">
          <ac:chgData name="Jamie Bowles" userId="b03588657e1764ed" providerId="LiveId" clId="{8ED2B2C3-C170-4DC1-A3C7-063920288560}" dt="2026-03-13T01:40:06.495" v="3486" actId="478"/>
          <ac:cxnSpMkLst>
            <pc:docMk/>
            <pc:sldMk cId="2688484901" sldId="271"/>
            <ac:cxnSpMk id="131" creationId="{B5FCF8C6-6341-5952-E1A6-C50C44A293BF}"/>
          </ac:cxnSpMkLst>
        </pc:cxnChg>
        <pc:cxnChg chg="mod">
          <ac:chgData name="Jamie Bowles" userId="b03588657e1764ed" providerId="LiveId" clId="{8ED2B2C3-C170-4DC1-A3C7-063920288560}" dt="2026-03-13T01:40:02.979" v="3484" actId="478"/>
          <ac:cxnSpMkLst>
            <pc:docMk/>
            <pc:sldMk cId="2688484901" sldId="271"/>
            <ac:cxnSpMk id="134" creationId="{DBCD4A31-E83E-E9BA-3569-88F072F6E193}"/>
          </ac:cxnSpMkLst>
        </pc:cxnChg>
        <pc:cxnChg chg="mod">
          <ac:chgData name="Jamie Bowles" userId="b03588657e1764ed" providerId="LiveId" clId="{8ED2B2C3-C170-4DC1-A3C7-063920288560}" dt="2026-03-13T01:40:02.979" v="3484" actId="478"/>
          <ac:cxnSpMkLst>
            <pc:docMk/>
            <pc:sldMk cId="2688484901" sldId="271"/>
            <ac:cxnSpMk id="135" creationId="{527F494A-9EDC-55BC-5356-043DDC9171CD}"/>
          </ac:cxnSpMkLst>
        </pc:cxnChg>
        <pc:cxnChg chg="mod">
          <ac:chgData name="Jamie Bowles" userId="b03588657e1764ed" providerId="LiveId" clId="{8ED2B2C3-C170-4DC1-A3C7-063920288560}" dt="2026-03-13T01:40:00.652" v="3483" actId="478"/>
          <ac:cxnSpMkLst>
            <pc:docMk/>
            <pc:sldMk cId="2688484901" sldId="271"/>
            <ac:cxnSpMk id="138" creationId="{3767B831-18A0-53C6-C78D-7CCDE77F7FA6}"/>
          </ac:cxnSpMkLst>
        </pc:cxnChg>
        <pc:cxnChg chg="mod">
          <ac:chgData name="Jamie Bowles" userId="b03588657e1764ed" providerId="LiveId" clId="{8ED2B2C3-C170-4DC1-A3C7-063920288560}" dt="2026-03-13T01:40:00.652" v="3483" actId="478"/>
          <ac:cxnSpMkLst>
            <pc:docMk/>
            <pc:sldMk cId="2688484901" sldId="271"/>
            <ac:cxnSpMk id="139" creationId="{1F9FF9C6-FF2C-E5CC-32A0-29F7FA803BE6}"/>
          </ac:cxnSpMkLst>
        </pc:cxnChg>
        <pc:cxnChg chg="mod">
          <ac:chgData name="Jamie Bowles" userId="b03588657e1764ed" providerId="LiveId" clId="{8ED2B2C3-C170-4DC1-A3C7-063920288560}" dt="2026-03-13T01:41:31.002" v="3492" actId="21"/>
          <ac:cxnSpMkLst>
            <pc:docMk/>
            <pc:sldMk cId="2688484901" sldId="271"/>
            <ac:cxnSpMk id="143" creationId="{FB89BBDC-88D2-7D54-ECC2-BF2DF99311EE}"/>
          </ac:cxnSpMkLst>
        </pc:cxnChg>
        <pc:cxnChg chg="mod">
          <ac:chgData name="Jamie Bowles" userId="b03588657e1764ed" providerId="LiveId" clId="{8ED2B2C3-C170-4DC1-A3C7-063920288560}" dt="2026-03-13T01:41:31.002" v="3492" actId="21"/>
          <ac:cxnSpMkLst>
            <pc:docMk/>
            <pc:sldMk cId="2688484901" sldId="271"/>
            <ac:cxnSpMk id="144" creationId="{67DA013E-F4B6-D293-32D4-256A00DEB12F}"/>
          </ac:cxnSpMkLst>
        </pc:cxnChg>
        <pc:cxnChg chg="mod">
          <ac:chgData name="Jamie Bowles" userId="b03588657e1764ed" providerId="LiveId" clId="{8ED2B2C3-C170-4DC1-A3C7-063920288560}" dt="2026-03-13T01:46:41.932" v="3530"/>
          <ac:cxnSpMkLst>
            <pc:docMk/>
            <pc:sldMk cId="2688484901" sldId="271"/>
            <ac:cxnSpMk id="155" creationId="{72AB0E72-A65C-61DF-DA1D-1DDC1279DFD1}"/>
          </ac:cxnSpMkLst>
        </pc:cxnChg>
        <pc:cxnChg chg="mod">
          <ac:chgData name="Jamie Bowles" userId="b03588657e1764ed" providerId="LiveId" clId="{8ED2B2C3-C170-4DC1-A3C7-063920288560}" dt="2026-03-13T01:46:41.932" v="3530"/>
          <ac:cxnSpMkLst>
            <pc:docMk/>
            <pc:sldMk cId="2688484901" sldId="271"/>
            <ac:cxnSpMk id="156" creationId="{CAD471A8-E37E-1547-0804-2B2602D28963}"/>
          </ac:cxnSpMkLst>
        </pc:cxnChg>
        <pc:cxnChg chg="mod">
          <ac:chgData name="Jamie Bowles" userId="b03588657e1764ed" providerId="LiveId" clId="{8ED2B2C3-C170-4DC1-A3C7-063920288560}" dt="2026-03-13T01:46:41.932" v="3530"/>
          <ac:cxnSpMkLst>
            <pc:docMk/>
            <pc:sldMk cId="2688484901" sldId="271"/>
            <ac:cxnSpMk id="159" creationId="{55DC4E47-1727-8209-977F-C0761809F324}"/>
          </ac:cxnSpMkLst>
        </pc:cxnChg>
        <pc:cxnChg chg="mod">
          <ac:chgData name="Jamie Bowles" userId="b03588657e1764ed" providerId="LiveId" clId="{8ED2B2C3-C170-4DC1-A3C7-063920288560}" dt="2026-03-13T01:47:02.152" v="3536"/>
          <ac:cxnSpMkLst>
            <pc:docMk/>
            <pc:sldMk cId="2688484901" sldId="271"/>
            <ac:cxnSpMk id="174" creationId="{6DDC5EAC-5E74-1276-1A98-92436FAA9EC1}"/>
          </ac:cxnSpMkLst>
        </pc:cxnChg>
        <pc:cxnChg chg="mod">
          <ac:chgData name="Jamie Bowles" userId="b03588657e1764ed" providerId="LiveId" clId="{8ED2B2C3-C170-4DC1-A3C7-063920288560}" dt="2026-03-13T01:47:02.152" v="3536"/>
          <ac:cxnSpMkLst>
            <pc:docMk/>
            <pc:sldMk cId="2688484901" sldId="271"/>
            <ac:cxnSpMk id="176" creationId="{9BAB659D-10E6-51FF-84E0-D18674D0B96C}"/>
          </ac:cxnSpMkLst>
        </pc:cxnChg>
        <pc:cxnChg chg="mod">
          <ac:chgData name="Jamie Bowles" userId="b03588657e1764ed" providerId="LiveId" clId="{8ED2B2C3-C170-4DC1-A3C7-063920288560}" dt="2026-03-13T01:40:29.169" v="3487" actId="164"/>
          <ac:cxnSpMkLst>
            <pc:docMk/>
            <pc:sldMk cId="2688484901" sldId="271"/>
            <ac:cxnSpMk id="177" creationId="{DA9DE99A-4924-7363-20D8-FDA66B4B0139}"/>
          </ac:cxnSpMkLst>
        </pc:cxnChg>
        <pc:cxnChg chg="mod">
          <ac:chgData name="Jamie Bowles" userId="b03588657e1764ed" providerId="LiveId" clId="{8ED2B2C3-C170-4DC1-A3C7-063920288560}" dt="2026-03-13T01:40:29.169" v="3487" actId="164"/>
          <ac:cxnSpMkLst>
            <pc:docMk/>
            <pc:sldMk cId="2688484901" sldId="271"/>
            <ac:cxnSpMk id="179" creationId="{990FC242-6A3D-B5A3-C8E0-2E9FB05516C6}"/>
          </ac:cxnSpMkLst>
        </pc:cxnChg>
        <pc:cxnChg chg="mod">
          <ac:chgData name="Jamie Bowles" userId="b03588657e1764ed" providerId="LiveId" clId="{8ED2B2C3-C170-4DC1-A3C7-063920288560}" dt="2026-03-13T01:47:02.152" v="3536"/>
          <ac:cxnSpMkLst>
            <pc:docMk/>
            <pc:sldMk cId="2688484901" sldId="271"/>
            <ac:cxnSpMk id="187" creationId="{4918AEC7-D812-261F-2DB5-452EAFCE0B5B}"/>
          </ac:cxnSpMkLst>
        </pc:cxnChg>
        <pc:cxnChg chg="mod">
          <ac:chgData name="Jamie Bowles" userId="b03588657e1764ed" providerId="LiveId" clId="{8ED2B2C3-C170-4DC1-A3C7-063920288560}" dt="2026-03-13T01:40:29.169" v="3487" actId="164"/>
          <ac:cxnSpMkLst>
            <pc:docMk/>
            <pc:sldMk cId="2688484901" sldId="271"/>
            <ac:cxnSpMk id="202" creationId="{1F12A144-D048-4809-FDA2-B99B4DF95096}"/>
          </ac:cxnSpMkLst>
        </pc:cxnChg>
        <pc:cxnChg chg="mod">
          <ac:chgData name="Jamie Bowles" userId="b03588657e1764ed" providerId="LiveId" clId="{8ED2B2C3-C170-4DC1-A3C7-063920288560}" dt="2026-03-13T01:40:29.169" v="3487" actId="164"/>
          <ac:cxnSpMkLst>
            <pc:docMk/>
            <pc:sldMk cId="2688484901" sldId="271"/>
            <ac:cxnSpMk id="204" creationId="{D5DFDC89-E51E-E7DC-8D8D-3AA42F85C5A2}"/>
          </ac:cxnSpMkLst>
        </pc:cxnChg>
      </pc:sldChg>
      <pc:sldChg chg="addSp delSp modSp add mod">
        <pc:chgData name="Jamie Bowles" userId="b03588657e1764ed" providerId="LiveId" clId="{8ED2B2C3-C170-4DC1-A3C7-063920288560}" dt="2026-03-13T03:32:43.901" v="3780" actId="1076"/>
        <pc:sldMkLst>
          <pc:docMk/>
          <pc:sldMk cId="2885744988" sldId="271"/>
        </pc:sldMkLst>
        <pc:spChg chg="mod">
          <ac:chgData name="Jamie Bowles" userId="b03588657e1764ed" providerId="LiveId" clId="{8ED2B2C3-C170-4DC1-A3C7-063920288560}" dt="2026-03-13T01:52:05.441" v="3596"/>
          <ac:spMkLst>
            <pc:docMk/>
            <pc:sldMk cId="2885744988" sldId="271"/>
            <ac:spMk id="20" creationId="{5939D1CB-63EC-94A0-B581-F7E6DA30F365}"/>
          </ac:spMkLst>
        </pc:spChg>
        <pc:spChg chg="mod">
          <ac:chgData name="Jamie Bowles" userId="b03588657e1764ed" providerId="LiveId" clId="{8ED2B2C3-C170-4DC1-A3C7-063920288560}" dt="2026-03-13T01:52:05.441" v="3596"/>
          <ac:spMkLst>
            <pc:docMk/>
            <pc:sldMk cId="2885744988" sldId="271"/>
            <ac:spMk id="23" creationId="{7CC515DC-7193-E220-3AAB-E04FD81E4C0C}"/>
          </ac:spMkLst>
        </pc:spChg>
        <pc:spChg chg="mod">
          <ac:chgData name="Jamie Bowles" userId="b03588657e1764ed" providerId="LiveId" clId="{8ED2B2C3-C170-4DC1-A3C7-063920288560}" dt="2026-03-13T01:52:05.441" v="3596"/>
          <ac:spMkLst>
            <pc:docMk/>
            <pc:sldMk cId="2885744988" sldId="271"/>
            <ac:spMk id="24" creationId="{A098465A-7DA8-550F-F08B-2005F5AAD87B}"/>
          </ac:spMkLst>
        </pc:spChg>
        <pc:spChg chg="mod">
          <ac:chgData name="Jamie Bowles" userId="b03588657e1764ed" providerId="LiveId" clId="{8ED2B2C3-C170-4DC1-A3C7-063920288560}" dt="2026-03-13T01:52:05.441" v="3596"/>
          <ac:spMkLst>
            <pc:docMk/>
            <pc:sldMk cId="2885744988" sldId="271"/>
            <ac:spMk id="27" creationId="{CCFF799C-89F6-6962-7720-40144FF1A19B}"/>
          </ac:spMkLst>
        </pc:spChg>
        <pc:spChg chg="mod">
          <ac:chgData name="Jamie Bowles" userId="b03588657e1764ed" providerId="LiveId" clId="{8ED2B2C3-C170-4DC1-A3C7-063920288560}" dt="2026-03-13T01:52:05.441" v="3596"/>
          <ac:spMkLst>
            <pc:docMk/>
            <pc:sldMk cId="2885744988" sldId="271"/>
            <ac:spMk id="28" creationId="{4067B70B-EDBD-BB46-2D24-45A8FCEA1914}"/>
          </ac:spMkLst>
        </pc:spChg>
        <pc:spChg chg="mod">
          <ac:chgData name="Jamie Bowles" userId="b03588657e1764ed" providerId="LiveId" clId="{8ED2B2C3-C170-4DC1-A3C7-063920288560}" dt="2026-03-13T01:52:25.978" v="3599"/>
          <ac:spMkLst>
            <pc:docMk/>
            <pc:sldMk cId="2885744988" sldId="271"/>
            <ac:spMk id="48" creationId="{934C3AE5-D5B0-07FF-096E-082D9B78B473}"/>
          </ac:spMkLst>
        </pc:spChg>
        <pc:spChg chg="mod">
          <ac:chgData name="Jamie Bowles" userId="b03588657e1764ed" providerId="LiveId" clId="{8ED2B2C3-C170-4DC1-A3C7-063920288560}" dt="2026-03-13T01:52:25.978" v="3599"/>
          <ac:spMkLst>
            <pc:docMk/>
            <pc:sldMk cId="2885744988" sldId="271"/>
            <ac:spMk id="53" creationId="{D2290169-E87D-DFC4-77C9-1FEEF7E112D0}"/>
          </ac:spMkLst>
        </pc:spChg>
        <pc:spChg chg="mod">
          <ac:chgData name="Jamie Bowles" userId="b03588657e1764ed" providerId="LiveId" clId="{8ED2B2C3-C170-4DC1-A3C7-063920288560}" dt="2026-03-13T01:52:25.978" v="3599"/>
          <ac:spMkLst>
            <pc:docMk/>
            <pc:sldMk cId="2885744988" sldId="271"/>
            <ac:spMk id="54" creationId="{AE06FEFC-79E0-406F-AA9C-97954A77D3A5}"/>
          </ac:spMkLst>
        </pc:spChg>
        <pc:spChg chg="mod">
          <ac:chgData name="Jamie Bowles" userId="b03588657e1764ed" providerId="LiveId" clId="{8ED2B2C3-C170-4DC1-A3C7-063920288560}" dt="2026-03-13T01:52:25.978" v="3599"/>
          <ac:spMkLst>
            <pc:docMk/>
            <pc:sldMk cId="2885744988" sldId="271"/>
            <ac:spMk id="140" creationId="{16124C37-EC19-408A-977D-54CF022881A8}"/>
          </ac:spMkLst>
        </pc:spChg>
        <pc:spChg chg="mod">
          <ac:chgData name="Jamie Bowles" userId="b03588657e1764ed" providerId="LiveId" clId="{8ED2B2C3-C170-4DC1-A3C7-063920288560}" dt="2026-03-13T01:52:25.978" v="3599"/>
          <ac:spMkLst>
            <pc:docMk/>
            <pc:sldMk cId="2885744988" sldId="271"/>
            <ac:spMk id="141" creationId="{BD19AC04-88AE-CF11-6564-0E9E869A53D5}"/>
          </ac:spMkLst>
        </pc:spChg>
        <pc:spChg chg="mod">
          <ac:chgData name="Jamie Bowles" userId="b03588657e1764ed" providerId="LiveId" clId="{8ED2B2C3-C170-4DC1-A3C7-063920288560}" dt="2026-03-13T01:52:59.468" v="3604"/>
          <ac:spMkLst>
            <pc:docMk/>
            <pc:sldMk cId="2885744988" sldId="271"/>
            <ac:spMk id="157" creationId="{F0AAD3E4-6B49-B610-515A-733AE4BB901A}"/>
          </ac:spMkLst>
        </pc:spChg>
        <pc:spChg chg="mod">
          <ac:chgData name="Jamie Bowles" userId="b03588657e1764ed" providerId="LiveId" clId="{8ED2B2C3-C170-4DC1-A3C7-063920288560}" dt="2026-03-13T01:52:59.468" v="3604"/>
          <ac:spMkLst>
            <pc:docMk/>
            <pc:sldMk cId="2885744988" sldId="271"/>
            <ac:spMk id="160" creationId="{B2AAF386-B64E-AF1A-F2DF-9C98F2005C93}"/>
          </ac:spMkLst>
        </pc:spChg>
        <pc:spChg chg="mod">
          <ac:chgData name="Jamie Bowles" userId="b03588657e1764ed" providerId="LiveId" clId="{8ED2B2C3-C170-4DC1-A3C7-063920288560}" dt="2026-03-13T01:52:59.468" v="3604"/>
          <ac:spMkLst>
            <pc:docMk/>
            <pc:sldMk cId="2885744988" sldId="271"/>
            <ac:spMk id="161" creationId="{50D5FEE4-0173-BE20-987C-0BAC7F2D477D}"/>
          </ac:spMkLst>
        </pc:spChg>
        <pc:spChg chg="mod">
          <ac:chgData name="Jamie Bowles" userId="b03588657e1764ed" providerId="LiveId" clId="{8ED2B2C3-C170-4DC1-A3C7-063920288560}" dt="2026-03-13T01:52:59.468" v="3604"/>
          <ac:spMkLst>
            <pc:docMk/>
            <pc:sldMk cId="2885744988" sldId="271"/>
            <ac:spMk id="162" creationId="{B0B451EB-CEBD-B866-D813-F8DA2CBA7EF9}"/>
          </ac:spMkLst>
        </pc:spChg>
        <pc:spChg chg="mod">
          <ac:chgData name="Jamie Bowles" userId="b03588657e1764ed" providerId="LiveId" clId="{8ED2B2C3-C170-4DC1-A3C7-063920288560}" dt="2026-03-13T01:52:59.468" v="3604"/>
          <ac:spMkLst>
            <pc:docMk/>
            <pc:sldMk cId="2885744988" sldId="271"/>
            <ac:spMk id="163" creationId="{BDE7D55E-0E32-0E11-E99A-16FBA1DC53A2}"/>
          </ac:spMkLst>
        </pc:spChg>
        <pc:spChg chg="mod">
          <ac:chgData name="Jamie Bowles" userId="b03588657e1764ed" providerId="LiveId" clId="{8ED2B2C3-C170-4DC1-A3C7-063920288560}" dt="2026-03-13T01:53:27.939" v="3613"/>
          <ac:spMkLst>
            <pc:docMk/>
            <pc:sldMk cId="2885744988" sldId="271"/>
            <ac:spMk id="175" creationId="{F8F6A276-24D5-A276-697A-8A46434AEE25}"/>
          </ac:spMkLst>
        </pc:spChg>
        <pc:spChg chg="mod">
          <ac:chgData name="Jamie Bowles" userId="b03588657e1764ed" providerId="LiveId" clId="{8ED2B2C3-C170-4DC1-A3C7-063920288560}" dt="2026-03-13T01:53:27.939" v="3613"/>
          <ac:spMkLst>
            <pc:docMk/>
            <pc:sldMk cId="2885744988" sldId="271"/>
            <ac:spMk id="183" creationId="{A4D3D150-856F-9C99-270C-EB3E8B93E2EE}"/>
          </ac:spMkLst>
        </pc:spChg>
        <pc:spChg chg="mod">
          <ac:chgData name="Jamie Bowles" userId="b03588657e1764ed" providerId="LiveId" clId="{8ED2B2C3-C170-4DC1-A3C7-063920288560}" dt="2026-03-13T01:53:27.939" v="3613"/>
          <ac:spMkLst>
            <pc:docMk/>
            <pc:sldMk cId="2885744988" sldId="271"/>
            <ac:spMk id="184" creationId="{12E807B5-4DCF-6535-193F-3B419DBA3B7E}"/>
          </ac:spMkLst>
        </pc:spChg>
        <pc:spChg chg="mod">
          <ac:chgData name="Jamie Bowles" userId="b03588657e1764ed" providerId="LiveId" clId="{8ED2B2C3-C170-4DC1-A3C7-063920288560}" dt="2026-03-13T01:53:27.939" v="3613"/>
          <ac:spMkLst>
            <pc:docMk/>
            <pc:sldMk cId="2885744988" sldId="271"/>
            <ac:spMk id="185" creationId="{A2640D4D-B4CC-6076-370C-E2ACB00394C1}"/>
          </ac:spMkLst>
        </pc:spChg>
        <pc:spChg chg="mod">
          <ac:chgData name="Jamie Bowles" userId="b03588657e1764ed" providerId="LiveId" clId="{8ED2B2C3-C170-4DC1-A3C7-063920288560}" dt="2026-03-13T01:53:27.939" v="3613"/>
          <ac:spMkLst>
            <pc:docMk/>
            <pc:sldMk cId="2885744988" sldId="271"/>
            <ac:spMk id="186" creationId="{E0B244C8-C95A-CE98-968F-6C5A6674E316}"/>
          </ac:spMkLst>
        </pc:spChg>
        <pc:spChg chg="mod">
          <ac:chgData name="Jamie Bowles" userId="b03588657e1764ed" providerId="LiveId" clId="{8ED2B2C3-C170-4DC1-A3C7-063920288560}" dt="2026-03-13T01:53:49.770" v="3617"/>
          <ac:spMkLst>
            <pc:docMk/>
            <pc:sldMk cId="2885744988" sldId="271"/>
            <ac:spMk id="197" creationId="{4C50B1A1-47FF-2A2B-AB13-7720A6B676C3}"/>
          </ac:spMkLst>
        </pc:spChg>
        <pc:spChg chg="mod">
          <ac:chgData name="Jamie Bowles" userId="b03588657e1764ed" providerId="LiveId" clId="{8ED2B2C3-C170-4DC1-A3C7-063920288560}" dt="2026-03-13T01:52:03.601" v="3595" actId="164"/>
          <ac:spMkLst>
            <pc:docMk/>
            <pc:sldMk cId="2885744988" sldId="271"/>
            <ac:spMk id="200" creationId="{672BA414-5AEC-C15D-AB0B-1285B94CB5A4}"/>
          </ac:spMkLst>
        </pc:spChg>
        <pc:spChg chg="mod">
          <ac:chgData name="Jamie Bowles" userId="b03588657e1764ed" providerId="LiveId" clId="{8ED2B2C3-C170-4DC1-A3C7-063920288560}" dt="2026-03-13T01:53:49.770" v="3617"/>
          <ac:spMkLst>
            <pc:docMk/>
            <pc:sldMk cId="2885744988" sldId="271"/>
            <ac:spMk id="201" creationId="{308A4626-1B57-51CA-5879-256AFB19B75E}"/>
          </ac:spMkLst>
        </pc:spChg>
        <pc:spChg chg="mod">
          <ac:chgData name="Jamie Bowles" userId="b03588657e1764ed" providerId="LiveId" clId="{8ED2B2C3-C170-4DC1-A3C7-063920288560}" dt="2026-03-13T01:53:49.770" v="3617"/>
          <ac:spMkLst>
            <pc:docMk/>
            <pc:sldMk cId="2885744988" sldId="271"/>
            <ac:spMk id="203" creationId="{C11596C7-AF17-A833-1FCA-475DCD36933C}"/>
          </ac:spMkLst>
        </pc:spChg>
        <pc:spChg chg="mod">
          <ac:chgData name="Jamie Bowles" userId="b03588657e1764ed" providerId="LiveId" clId="{8ED2B2C3-C170-4DC1-A3C7-063920288560}" dt="2026-03-13T01:53:49.770" v="3617"/>
          <ac:spMkLst>
            <pc:docMk/>
            <pc:sldMk cId="2885744988" sldId="271"/>
            <ac:spMk id="205" creationId="{FD69685C-6742-F67B-93B3-F42F8FBA0402}"/>
          </ac:spMkLst>
        </pc:spChg>
        <pc:spChg chg="mod">
          <ac:chgData name="Jamie Bowles" userId="b03588657e1764ed" providerId="LiveId" clId="{8ED2B2C3-C170-4DC1-A3C7-063920288560}" dt="2026-03-13T01:53:49.770" v="3617"/>
          <ac:spMkLst>
            <pc:docMk/>
            <pc:sldMk cId="2885744988" sldId="271"/>
            <ac:spMk id="206" creationId="{2CE7B475-F959-A2D1-1107-5F80DCF0819C}"/>
          </ac:spMkLst>
        </pc:spChg>
        <pc:spChg chg="mod">
          <ac:chgData name="Jamie Bowles" userId="b03588657e1764ed" providerId="LiveId" clId="{8ED2B2C3-C170-4DC1-A3C7-063920288560}" dt="2026-03-13T01:52:03.601" v="3595" actId="164"/>
          <ac:spMkLst>
            <pc:docMk/>
            <pc:sldMk cId="2885744988" sldId="271"/>
            <ac:spMk id="210" creationId="{40D08EFF-F7AC-AC77-055F-2AB43CDB8029}"/>
          </ac:spMkLst>
        </pc:spChg>
        <pc:spChg chg="mod">
          <ac:chgData name="Jamie Bowles" userId="b03588657e1764ed" providerId="LiveId" clId="{8ED2B2C3-C170-4DC1-A3C7-063920288560}" dt="2026-03-13T03:22:52.060" v="3689" actId="1035"/>
          <ac:spMkLst>
            <pc:docMk/>
            <pc:sldMk cId="2885744988" sldId="271"/>
            <ac:spMk id="211" creationId="{AF5EA4D5-F365-E5E1-07C8-7F691A5270D2}"/>
          </ac:spMkLst>
        </pc:spChg>
        <pc:spChg chg="del mod">
          <ac:chgData name="Jamie Bowles" userId="b03588657e1764ed" providerId="LiveId" clId="{8ED2B2C3-C170-4DC1-A3C7-063920288560}" dt="2026-03-13T03:16:28.740" v="3660" actId="478"/>
          <ac:spMkLst>
            <pc:docMk/>
            <pc:sldMk cId="2885744988" sldId="271"/>
            <ac:spMk id="212" creationId="{87F08612-672E-695D-9648-33BC6DC64E6B}"/>
          </ac:spMkLst>
        </pc:spChg>
        <pc:spChg chg="mod">
          <ac:chgData name="Jamie Bowles" userId="b03588657e1764ed" providerId="LiveId" clId="{8ED2B2C3-C170-4DC1-A3C7-063920288560}" dt="2026-03-13T01:54:13.229" v="3623"/>
          <ac:spMkLst>
            <pc:docMk/>
            <pc:sldMk cId="2885744988" sldId="271"/>
            <ac:spMk id="220" creationId="{6854D02C-50C1-2F79-56A7-87F214FDC520}"/>
          </ac:spMkLst>
        </pc:spChg>
        <pc:spChg chg="mod">
          <ac:chgData name="Jamie Bowles" userId="b03588657e1764ed" providerId="LiveId" clId="{8ED2B2C3-C170-4DC1-A3C7-063920288560}" dt="2026-03-13T01:54:13.229" v="3623"/>
          <ac:spMkLst>
            <pc:docMk/>
            <pc:sldMk cId="2885744988" sldId="271"/>
            <ac:spMk id="223" creationId="{7B1795C1-F031-07E6-85B6-D31B8A4620F3}"/>
          </ac:spMkLst>
        </pc:spChg>
        <pc:spChg chg="mod">
          <ac:chgData name="Jamie Bowles" userId="b03588657e1764ed" providerId="LiveId" clId="{8ED2B2C3-C170-4DC1-A3C7-063920288560}" dt="2026-03-13T01:54:13.229" v="3623"/>
          <ac:spMkLst>
            <pc:docMk/>
            <pc:sldMk cId="2885744988" sldId="271"/>
            <ac:spMk id="224" creationId="{FC95D8B9-6B02-BE78-604E-B7F93A615B55}"/>
          </ac:spMkLst>
        </pc:spChg>
        <pc:spChg chg="mod">
          <ac:chgData name="Jamie Bowles" userId="b03588657e1764ed" providerId="LiveId" clId="{8ED2B2C3-C170-4DC1-A3C7-063920288560}" dt="2026-03-13T01:54:13.229" v="3623"/>
          <ac:spMkLst>
            <pc:docMk/>
            <pc:sldMk cId="2885744988" sldId="271"/>
            <ac:spMk id="225" creationId="{FA2D7A45-5330-D39D-BC1C-CDE2A94D54C3}"/>
          </ac:spMkLst>
        </pc:spChg>
        <pc:spChg chg="mod">
          <ac:chgData name="Jamie Bowles" userId="b03588657e1764ed" providerId="LiveId" clId="{8ED2B2C3-C170-4DC1-A3C7-063920288560}" dt="2026-03-13T01:54:13.229" v="3623"/>
          <ac:spMkLst>
            <pc:docMk/>
            <pc:sldMk cId="2885744988" sldId="271"/>
            <ac:spMk id="226" creationId="{8E29FAA6-C3C6-36D3-278D-179D2AD5FB67}"/>
          </ac:spMkLst>
        </pc:spChg>
        <pc:spChg chg="add del mod">
          <ac:chgData name="Jamie Bowles" userId="b03588657e1764ed" providerId="LiveId" clId="{8ED2B2C3-C170-4DC1-A3C7-063920288560}" dt="2026-03-13T03:17:37.344" v="3662" actId="478"/>
          <ac:spMkLst>
            <pc:docMk/>
            <pc:sldMk cId="2885744988" sldId="271"/>
            <ac:spMk id="229" creationId="{93B3501B-F413-CA0C-F04B-F67CD68C0E10}"/>
          </ac:spMkLst>
        </pc:spChg>
        <pc:spChg chg="add mod">
          <ac:chgData name="Jamie Bowles" userId="b03588657e1764ed" providerId="LiveId" clId="{8ED2B2C3-C170-4DC1-A3C7-063920288560}" dt="2026-03-13T03:22:36.724" v="3687" actId="1037"/>
          <ac:spMkLst>
            <pc:docMk/>
            <pc:sldMk cId="2885744988" sldId="271"/>
            <ac:spMk id="234" creationId="{4D85DCA7-B835-10CC-2A51-63A7FF7890D5}"/>
          </ac:spMkLst>
        </pc:spChg>
        <pc:spChg chg="mod">
          <ac:chgData name="Jamie Bowles" userId="b03588657e1764ed" providerId="LiveId" clId="{8ED2B2C3-C170-4DC1-A3C7-063920288560}" dt="2026-03-13T03:17:41.847" v="3663"/>
          <ac:spMkLst>
            <pc:docMk/>
            <pc:sldMk cId="2885744988" sldId="271"/>
            <ac:spMk id="238" creationId="{D56F4949-2EAD-AFFF-FA3C-E5EAAA04F255}"/>
          </ac:spMkLst>
        </pc:spChg>
        <pc:spChg chg="mod">
          <ac:chgData name="Jamie Bowles" userId="b03588657e1764ed" providerId="LiveId" clId="{8ED2B2C3-C170-4DC1-A3C7-063920288560}" dt="2026-03-13T03:17:41.847" v="3663"/>
          <ac:spMkLst>
            <pc:docMk/>
            <pc:sldMk cId="2885744988" sldId="271"/>
            <ac:spMk id="246" creationId="{B2CAFE17-583F-004F-1A87-9261D7552BC1}"/>
          </ac:spMkLst>
        </pc:spChg>
        <pc:spChg chg="mod">
          <ac:chgData name="Jamie Bowles" userId="b03588657e1764ed" providerId="LiveId" clId="{8ED2B2C3-C170-4DC1-A3C7-063920288560}" dt="2026-03-13T03:17:41.847" v="3663"/>
          <ac:spMkLst>
            <pc:docMk/>
            <pc:sldMk cId="2885744988" sldId="271"/>
            <ac:spMk id="249" creationId="{F789A324-A29E-B544-6C26-8A1E1F4BF15B}"/>
          </ac:spMkLst>
        </pc:spChg>
        <pc:spChg chg="mod">
          <ac:chgData name="Jamie Bowles" userId="b03588657e1764ed" providerId="LiveId" clId="{8ED2B2C3-C170-4DC1-A3C7-063920288560}" dt="2026-03-13T03:17:41.847" v="3663"/>
          <ac:spMkLst>
            <pc:docMk/>
            <pc:sldMk cId="2885744988" sldId="271"/>
            <ac:spMk id="250" creationId="{F878951E-6118-B911-729C-7D1CBD80012C}"/>
          </ac:spMkLst>
        </pc:spChg>
        <pc:spChg chg="mod">
          <ac:chgData name="Jamie Bowles" userId="b03588657e1764ed" providerId="LiveId" clId="{8ED2B2C3-C170-4DC1-A3C7-063920288560}" dt="2026-03-13T03:17:41.847" v="3663"/>
          <ac:spMkLst>
            <pc:docMk/>
            <pc:sldMk cId="2885744988" sldId="271"/>
            <ac:spMk id="251" creationId="{331C19FF-3158-6F34-EE59-89C9D9A58602}"/>
          </ac:spMkLst>
        </pc:spChg>
        <pc:spChg chg="mod">
          <ac:chgData name="Jamie Bowles" userId="b03588657e1764ed" providerId="LiveId" clId="{8ED2B2C3-C170-4DC1-A3C7-063920288560}" dt="2026-03-13T03:17:59.025" v="3666"/>
          <ac:spMkLst>
            <pc:docMk/>
            <pc:sldMk cId="2885744988" sldId="271"/>
            <ac:spMk id="256" creationId="{07D4412F-9E42-3051-8551-09B570D8EE8D}"/>
          </ac:spMkLst>
        </pc:spChg>
        <pc:spChg chg="mod">
          <ac:chgData name="Jamie Bowles" userId="b03588657e1764ed" providerId="LiveId" clId="{8ED2B2C3-C170-4DC1-A3C7-063920288560}" dt="2026-03-13T03:17:59.025" v="3666"/>
          <ac:spMkLst>
            <pc:docMk/>
            <pc:sldMk cId="2885744988" sldId="271"/>
            <ac:spMk id="264" creationId="{6FE2AE09-9141-CE62-FA99-141A91DA9342}"/>
          </ac:spMkLst>
        </pc:spChg>
        <pc:spChg chg="mod">
          <ac:chgData name="Jamie Bowles" userId="b03588657e1764ed" providerId="LiveId" clId="{8ED2B2C3-C170-4DC1-A3C7-063920288560}" dt="2026-03-13T03:17:59.025" v="3666"/>
          <ac:spMkLst>
            <pc:docMk/>
            <pc:sldMk cId="2885744988" sldId="271"/>
            <ac:spMk id="267" creationId="{0D80CE4C-2290-C498-B377-C4539828B39B}"/>
          </ac:spMkLst>
        </pc:spChg>
        <pc:spChg chg="mod">
          <ac:chgData name="Jamie Bowles" userId="b03588657e1764ed" providerId="LiveId" clId="{8ED2B2C3-C170-4DC1-A3C7-063920288560}" dt="2026-03-13T03:17:59.025" v="3666"/>
          <ac:spMkLst>
            <pc:docMk/>
            <pc:sldMk cId="2885744988" sldId="271"/>
            <ac:spMk id="268" creationId="{7F7B6115-7441-FD3A-03BF-2F3A0BC1B277}"/>
          </ac:spMkLst>
        </pc:spChg>
        <pc:spChg chg="mod">
          <ac:chgData name="Jamie Bowles" userId="b03588657e1764ed" providerId="LiveId" clId="{8ED2B2C3-C170-4DC1-A3C7-063920288560}" dt="2026-03-13T03:17:59.025" v="3666"/>
          <ac:spMkLst>
            <pc:docMk/>
            <pc:sldMk cId="2885744988" sldId="271"/>
            <ac:spMk id="269" creationId="{D8D3F5D4-7AE9-888B-FC2D-454FC143AB0B}"/>
          </ac:spMkLst>
        </pc:spChg>
        <pc:spChg chg="mod">
          <ac:chgData name="Jamie Bowles" userId="b03588657e1764ed" providerId="LiveId" clId="{8ED2B2C3-C170-4DC1-A3C7-063920288560}" dt="2026-03-13T03:18:16.289" v="3668"/>
          <ac:spMkLst>
            <pc:docMk/>
            <pc:sldMk cId="2885744988" sldId="271"/>
            <ac:spMk id="274" creationId="{A7A9547F-56D8-7CA6-AB26-3A5A9A5360B1}"/>
          </ac:spMkLst>
        </pc:spChg>
        <pc:spChg chg="mod">
          <ac:chgData name="Jamie Bowles" userId="b03588657e1764ed" providerId="LiveId" clId="{8ED2B2C3-C170-4DC1-A3C7-063920288560}" dt="2026-03-13T03:18:16.289" v="3668"/>
          <ac:spMkLst>
            <pc:docMk/>
            <pc:sldMk cId="2885744988" sldId="271"/>
            <ac:spMk id="282" creationId="{786BA704-96CB-C84A-CA6E-0DE26236418F}"/>
          </ac:spMkLst>
        </pc:spChg>
        <pc:spChg chg="mod">
          <ac:chgData name="Jamie Bowles" userId="b03588657e1764ed" providerId="LiveId" clId="{8ED2B2C3-C170-4DC1-A3C7-063920288560}" dt="2026-03-13T03:18:16.289" v="3668"/>
          <ac:spMkLst>
            <pc:docMk/>
            <pc:sldMk cId="2885744988" sldId="271"/>
            <ac:spMk id="285" creationId="{46CC0D7C-7425-B246-D102-885F7110317C}"/>
          </ac:spMkLst>
        </pc:spChg>
        <pc:spChg chg="mod">
          <ac:chgData name="Jamie Bowles" userId="b03588657e1764ed" providerId="LiveId" clId="{8ED2B2C3-C170-4DC1-A3C7-063920288560}" dt="2026-03-13T03:18:16.289" v="3668"/>
          <ac:spMkLst>
            <pc:docMk/>
            <pc:sldMk cId="2885744988" sldId="271"/>
            <ac:spMk id="286" creationId="{49BC5C04-B108-1214-88AC-344264F86A83}"/>
          </ac:spMkLst>
        </pc:spChg>
        <pc:spChg chg="mod">
          <ac:chgData name="Jamie Bowles" userId="b03588657e1764ed" providerId="LiveId" clId="{8ED2B2C3-C170-4DC1-A3C7-063920288560}" dt="2026-03-13T03:18:16.289" v="3668"/>
          <ac:spMkLst>
            <pc:docMk/>
            <pc:sldMk cId="2885744988" sldId="271"/>
            <ac:spMk id="287" creationId="{9FC8FE6E-6B02-5CE8-1605-5DBB751D8747}"/>
          </ac:spMkLst>
        </pc:spChg>
        <pc:spChg chg="mod">
          <ac:chgData name="Jamie Bowles" userId="b03588657e1764ed" providerId="LiveId" clId="{8ED2B2C3-C170-4DC1-A3C7-063920288560}" dt="2026-03-13T03:18:33.960" v="3670"/>
          <ac:spMkLst>
            <pc:docMk/>
            <pc:sldMk cId="2885744988" sldId="271"/>
            <ac:spMk id="292" creationId="{730964A4-53F1-DABC-6897-9C1776EBBDE6}"/>
          </ac:spMkLst>
        </pc:spChg>
        <pc:spChg chg="mod">
          <ac:chgData name="Jamie Bowles" userId="b03588657e1764ed" providerId="LiveId" clId="{8ED2B2C3-C170-4DC1-A3C7-063920288560}" dt="2026-03-13T03:18:33.960" v="3670"/>
          <ac:spMkLst>
            <pc:docMk/>
            <pc:sldMk cId="2885744988" sldId="271"/>
            <ac:spMk id="300" creationId="{F0269FD6-B01C-8FE5-F0DB-BF4F1A5C43DE}"/>
          </ac:spMkLst>
        </pc:spChg>
        <pc:spChg chg="mod">
          <ac:chgData name="Jamie Bowles" userId="b03588657e1764ed" providerId="LiveId" clId="{8ED2B2C3-C170-4DC1-A3C7-063920288560}" dt="2026-03-13T03:18:33.960" v="3670"/>
          <ac:spMkLst>
            <pc:docMk/>
            <pc:sldMk cId="2885744988" sldId="271"/>
            <ac:spMk id="303" creationId="{12C07BA4-BEBA-B92B-7B43-64124F826784}"/>
          </ac:spMkLst>
        </pc:spChg>
        <pc:spChg chg="mod">
          <ac:chgData name="Jamie Bowles" userId="b03588657e1764ed" providerId="LiveId" clId="{8ED2B2C3-C170-4DC1-A3C7-063920288560}" dt="2026-03-13T03:18:33.960" v="3670"/>
          <ac:spMkLst>
            <pc:docMk/>
            <pc:sldMk cId="2885744988" sldId="271"/>
            <ac:spMk id="304" creationId="{915238DC-8E6F-EA1F-23A9-F869ADE29129}"/>
          </ac:spMkLst>
        </pc:spChg>
        <pc:spChg chg="mod">
          <ac:chgData name="Jamie Bowles" userId="b03588657e1764ed" providerId="LiveId" clId="{8ED2B2C3-C170-4DC1-A3C7-063920288560}" dt="2026-03-13T03:18:33.960" v="3670"/>
          <ac:spMkLst>
            <pc:docMk/>
            <pc:sldMk cId="2885744988" sldId="271"/>
            <ac:spMk id="305" creationId="{3F0424BD-7339-8EA1-F2A3-5A3CEB1F802D}"/>
          </ac:spMkLst>
        </pc:spChg>
        <pc:spChg chg="mod">
          <ac:chgData name="Jamie Bowles" userId="b03588657e1764ed" providerId="LiveId" clId="{8ED2B2C3-C170-4DC1-A3C7-063920288560}" dt="2026-03-13T03:18:52.795" v="3672"/>
          <ac:spMkLst>
            <pc:docMk/>
            <pc:sldMk cId="2885744988" sldId="271"/>
            <ac:spMk id="310" creationId="{A3FD7FEA-CB53-16D4-2900-2C70B7D35E1C}"/>
          </ac:spMkLst>
        </pc:spChg>
        <pc:spChg chg="mod">
          <ac:chgData name="Jamie Bowles" userId="b03588657e1764ed" providerId="LiveId" clId="{8ED2B2C3-C170-4DC1-A3C7-063920288560}" dt="2026-03-13T03:18:52.795" v="3672"/>
          <ac:spMkLst>
            <pc:docMk/>
            <pc:sldMk cId="2885744988" sldId="271"/>
            <ac:spMk id="318" creationId="{E96378A8-7755-CD4E-0D42-EC2F910ECC60}"/>
          </ac:spMkLst>
        </pc:spChg>
        <pc:spChg chg="mod">
          <ac:chgData name="Jamie Bowles" userId="b03588657e1764ed" providerId="LiveId" clId="{8ED2B2C3-C170-4DC1-A3C7-063920288560}" dt="2026-03-13T03:18:52.795" v="3672"/>
          <ac:spMkLst>
            <pc:docMk/>
            <pc:sldMk cId="2885744988" sldId="271"/>
            <ac:spMk id="321" creationId="{B09DD8A2-0B84-E47E-AC30-373A026484C1}"/>
          </ac:spMkLst>
        </pc:spChg>
        <pc:spChg chg="mod">
          <ac:chgData name="Jamie Bowles" userId="b03588657e1764ed" providerId="LiveId" clId="{8ED2B2C3-C170-4DC1-A3C7-063920288560}" dt="2026-03-13T03:18:52.795" v="3672"/>
          <ac:spMkLst>
            <pc:docMk/>
            <pc:sldMk cId="2885744988" sldId="271"/>
            <ac:spMk id="322" creationId="{294E92BC-553F-1A11-5231-5608439E9714}"/>
          </ac:spMkLst>
        </pc:spChg>
        <pc:spChg chg="mod">
          <ac:chgData name="Jamie Bowles" userId="b03588657e1764ed" providerId="LiveId" clId="{8ED2B2C3-C170-4DC1-A3C7-063920288560}" dt="2026-03-13T03:18:52.795" v="3672"/>
          <ac:spMkLst>
            <pc:docMk/>
            <pc:sldMk cId="2885744988" sldId="271"/>
            <ac:spMk id="323" creationId="{008FF168-5F1A-BE54-52D0-20CD80BFF121}"/>
          </ac:spMkLst>
        </pc:spChg>
        <pc:spChg chg="mod">
          <ac:chgData name="Jamie Bowles" userId="b03588657e1764ed" providerId="LiveId" clId="{8ED2B2C3-C170-4DC1-A3C7-063920288560}" dt="2026-03-13T03:19:23.341" v="3676"/>
          <ac:spMkLst>
            <pc:docMk/>
            <pc:sldMk cId="2885744988" sldId="271"/>
            <ac:spMk id="328" creationId="{DED04637-516E-082D-865B-F683AD623C70}"/>
          </ac:spMkLst>
        </pc:spChg>
        <pc:spChg chg="mod">
          <ac:chgData name="Jamie Bowles" userId="b03588657e1764ed" providerId="LiveId" clId="{8ED2B2C3-C170-4DC1-A3C7-063920288560}" dt="2026-03-13T03:19:23.341" v="3676"/>
          <ac:spMkLst>
            <pc:docMk/>
            <pc:sldMk cId="2885744988" sldId="271"/>
            <ac:spMk id="336" creationId="{FBCAB5D5-4681-59A6-A497-AFE10A23A0E3}"/>
          </ac:spMkLst>
        </pc:spChg>
        <pc:spChg chg="mod">
          <ac:chgData name="Jamie Bowles" userId="b03588657e1764ed" providerId="LiveId" clId="{8ED2B2C3-C170-4DC1-A3C7-063920288560}" dt="2026-03-13T03:19:23.341" v="3676"/>
          <ac:spMkLst>
            <pc:docMk/>
            <pc:sldMk cId="2885744988" sldId="271"/>
            <ac:spMk id="339" creationId="{3AE10EF4-83BA-B07A-9A2D-D24AEAD8B435}"/>
          </ac:spMkLst>
        </pc:spChg>
        <pc:spChg chg="mod">
          <ac:chgData name="Jamie Bowles" userId="b03588657e1764ed" providerId="LiveId" clId="{8ED2B2C3-C170-4DC1-A3C7-063920288560}" dt="2026-03-13T03:19:23.341" v="3676"/>
          <ac:spMkLst>
            <pc:docMk/>
            <pc:sldMk cId="2885744988" sldId="271"/>
            <ac:spMk id="340" creationId="{299C1BF9-7A6C-5D9F-7113-D385C64DB019}"/>
          </ac:spMkLst>
        </pc:spChg>
        <pc:spChg chg="mod">
          <ac:chgData name="Jamie Bowles" userId="b03588657e1764ed" providerId="LiveId" clId="{8ED2B2C3-C170-4DC1-A3C7-063920288560}" dt="2026-03-13T03:19:23.341" v="3676"/>
          <ac:spMkLst>
            <pc:docMk/>
            <pc:sldMk cId="2885744988" sldId="271"/>
            <ac:spMk id="341" creationId="{C9E3B7B8-EECA-386F-8341-042AA3EE2FAD}"/>
          </ac:spMkLst>
        </pc:spChg>
        <pc:grpChg chg="add mod">
          <ac:chgData name="Jamie Bowles" userId="b03588657e1764ed" providerId="LiveId" clId="{8ED2B2C3-C170-4DC1-A3C7-063920288560}" dt="2026-03-13T03:16:35.825" v="3661" actId="164"/>
          <ac:grpSpMkLst>
            <pc:docMk/>
            <pc:sldMk cId="2885744988" sldId="271"/>
            <ac:grpSpMk id="2" creationId="{AACD40ED-C1F7-75FD-C6FC-49EA0BB893A9}"/>
          </ac:grpSpMkLst>
        </pc:grpChg>
        <pc:grpChg chg="add del mod">
          <ac:chgData name="Jamie Bowles" userId="b03588657e1764ed" providerId="LiveId" clId="{8ED2B2C3-C170-4DC1-A3C7-063920288560}" dt="2026-03-13T03:16:11.703" v="3652" actId="478"/>
          <ac:grpSpMkLst>
            <pc:docMk/>
            <pc:sldMk cId="2885744988" sldId="271"/>
            <ac:grpSpMk id="3" creationId="{FB4183B3-FB49-ED5C-2B03-563C495E3701}"/>
          </ac:grpSpMkLst>
        </pc:grpChg>
        <pc:grpChg chg="del">
          <ac:chgData name="Jamie Bowles" userId="b03588657e1764ed" providerId="LiveId" clId="{8ED2B2C3-C170-4DC1-A3C7-063920288560}" dt="2026-03-13T01:51:38.452" v="3588" actId="478"/>
          <ac:grpSpMkLst>
            <pc:docMk/>
            <pc:sldMk cId="2885744988" sldId="271"/>
            <ac:grpSpMk id="7" creationId="{15E4ABA1-BC19-E26E-0B3A-7052F3E190E0}"/>
          </ac:grpSpMkLst>
        </pc:grpChg>
        <pc:grpChg chg="mod">
          <ac:chgData name="Jamie Bowles" userId="b03588657e1764ed" providerId="LiveId" clId="{8ED2B2C3-C170-4DC1-A3C7-063920288560}" dt="2026-03-13T01:52:05.441" v="3596"/>
          <ac:grpSpMkLst>
            <pc:docMk/>
            <pc:sldMk cId="2885744988" sldId="271"/>
            <ac:grpSpMk id="11" creationId="{E0DD2699-6A3A-C76F-3A83-93586B4BD91E}"/>
          </ac:grpSpMkLst>
        </pc:grpChg>
        <pc:grpChg chg="add del mod">
          <ac:chgData name="Jamie Bowles" userId="b03588657e1764ed" providerId="LiveId" clId="{8ED2B2C3-C170-4DC1-A3C7-063920288560}" dt="2026-03-13T03:16:15.185" v="3653" actId="478"/>
          <ac:grpSpMkLst>
            <pc:docMk/>
            <pc:sldMk cId="2885744988" sldId="271"/>
            <ac:grpSpMk id="33" creationId="{96603501-22A1-EB0A-638D-01015325B0C5}"/>
          </ac:grpSpMkLst>
        </pc:grpChg>
        <pc:grpChg chg="mod">
          <ac:chgData name="Jamie Bowles" userId="b03588657e1764ed" providerId="LiveId" clId="{8ED2B2C3-C170-4DC1-A3C7-063920288560}" dt="2026-03-13T01:52:25.978" v="3599"/>
          <ac:grpSpMkLst>
            <pc:docMk/>
            <pc:sldMk cId="2885744988" sldId="271"/>
            <ac:grpSpMk id="34" creationId="{F308EE9C-CF66-BC32-475A-3F5A3580F962}"/>
          </ac:grpSpMkLst>
        </pc:grpChg>
        <pc:grpChg chg="del">
          <ac:chgData name="Jamie Bowles" userId="b03588657e1764ed" providerId="LiveId" clId="{8ED2B2C3-C170-4DC1-A3C7-063920288560}" dt="2026-03-13T01:51:54.686" v="3594" actId="478"/>
          <ac:grpSpMkLst>
            <pc:docMk/>
            <pc:sldMk cId="2885744988" sldId="271"/>
            <ac:grpSpMk id="43" creationId="{C18DCC1F-2C5C-E661-1CFD-A741BD31B789}"/>
          </ac:grpSpMkLst>
        </pc:grpChg>
        <pc:grpChg chg="del">
          <ac:chgData name="Jamie Bowles" userId="b03588657e1764ed" providerId="LiveId" clId="{8ED2B2C3-C170-4DC1-A3C7-063920288560}" dt="2026-03-13T01:51:53.328" v="3593" actId="478"/>
          <ac:grpSpMkLst>
            <pc:docMk/>
            <pc:sldMk cId="2885744988" sldId="271"/>
            <ac:grpSpMk id="44" creationId="{1E95262D-3DCC-397D-588C-236C1C9102D1}"/>
          </ac:grpSpMkLst>
        </pc:grpChg>
        <pc:grpChg chg="del">
          <ac:chgData name="Jamie Bowles" userId="b03588657e1764ed" providerId="LiveId" clId="{8ED2B2C3-C170-4DC1-A3C7-063920288560}" dt="2026-03-13T01:51:37.061" v="3587" actId="478"/>
          <ac:grpSpMkLst>
            <pc:docMk/>
            <pc:sldMk cId="2885744988" sldId="271"/>
            <ac:grpSpMk id="55" creationId="{4BD9FE6C-0567-961E-701A-6D90B4C5E818}"/>
          </ac:grpSpMkLst>
        </pc:grpChg>
        <pc:grpChg chg="del">
          <ac:chgData name="Jamie Bowles" userId="b03588657e1764ed" providerId="LiveId" clId="{8ED2B2C3-C170-4DC1-A3C7-063920288560}" dt="2026-03-13T01:51:35.799" v="3586" actId="478"/>
          <ac:grpSpMkLst>
            <pc:docMk/>
            <pc:sldMk cId="2885744988" sldId="271"/>
            <ac:grpSpMk id="56" creationId="{C3E4F63E-10C4-CCCC-571C-CA48BBCA234F}"/>
          </ac:grpSpMkLst>
        </pc:grpChg>
        <pc:grpChg chg="del">
          <ac:chgData name="Jamie Bowles" userId="b03588657e1764ed" providerId="LiveId" clId="{8ED2B2C3-C170-4DC1-A3C7-063920288560}" dt="2026-03-13T01:51:48.383" v="3592" actId="478"/>
          <ac:grpSpMkLst>
            <pc:docMk/>
            <pc:sldMk cId="2885744988" sldId="271"/>
            <ac:grpSpMk id="60" creationId="{EB17D127-127E-DFE5-6F69-97928A68B366}"/>
          </ac:grpSpMkLst>
        </pc:grpChg>
        <pc:grpChg chg="del">
          <ac:chgData name="Jamie Bowles" userId="b03588657e1764ed" providerId="LiveId" clId="{8ED2B2C3-C170-4DC1-A3C7-063920288560}" dt="2026-03-13T01:51:47.271" v="3591" actId="478"/>
          <ac:grpSpMkLst>
            <pc:docMk/>
            <pc:sldMk cId="2885744988" sldId="271"/>
            <ac:grpSpMk id="128" creationId="{2D21926D-D935-063E-5C04-DE9FED74FC92}"/>
          </ac:grpSpMkLst>
        </pc:grpChg>
        <pc:grpChg chg="del">
          <ac:chgData name="Jamie Bowles" userId="b03588657e1764ed" providerId="LiveId" clId="{8ED2B2C3-C170-4DC1-A3C7-063920288560}" dt="2026-03-13T01:51:45.981" v="3590" actId="478"/>
          <ac:grpSpMkLst>
            <pc:docMk/>
            <pc:sldMk cId="2885744988" sldId="271"/>
            <ac:grpSpMk id="132" creationId="{79641EF5-2BB7-8664-0076-1872143DF3C1}"/>
          </ac:grpSpMkLst>
        </pc:grpChg>
        <pc:grpChg chg="del">
          <ac:chgData name="Jamie Bowles" userId="b03588657e1764ed" providerId="LiveId" clId="{8ED2B2C3-C170-4DC1-A3C7-063920288560}" dt="2026-03-13T01:51:44.747" v="3589" actId="478"/>
          <ac:grpSpMkLst>
            <pc:docMk/>
            <pc:sldMk cId="2885744988" sldId="271"/>
            <ac:grpSpMk id="136" creationId="{E746CF85-51FF-6DC8-7081-4F70B73E31CB}"/>
          </ac:grpSpMkLst>
        </pc:grpChg>
        <pc:grpChg chg="add del mod">
          <ac:chgData name="Jamie Bowles" userId="b03588657e1764ed" providerId="LiveId" clId="{8ED2B2C3-C170-4DC1-A3C7-063920288560}" dt="2026-03-13T03:16:16.249" v="3654" actId="478"/>
          <ac:grpSpMkLst>
            <pc:docMk/>
            <pc:sldMk cId="2885744988" sldId="271"/>
            <ac:grpSpMk id="145" creationId="{DA0A7A46-4AF4-F6F1-C3A7-B9BC0CD6817C}"/>
          </ac:grpSpMkLst>
        </pc:grpChg>
        <pc:grpChg chg="mod">
          <ac:chgData name="Jamie Bowles" userId="b03588657e1764ed" providerId="LiveId" clId="{8ED2B2C3-C170-4DC1-A3C7-063920288560}" dt="2026-03-13T01:52:03.601" v="3595" actId="164"/>
          <ac:grpSpMkLst>
            <pc:docMk/>
            <pc:sldMk cId="2885744988" sldId="271"/>
            <ac:grpSpMk id="146" creationId="{3092F068-7FC2-80DD-72D5-2FEA72F0BC15}"/>
          </ac:grpSpMkLst>
        </pc:grpChg>
        <pc:grpChg chg="mod">
          <ac:chgData name="Jamie Bowles" userId="b03588657e1764ed" providerId="LiveId" clId="{8ED2B2C3-C170-4DC1-A3C7-063920288560}" dt="2026-03-13T01:52:59.468" v="3604"/>
          <ac:grpSpMkLst>
            <pc:docMk/>
            <pc:sldMk cId="2885744988" sldId="271"/>
            <ac:grpSpMk id="150" creationId="{FB34FBFF-1D64-3501-4FA7-5514C6A4A328}"/>
          </ac:grpSpMkLst>
        </pc:grpChg>
        <pc:grpChg chg="add del mod">
          <ac:chgData name="Jamie Bowles" userId="b03588657e1764ed" providerId="LiveId" clId="{8ED2B2C3-C170-4DC1-A3C7-063920288560}" dt="2026-03-13T03:16:17.346" v="3655" actId="478"/>
          <ac:grpSpMkLst>
            <pc:docMk/>
            <pc:sldMk cId="2885744988" sldId="271"/>
            <ac:grpSpMk id="166" creationId="{F6ABEDAB-D30B-E5CB-1F74-16A23C834B57}"/>
          </ac:grpSpMkLst>
        </pc:grpChg>
        <pc:grpChg chg="mod">
          <ac:chgData name="Jamie Bowles" userId="b03588657e1764ed" providerId="LiveId" clId="{8ED2B2C3-C170-4DC1-A3C7-063920288560}" dt="2026-03-13T01:53:27.939" v="3613"/>
          <ac:grpSpMkLst>
            <pc:docMk/>
            <pc:sldMk cId="2885744988" sldId="271"/>
            <ac:grpSpMk id="168" creationId="{B4E6B8AE-80D7-81C1-4CA1-1C3620D5A299}"/>
          </ac:grpSpMkLst>
        </pc:grpChg>
        <pc:grpChg chg="add del mod">
          <ac:chgData name="Jamie Bowles" userId="b03588657e1764ed" providerId="LiveId" clId="{8ED2B2C3-C170-4DC1-A3C7-063920288560}" dt="2026-03-13T03:16:18.623" v="3656" actId="478"/>
          <ac:grpSpMkLst>
            <pc:docMk/>
            <pc:sldMk cId="2885744988" sldId="271"/>
            <ac:grpSpMk id="189" creationId="{7FAE5491-6905-D0A4-D5CB-6AD3E387947D}"/>
          </ac:grpSpMkLst>
        </pc:grpChg>
        <pc:grpChg chg="mod">
          <ac:chgData name="Jamie Bowles" userId="b03588657e1764ed" providerId="LiveId" clId="{8ED2B2C3-C170-4DC1-A3C7-063920288560}" dt="2026-03-13T01:53:49.770" v="3617"/>
          <ac:grpSpMkLst>
            <pc:docMk/>
            <pc:sldMk cId="2885744988" sldId="271"/>
            <ac:grpSpMk id="190" creationId="{8CB6E41B-D541-44A7-4EB1-8CF82801B193}"/>
          </ac:grpSpMkLst>
        </pc:grpChg>
        <pc:grpChg chg="add del mod">
          <ac:chgData name="Jamie Bowles" userId="b03588657e1764ed" providerId="LiveId" clId="{8ED2B2C3-C170-4DC1-A3C7-063920288560}" dt="2026-03-13T03:16:19.978" v="3657" actId="478"/>
          <ac:grpSpMkLst>
            <pc:docMk/>
            <pc:sldMk cId="2885744988" sldId="271"/>
            <ac:grpSpMk id="209" creationId="{392EF93E-00DC-7599-693F-60BB7AFEF4B1}"/>
          </ac:grpSpMkLst>
        </pc:grpChg>
        <pc:grpChg chg="mod">
          <ac:chgData name="Jamie Bowles" userId="b03588657e1764ed" providerId="LiveId" clId="{8ED2B2C3-C170-4DC1-A3C7-063920288560}" dt="2026-03-13T01:54:13.229" v="3623"/>
          <ac:grpSpMkLst>
            <pc:docMk/>
            <pc:sldMk cId="2885744988" sldId="271"/>
            <ac:grpSpMk id="213" creationId="{6FB6A6B3-E6BB-60D1-C9F9-97DFD59C7835}"/>
          </ac:grpSpMkLst>
        </pc:grpChg>
        <pc:grpChg chg="add mod">
          <ac:chgData name="Jamie Bowles" userId="b03588657e1764ed" providerId="LiveId" clId="{8ED2B2C3-C170-4DC1-A3C7-063920288560}" dt="2026-03-13T03:16:35.825" v="3661" actId="164"/>
          <ac:grpSpMkLst>
            <pc:docMk/>
            <pc:sldMk cId="2885744988" sldId="271"/>
            <ac:grpSpMk id="235" creationId="{9801127A-00A4-2495-515B-FFCC9E5352C9}"/>
          </ac:grpSpMkLst>
        </pc:grpChg>
        <pc:grpChg chg="add mod">
          <ac:chgData name="Jamie Bowles" userId="b03588657e1764ed" providerId="LiveId" clId="{8ED2B2C3-C170-4DC1-A3C7-063920288560}" dt="2026-03-13T03:17:53.739" v="3665" actId="1038"/>
          <ac:grpSpMkLst>
            <pc:docMk/>
            <pc:sldMk cId="2885744988" sldId="271"/>
            <ac:grpSpMk id="236" creationId="{C4DE3CC5-3D2D-489A-9A31-734C36310FD7}"/>
          </ac:grpSpMkLst>
        </pc:grpChg>
        <pc:grpChg chg="mod">
          <ac:chgData name="Jamie Bowles" userId="b03588657e1764ed" providerId="LiveId" clId="{8ED2B2C3-C170-4DC1-A3C7-063920288560}" dt="2026-03-13T03:17:41.847" v="3663"/>
          <ac:grpSpMkLst>
            <pc:docMk/>
            <pc:sldMk cId="2885744988" sldId="271"/>
            <ac:grpSpMk id="237" creationId="{3AAF6353-AB62-67B4-F363-0971B262CA15}"/>
          </ac:grpSpMkLst>
        </pc:grpChg>
        <pc:grpChg chg="mod">
          <ac:chgData name="Jamie Bowles" userId="b03588657e1764ed" providerId="LiveId" clId="{8ED2B2C3-C170-4DC1-A3C7-063920288560}" dt="2026-03-13T03:17:41.847" v="3663"/>
          <ac:grpSpMkLst>
            <pc:docMk/>
            <pc:sldMk cId="2885744988" sldId="271"/>
            <ac:grpSpMk id="239" creationId="{1F4FD24B-0CE4-5BFA-B7B6-8C83F3333B9A}"/>
          </ac:grpSpMkLst>
        </pc:grpChg>
        <pc:grpChg chg="add mod">
          <ac:chgData name="Jamie Bowles" userId="b03588657e1764ed" providerId="LiveId" clId="{8ED2B2C3-C170-4DC1-A3C7-063920288560}" dt="2026-03-13T03:18:11.034" v="3667" actId="1076"/>
          <ac:grpSpMkLst>
            <pc:docMk/>
            <pc:sldMk cId="2885744988" sldId="271"/>
            <ac:grpSpMk id="254" creationId="{7979AB8F-2D9B-4D4D-9EFB-497AA4C99E14}"/>
          </ac:grpSpMkLst>
        </pc:grpChg>
        <pc:grpChg chg="mod">
          <ac:chgData name="Jamie Bowles" userId="b03588657e1764ed" providerId="LiveId" clId="{8ED2B2C3-C170-4DC1-A3C7-063920288560}" dt="2026-03-13T03:17:59.025" v="3666"/>
          <ac:grpSpMkLst>
            <pc:docMk/>
            <pc:sldMk cId="2885744988" sldId="271"/>
            <ac:grpSpMk id="255" creationId="{037ED59B-25D7-4138-0239-9A4020259519}"/>
          </ac:grpSpMkLst>
        </pc:grpChg>
        <pc:grpChg chg="mod">
          <ac:chgData name="Jamie Bowles" userId="b03588657e1764ed" providerId="LiveId" clId="{8ED2B2C3-C170-4DC1-A3C7-063920288560}" dt="2026-03-13T03:17:59.025" v="3666"/>
          <ac:grpSpMkLst>
            <pc:docMk/>
            <pc:sldMk cId="2885744988" sldId="271"/>
            <ac:grpSpMk id="257" creationId="{B3B4CF1D-0F98-696E-A584-75EA5097BFFF}"/>
          </ac:grpSpMkLst>
        </pc:grpChg>
        <pc:grpChg chg="add mod">
          <ac:chgData name="Jamie Bowles" userId="b03588657e1764ed" providerId="LiveId" clId="{8ED2B2C3-C170-4DC1-A3C7-063920288560}" dt="2026-03-13T03:27:40.637" v="3728" actId="1035"/>
          <ac:grpSpMkLst>
            <pc:docMk/>
            <pc:sldMk cId="2885744988" sldId="271"/>
            <ac:grpSpMk id="272" creationId="{7EF96EC2-EE77-7AF2-1062-0625B4DE7F69}"/>
          </ac:grpSpMkLst>
        </pc:grpChg>
        <pc:grpChg chg="mod">
          <ac:chgData name="Jamie Bowles" userId="b03588657e1764ed" providerId="LiveId" clId="{8ED2B2C3-C170-4DC1-A3C7-063920288560}" dt="2026-03-13T03:18:16.289" v="3668"/>
          <ac:grpSpMkLst>
            <pc:docMk/>
            <pc:sldMk cId="2885744988" sldId="271"/>
            <ac:grpSpMk id="273" creationId="{BF1D4ADB-92A0-8FA0-FE1D-3122029B5748}"/>
          </ac:grpSpMkLst>
        </pc:grpChg>
        <pc:grpChg chg="mod">
          <ac:chgData name="Jamie Bowles" userId="b03588657e1764ed" providerId="LiveId" clId="{8ED2B2C3-C170-4DC1-A3C7-063920288560}" dt="2026-03-13T03:18:16.289" v="3668"/>
          <ac:grpSpMkLst>
            <pc:docMk/>
            <pc:sldMk cId="2885744988" sldId="271"/>
            <ac:grpSpMk id="275" creationId="{D223814D-AB66-1D7C-CFA3-A50D3FC1F1ED}"/>
          </ac:grpSpMkLst>
        </pc:grpChg>
        <pc:grpChg chg="add mod">
          <ac:chgData name="Jamie Bowles" userId="b03588657e1764ed" providerId="LiveId" clId="{8ED2B2C3-C170-4DC1-A3C7-063920288560}" dt="2026-03-13T03:27:51.653" v="3731" actId="1036"/>
          <ac:grpSpMkLst>
            <pc:docMk/>
            <pc:sldMk cId="2885744988" sldId="271"/>
            <ac:grpSpMk id="290" creationId="{1BF32600-E906-A552-840A-31A78696308E}"/>
          </ac:grpSpMkLst>
        </pc:grpChg>
        <pc:grpChg chg="mod">
          <ac:chgData name="Jamie Bowles" userId="b03588657e1764ed" providerId="LiveId" clId="{8ED2B2C3-C170-4DC1-A3C7-063920288560}" dt="2026-03-13T03:18:33.960" v="3670"/>
          <ac:grpSpMkLst>
            <pc:docMk/>
            <pc:sldMk cId="2885744988" sldId="271"/>
            <ac:grpSpMk id="291" creationId="{61F0C6FF-2513-34DE-2318-52F4E31CA27B}"/>
          </ac:grpSpMkLst>
        </pc:grpChg>
        <pc:grpChg chg="mod">
          <ac:chgData name="Jamie Bowles" userId="b03588657e1764ed" providerId="LiveId" clId="{8ED2B2C3-C170-4DC1-A3C7-063920288560}" dt="2026-03-13T03:18:33.960" v="3670"/>
          <ac:grpSpMkLst>
            <pc:docMk/>
            <pc:sldMk cId="2885744988" sldId="271"/>
            <ac:grpSpMk id="293" creationId="{181AF7C2-BF61-2071-7227-6087C2305752}"/>
          </ac:grpSpMkLst>
        </pc:grpChg>
        <pc:grpChg chg="add mod">
          <ac:chgData name="Jamie Bowles" userId="b03588657e1764ed" providerId="LiveId" clId="{8ED2B2C3-C170-4DC1-A3C7-063920288560}" dt="2026-03-13T03:19:18.967" v="3675" actId="1038"/>
          <ac:grpSpMkLst>
            <pc:docMk/>
            <pc:sldMk cId="2885744988" sldId="271"/>
            <ac:grpSpMk id="308" creationId="{CF0C0EE8-4DD4-8432-6255-675198FBC026}"/>
          </ac:grpSpMkLst>
        </pc:grpChg>
        <pc:grpChg chg="mod">
          <ac:chgData name="Jamie Bowles" userId="b03588657e1764ed" providerId="LiveId" clId="{8ED2B2C3-C170-4DC1-A3C7-063920288560}" dt="2026-03-13T03:18:52.795" v="3672"/>
          <ac:grpSpMkLst>
            <pc:docMk/>
            <pc:sldMk cId="2885744988" sldId="271"/>
            <ac:grpSpMk id="309" creationId="{91C969A9-6C99-5E28-E386-65622567FA26}"/>
          </ac:grpSpMkLst>
        </pc:grpChg>
        <pc:grpChg chg="mod">
          <ac:chgData name="Jamie Bowles" userId="b03588657e1764ed" providerId="LiveId" clId="{8ED2B2C3-C170-4DC1-A3C7-063920288560}" dt="2026-03-13T03:18:52.795" v="3672"/>
          <ac:grpSpMkLst>
            <pc:docMk/>
            <pc:sldMk cId="2885744988" sldId="271"/>
            <ac:grpSpMk id="311" creationId="{B8762F74-6887-1A82-AD2E-DB4931847E6C}"/>
          </ac:grpSpMkLst>
        </pc:grpChg>
        <pc:grpChg chg="add mod">
          <ac:chgData name="Jamie Bowles" userId="b03588657e1764ed" providerId="LiveId" clId="{8ED2B2C3-C170-4DC1-A3C7-063920288560}" dt="2026-03-13T03:19:45.266" v="3679" actId="1038"/>
          <ac:grpSpMkLst>
            <pc:docMk/>
            <pc:sldMk cId="2885744988" sldId="271"/>
            <ac:grpSpMk id="326" creationId="{DF45B0C6-C2FA-A0F4-5337-499F567DCAB4}"/>
          </ac:grpSpMkLst>
        </pc:grpChg>
        <pc:grpChg chg="mod">
          <ac:chgData name="Jamie Bowles" userId="b03588657e1764ed" providerId="LiveId" clId="{8ED2B2C3-C170-4DC1-A3C7-063920288560}" dt="2026-03-13T03:19:23.341" v="3676"/>
          <ac:grpSpMkLst>
            <pc:docMk/>
            <pc:sldMk cId="2885744988" sldId="271"/>
            <ac:grpSpMk id="327" creationId="{66B2D685-31B6-9BCB-9170-107A709BBD99}"/>
          </ac:grpSpMkLst>
        </pc:grpChg>
        <pc:grpChg chg="mod">
          <ac:chgData name="Jamie Bowles" userId="b03588657e1764ed" providerId="LiveId" clId="{8ED2B2C3-C170-4DC1-A3C7-063920288560}" dt="2026-03-13T03:19:23.341" v="3676"/>
          <ac:grpSpMkLst>
            <pc:docMk/>
            <pc:sldMk cId="2885744988" sldId="271"/>
            <ac:grpSpMk id="329" creationId="{DCBC78C9-40E0-541A-0702-8BCE2AB360D8}"/>
          </ac:grpSpMkLst>
        </pc:grpChg>
        <pc:cxnChg chg="mod">
          <ac:chgData name="Jamie Bowles" userId="b03588657e1764ed" providerId="LiveId" clId="{8ED2B2C3-C170-4DC1-A3C7-063920288560}" dt="2026-03-13T01:52:05.441" v="3596"/>
          <ac:cxnSpMkLst>
            <pc:docMk/>
            <pc:sldMk cId="2885744988" sldId="271"/>
            <ac:cxnSpMk id="14" creationId="{A5F5C507-47F6-4329-C53F-674A42FC7882}"/>
          </ac:cxnSpMkLst>
        </pc:cxnChg>
        <pc:cxnChg chg="mod">
          <ac:chgData name="Jamie Bowles" userId="b03588657e1764ed" providerId="LiveId" clId="{8ED2B2C3-C170-4DC1-A3C7-063920288560}" dt="2026-03-13T01:52:05.441" v="3596"/>
          <ac:cxnSpMkLst>
            <pc:docMk/>
            <pc:sldMk cId="2885744988" sldId="271"/>
            <ac:cxnSpMk id="15" creationId="{2134D34D-3C7E-C2A0-F448-EE9F1F4891F6}"/>
          </ac:cxnSpMkLst>
        </pc:cxnChg>
        <pc:cxnChg chg="mod">
          <ac:chgData name="Jamie Bowles" userId="b03588657e1764ed" providerId="LiveId" clId="{8ED2B2C3-C170-4DC1-A3C7-063920288560}" dt="2026-03-13T01:52:05.441" v="3596"/>
          <ac:cxnSpMkLst>
            <pc:docMk/>
            <pc:sldMk cId="2885744988" sldId="271"/>
            <ac:cxnSpMk id="18" creationId="{2D8ECB9D-FF0A-BCCC-7E4E-809C96418896}"/>
          </ac:cxnSpMkLst>
        </pc:cxnChg>
        <pc:cxnChg chg="mod">
          <ac:chgData name="Jamie Bowles" userId="b03588657e1764ed" providerId="LiveId" clId="{8ED2B2C3-C170-4DC1-A3C7-063920288560}" dt="2026-03-13T03:16:11.703" v="3652" actId="478"/>
          <ac:cxnSpMkLst>
            <pc:docMk/>
            <pc:sldMk cId="2885744988" sldId="271"/>
            <ac:cxnSpMk id="31" creationId="{8B5FB3BD-F261-2A49-154A-CDD31A62BD89}"/>
          </ac:cxnSpMkLst>
        </pc:cxnChg>
        <pc:cxnChg chg="mod">
          <ac:chgData name="Jamie Bowles" userId="b03588657e1764ed" providerId="LiveId" clId="{8ED2B2C3-C170-4DC1-A3C7-063920288560}" dt="2026-03-13T03:16:11.703" v="3652" actId="478"/>
          <ac:cxnSpMkLst>
            <pc:docMk/>
            <pc:sldMk cId="2885744988" sldId="271"/>
            <ac:cxnSpMk id="32" creationId="{0B2B65C1-AFB9-0665-72E6-BA1D4227533D}"/>
          </ac:cxnSpMkLst>
        </pc:cxnChg>
        <pc:cxnChg chg="mod">
          <ac:chgData name="Jamie Bowles" userId="b03588657e1764ed" providerId="LiveId" clId="{8ED2B2C3-C170-4DC1-A3C7-063920288560}" dt="2026-03-13T01:52:25.978" v="3599"/>
          <ac:cxnSpMkLst>
            <pc:docMk/>
            <pc:sldMk cId="2885744988" sldId="271"/>
            <ac:cxnSpMk id="36" creationId="{8838B151-C62B-8F1C-5CD8-E5CEBD29D501}"/>
          </ac:cxnSpMkLst>
        </pc:cxnChg>
        <pc:cxnChg chg="mod">
          <ac:chgData name="Jamie Bowles" userId="b03588657e1764ed" providerId="LiveId" clId="{8ED2B2C3-C170-4DC1-A3C7-063920288560}" dt="2026-03-13T01:52:25.978" v="3599"/>
          <ac:cxnSpMkLst>
            <pc:docMk/>
            <pc:sldMk cId="2885744988" sldId="271"/>
            <ac:cxnSpMk id="39" creationId="{9B8017BD-8119-2001-B957-54B231D55227}"/>
          </ac:cxnSpMkLst>
        </pc:cxnChg>
        <pc:cxnChg chg="mod">
          <ac:chgData name="Jamie Bowles" userId="b03588657e1764ed" providerId="LiveId" clId="{8ED2B2C3-C170-4DC1-A3C7-063920288560}" dt="2026-03-13T01:51:37.061" v="3587" actId="478"/>
          <ac:cxnSpMkLst>
            <pc:docMk/>
            <pc:sldMk cId="2885744988" sldId="271"/>
            <ac:cxnSpMk id="49" creationId="{756F46E4-1FFD-9933-BE6B-7B48078B2BC5}"/>
          </ac:cxnSpMkLst>
        </pc:cxnChg>
        <pc:cxnChg chg="mod">
          <ac:chgData name="Jamie Bowles" userId="b03588657e1764ed" providerId="LiveId" clId="{8ED2B2C3-C170-4DC1-A3C7-063920288560}" dt="2026-03-13T01:52:25.978" v="3599"/>
          <ac:cxnSpMkLst>
            <pc:docMk/>
            <pc:sldMk cId="2885744988" sldId="271"/>
            <ac:cxnSpMk id="50" creationId="{03710019-A517-7295-F792-DE1B7A7D932E}"/>
          </ac:cxnSpMkLst>
        </pc:cxnChg>
        <pc:cxnChg chg="mod">
          <ac:chgData name="Jamie Bowles" userId="b03588657e1764ed" providerId="LiveId" clId="{8ED2B2C3-C170-4DC1-A3C7-063920288560}" dt="2026-03-13T01:51:37.061" v="3587" actId="478"/>
          <ac:cxnSpMkLst>
            <pc:docMk/>
            <pc:sldMk cId="2885744988" sldId="271"/>
            <ac:cxnSpMk id="51" creationId="{F6C49481-812E-7452-8215-EBB1FFF9B3EB}"/>
          </ac:cxnSpMkLst>
        </pc:cxnChg>
        <pc:cxnChg chg="mod">
          <ac:chgData name="Jamie Bowles" userId="b03588657e1764ed" providerId="LiveId" clId="{8ED2B2C3-C170-4DC1-A3C7-063920288560}" dt="2026-03-13T01:51:35.799" v="3586" actId="478"/>
          <ac:cxnSpMkLst>
            <pc:docMk/>
            <pc:sldMk cId="2885744988" sldId="271"/>
            <ac:cxnSpMk id="58" creationId="{9FB8B527-A85C-1D01-1276-BEFACF9D55B0}"/>
          </ac:cxnSpMkLst>
        </pc:cxnChg>
        <pc:cxnChg chg="mod">
          <ac:chgData name="Jamie Bowles" userId="b03588657e1764ed" providerId="LiveId" clId="{8ED2B2C3-C170-4DC1-A3C7-063920288560}" dt="2026-03-13T01:51:35.799" v="3586" actId="478"/>
          <ac:cxnSpMkLst>
            <pc:docMk/>
            <pc:sldMk cId="2885744988" sldId="271"/>
            <ac:cxnSpMk id="59" creationId="{2C5452F7-3F6F-C9CB-0B4F-4AD4C7AF33E8}"/>
          </ac:cxnSpMkLst>
        </pc:cxnChg>
        <pc:cxnChg chg="mod">
          <ac:chgData name="Jamie Bowles" userId="b03588657e1764ed" providerId="LiveId" clId="{8ED2B2C3-C170-4DC1-A3C7-063920288560}" dt="2026-03-13T01:51:48.383" v="3592" actId="478"/>
          <ac:cxnSpMkLst>
            <pc:docMk/>
            <pc:sldMk cId="2885744988" sldId="271"/>
            <ac:cxnSpMk id="62" creationId="{01E8B0C9-0DBD-B726-F98E-2B1FEBCF3C8E}"/>
          </ac:cxnSpMkLst>
        </pc:cxnChg>
        <pc:cxnChg chg="mod">
          <ac:chgData name="Jamie Bowles" userId="b03588657e1764ed" providerId="LiveId" clId="{8ED2B2C3-C170-4DC1-A3C7-063920288560}" dt="2026-03-13T01:51:48.383" v="3592" actId="478"/>
          <ac:cxnSpMkLst>
            <pc:docMk/>
            <pc:sldMk cId="2885744988" sldId="271"/>
            <ac:cxnSpMk id="63" creationId="{18E07491-5AB6-D5E5-A6EA-B53F6073823A}"/>
          </ac:cxnSpMkLst>
        </pc:cxnChg>
        <pc:cxnChg chg="mod">
          <ac:chgData name="Jamie Bowles" userId="b03588657e1764ed" providerId="LiveId" clId="{8ED2B2C3-C170-4DC1-A3C7-063920288560}" dt="2026-03-13T01:51:47.271" v="3591" actId="478"/>
          <ac:cxnSpMkLst>
            <pc:docMk/>
            <pc:sldMk cId="2885744988" sldId="271"/>
            <ac:cxnSpMk id="130" creationId="{333BB32D-C5B6-7BE6-E4A2-7F101BED750F}"/>
          </ac:cxnSpMkLst>
        </pc:cxnChg>
        <pc:cxnChg chg="mod">
          <ac:chgData name="Jamie Bowles" userId="b03588657e1764ed" providerId="LiveId" clId="{8ED2B2C3-C170-4DC1-A3C7-063920288560}" dt="2026-03-13T01:51:47.271" v="3591" actId="478"/>
          <ac:cxnSpMkLst>
            <pc:docMk/>
            <pc:sldMk cId="2885744988" sldId="271"/>
            <ac:cxnSpMk id="131" creationId="{E3A981B0-B1EC-AFAE-55DA-2F43C46C9A06}"/>
          </ac:cxnSpMkLst>
        </pc:cxnChg>
        <pc:cxnChg chg="mod">
          <ac:chgData name="Jamie Bowles" userId="b03588657e1764ed" providerId="LiveId" clId="{8ED2B2C3-C170-4DC1-A3C7-063920288560}" dt="2026-03-13T01:51:45.981" v="3590" actId="478"/>
          <ac:cxnSpMkLst>
            <pc:docMk/>
            <pc:sldMk cId="2885744988" sldId="271"/>
            <ac:cxnSpMk id="134" creationId="{BA6B62F9-B070-32CA-D727-980E87D1C3A8}"/>
          </ac:cxnSpMkLst>
        </pc:cxnChg>
        <pc:cxnChg chg="mod">
          <ac:chgData name="Jamie Bowles" userId="b03588657e1764ed" providerId="LiveId" clId="{8ED2B2C3-C170-4DC1-A3C7-063920288560}" dt="2026-03-13T01:51:45.981" v="3590" actId="478"/>
          <ac:cxnSpMkLst>
            <pc:docMk/>
            <pc:sldMk cId="2885744988" sldId="271"/>
            <ac:cxnSpMk id="135" creationId="{CB4DDCD3-A247-4704-54D8-EE0D82D80548}"/>
          </ac:cxnSpMkLst>
        </pc:cxnChg>
        <pc:cxnChg chg="mod">
          <ac:chgData name="Jamie Bowles" userId="b03588657e1764ed" providerId="LiveId" clId="{8ED2B2C3-C170-4DC1-A3C7-063920288560}" dt="2026-03-13T01:51:44.747" v="3589" actId="478"/>
          <ac:cxnSpMkLst>
            <pc:docMk/>
            <pc:sldMk cId="2885744988" sldId="271"/>
            <ac:cxnSpMk id="138" creationId="{BAD5E93C-17A3-3668-6FBA-552BBB7F51E7}"/>
          </ac:cxnSpMkLst>
        </pc:cxnChg>
        <pc:cxnChg chg="mod">
          <ac:chgData name="Jamie Bowles" userId="b03588657e1764ed" providerId="LiveId" clId="{8ED2B2C3-C170-4DC1-A3C7-063920288560}" dt="2026-03-13T01:51:44.747" v="3589" actId="478"/>
          <ac:cxnSpMkLst>
            <pc:docMk/>
            <pc:sldMk cId="2885744988" sldId="271"/>
            <ac:cxnSpMk id="139" creationId="{D3844202-7499-D4B5-F2B9-C37DFA50E51F}"/>
          </ac:cxnSpMkLst>
        </pc:cxnChg>
        <pc:cxnChg chg="mod">
          <ac:chgData name="Jamie Bowles" userId="b03588657e1764ed" providerId="LiveId" clId="{8ED2B2C3-C170-4DC1-A3C7-063920288560}" dt="2026-03-13T03:16:15.185" v="3653" actId="478"/>
          <ac:cxnSpMkLst>
            <pc:docMk/>
            <pc:sldMk cId="2885744988" sldId="271"/>
            <ac:cxnSpMk id="143" creationId="{E6D99811-03FA-31AE-1591-C4426CEEC132}"/>
          </ac:cxnSpMkLst>
        </pc:cxnChg>
        <pc:cxnChg chg="mod">
          <ac:chgData name="Jamie Bowles" userId="b03588657e1764ed" providerId="LiveId" clId="{8ED2B2C3-C170-4DC1-A3C7-063920288560}" dt="2026-03-13T03:16:15.185" v="3653" actId="478"/>
          <ac:cxnSpMkLst>
            <pc:docMk/>
            <pc:sldMk cId="2885744988" sldId="271"/>
            <ac:cxnSpMk id="144" creationId="{9EB2CD67-2257-1973-6A23-F2FDBB54FC1A}"/>
          </ac:cxnSpMkLst>
        </pc:cxnChg>
        <pc:cxnChg chg="mod">
          <ac:chgData name="Jamie Bowles" userId="b03588657e1764ed" providerId="LiveId" clId="{8ED2B2C3-C170-4DC1-A3C7-063920288560}" dt="2026-03-13T01:52:59.468" v="3604"/>
          <ac:cxnSpMkLst>
            <pc:docMk/>
            <pc:sldMk cId="2885744988" sldId="271"/>
            <ac:cxnSpMk id="154" creationId="{1952A8D1-78D6-87FB-3566-94F985154950}"/>
          </ac:cxnSpMkLst>
        </pc:cxnChg>
        <pc:cxnChg chg="mod">
          <ac:chgData name="Jamie Bowles" userId="b03588657e1764ed" providerId="LiveId" clId="{8ED2B2C3-C170-4DC1-A3C7-063920288560}" dt="2026-03-13T01:52:59.468" v="3604"/>
          <ac:cxnSpMkLst>
            <pc:docMk/>
            <pc:sldMk cId="2885744988" sldId="271"/>
            <ac:cxnSpMk id="158" creationId="{D6347135-A719-C301-0818-CD22A664A64D}"/>
          </ac:cxnSpMkLst>
        </pc:cxnChg>
        <pc:cxnChg chg="mod">
          <ac:chgData name="Jamie Bowles" userId="b03588657e1764ed" providerId="LiveId" clId="{8ED2B2C3-C170-4DC1-A3C7-063920288560}" dt="2026-03-13T03:16:16.249" v="3654" actId="478"/>
          <ac:cxnSpMkLst>
            <pc:docMk/>
            <pc:sldMk cId="2885744988" sldId="271"/>
            <ac:cxnSpMk id="164" creationId="{5100CA97-88B5-C949-D73A-04A78BA81E96}"/>
          </ac:cxnSpMkLst>
        </pc:cxnChg>
        <pc:cxnChg chg="mod">
          <ac:chgData name="Jamie Bowles" userId="b03588657e1764ed" providerId="LiveId" clId="{8ED2B2C3-C170-4DC1-A3C7-063920288560}" dt="2026-03-13T03:16:16.249" v="3654" actId="478"/>
          <ac:cxnSpMkLst>
            <pc:docMk/>
            <pc:sldMk cId="2885744988" sldId="271"/>
            <ac:cxnSpMk id="165" creationId="{87CFE6AD-AAF4-17E9-9C62-CF7884786A63}"/>
          </ac:cxnSpMkLst>
        </pc:cxnChg>
        <pc:cxnChg chg="mod">
          <ac:chgData name="Jamie Bowles" userId="b03588657e1764ed" providerId="LiveId" clId="{8ED2B2C3-C170-4DC1-A3C7-063920288560}" dt="2026-03-13T03:30:56.587" v="3766" actId="692"/>
          <ac:cxnSpMkLst>
            <pc:docMk/>
            <pc:sldMk cId="2885744988" sldId="271"/>
            <ac:cxnSpMk id="167" creationId="{57106023-F282-414B-AAB7-8ED7147CB24F}"/>
          </ac:cxnSpMkLst>
        </pc:cxnChg>
        <pc:cxnChg chg="mod">
          <ac:chgData name="Jamie Bowles" userId="b03588657e1764ed" providerId="LiveId" clId="{8ED2B2C3-C170-4DC1-A3C7-063920288560}" dt="2026-03-13T01:53:27.939" v="3613"/>
          <ac:cxnSpMkLst>
            <pc:docMk/>
            <pc:sldMk cId="2885744988" sldId="271"/>
            <ac:cxnSpMk id="170" creationId="{D9C140CF-90FB-E12E-7BBF-980C0B4713C4}"/>
          </ac:cxnSpMkLst>
        </pc:cxnChg>
        <pc:cxnChg chg="mod">
          <ac:chgData name="Jamie Bowles" userId="b03588657e1764ed" providerId="LiveId" clId="{8ED2B2C3-C170-4DC1-A3C7-063920288560}" dt="2026-03-13T01:53:27.939" v="3613"/>
          <ac:cxnSpMkLst>
            <pc:docMk/>
            <pc:sldMk cId="2885744988" sldId="271"/>
            <ac:cxnSpMk id="171" creationId="{D411CC09-4910-8C54-F566-DEF217D71D56}"/>
          </ac:cxnSpMkLst>
        </pc:cxnChg>
        <pc:cxnChg chg="mod">
          <ac:chgData name="Jamie Bowles" userId="b03588657e1764ed" providerId="LiveId" clId="{8ED2B2C3-C170-4DC1-A3C7-063920288560}" dt="2026-03-13T03:30:39.517" v="3763" actId="692"/>
          <ac:cxnSpMkLst>
            <pc:docMk/>
            <pc:sldMk cId="2885744988" sldId="271"/>
            <ac:cxnSpMk id="177" creationId="{85644DA8-C898-3E6B-C9B2-E487563C35FC}"/>
          </ac:cxnSpMkLst>
        </pc:cxnChg>
        <pc:cxnChg chg="mod">
          <ac:chgData name="Jamie Bowles" userId="b03588657e1764ed" providerId="LiveId" clId="{8ED2B2C3-C170-4DC1-A3C7-063920288560}" dt="2026-03-13T03:30:49.894" v="3765" actId="692"/>
          <ac:cxnSpMkLst>
            <pc:docMk/>
            <pc:sldMk cId="2885744988" sldId="271"/>
            <ac:cxnSpMk id="178" creationId="{DF5DCB1F-2E1C-7AC1-7729-2FFF8E0CE078}"/>
          </ac:cxnSpMkLst>
        </pc:cxnChg>
        <pc:cxnChg chg="mod">
          <ac:chgData name="Jamie Bowles" userId="b03588657e1764ed" providerId="LiveId" clId="{8ED2B2C3-C170-4DC1-A3C7-063920288560}" dt="2026-03-13T03:31:07.888" v="3768" actId="692"/>
          <ac:cxnSpMkLst>
            <pc:docMk/>
            <pc:sldMk cId="2885744988" sldId="271"/>
            <ac:cxnSpMk id="179" creationId="{189E46C0-CE3C-8E78-A67A-63CF54A86F5F}"/>
          </ac:cxnSpMkLst>
        </pc:cxnChg>
        <pc:cxnChg chg="mod">
          <ac:chgData name="Jamie Bowles" userId="b03588657e1764ed" providerId="LiveId" clId="{8ED2B2C3-C170-4DC1-A3C7-063920288560}" dt="2026-03-13T03:30:44.281" v="3764" actId="692"/>
          <ac:cxnSpMkLst>
            <pc:docMk/>
            <pc:sldMk cId="2885744988" sldId="271"/>
            <ac:cxnSpMk id="180" creationId="{DD4E25A9-77B8-6538-9E2B-4AEB82805E0E}"/>
          </ac:cxnSpMkLst>
        </pc:cxnChg>
        <pc:cxnChg chg="mod">
          <ac:chgData name="Jamie Bowles" userId="b03588657e1764ed" providerId="LiveId" clId="{8ED2B2C3-C170-4DC1-A3C7-063920288560}" dt="2026-03-13T03:31:02.509" v="3767" actId="692"/>
          <ac:cxnSpMkLst>
            <pc:docMk/>
            <pc:sldMk cId="2885744988" sldId="271"/>
            <ac:cxnSpMk id="181" creationId="{4E332792-F6D9-900D-6BDF-94B8E1FDEAD2}"/>
          </ac:cxnSpMkLst>
        </pc:cxnChg>
        <pc:cxnChg chg="mod">
          <ac:chgData name="Jamie Bowles" userId="b03588657e1764ed" providerId="LiveId" clId="{8ED2B2C3-C170-4DC1-A3C7-063920288560}" dt="2026-03-13T03:16:17.346" v="3655" actId="478"/>
          <ac:cxnSpMkLst>
            <pc:docMk/>
            <pc:sldMk cId="2885744988" sldId="271"/>
            <ac:cxnSpMk id="187" creationId="{D4A06517-3DCB-5825-89E7-B2B509671EDC}"/>
          </ac:cxnSpMkLst>
        </pc:cxnChg>
        <pc:cxnChg chg="mod">
          <ac:chgData name="Jamie Bowles" userId="b03588657e1764ed" providerId="LiveId" clId="{8ED2B2C3-C170-4DC1-A3C7-063920288560}" dt="2026-03-13T03:16:17.346" v="3655" actId="478"/>
          <ac:cxnSpMkLst>
            <pc:docMk/>
            <pc:sldMk cId="2885744988" sldId="271"/>
            <ac:cxnSpMk id="188" creationId="{D34C67A8-2F19-1ABA-7DDC-924A345A9149}"/>
          </ac:cxnSpMkLst>
        </pc:cxnChg>
        <pc:cxnChg chg="mod">
          <ac:chgData name="Jamie Bowles" userId="b03588657e1764ed" providerId="LiveId" clId="{8ED2B2C3-C170-4DC1-A3C7-063920288560}" dt="2026-03-13T01:53:49.770" v="3617"/>
          <ac:cxnSpMkLst>
            <pc:docMk/>
            <pc:sldMk cId="2885744988" sldId="271"/>
            <ac:cxnSpMk id="192" creationId="{ED725AC9-2C1A-A510-16EA-7500D17A140E}"/>
          </ac:cxnSpMkLst>
        </pc:cxnChg>
        <pc:cxnChg chg="mod">
          <ac:chgData name="Jamie Bowles" userId="b03588657e1764ed" providerId="LiveId" clId="{8ED2B2C3-C170-4DC1-A3C7-063920288560}" dt="2026-03-13T01:53:49.770" v="3617"/>
          <ac:cxnSpMkLst>
            <pc:docMk/>
            <pc:sldMk cId="2885744988" sldId="271"/>
            <ac:cxnSpMk id="193" creationId="{A0378330-5632-6C3A-DDC4-7F0AABCD90DD}"/>
          </ac:cxnSpMkLst>
        </pc:cxnChg>
        <pc:cxnChg chg="mod">
          <ac:chgData name="Jamie Bowles" userId="b03588657e1764ed" providerId="LiveId" clId="{8ED2B2C3-C170-4DC1-A3C7-063920288560}" dt="2026-03-13T01:53:49.770" v="3617"/>
          <ac:cxnSpMkLst>
            <pc:docMk/>
            <pc:sldMk cId="2885744988" sldId="271"/>
            <ac:cxnSpMk id="198" creationId="{D0978CFE-DA77-CF52-9F07-40D2BAF32DA2}"/>
          </ac:cxnSpMkLst>
        </pc:cxnChg>
        <pc:cxnChg chg="mod">
          <ac:chgData name="Jamie Bowles" userId="b03588657e1764ed" providerId="LiveId" clId="{8ED2B2C3-C170-4DC1-A3C7-063920288560}" dt="2026-03-13T02:00:31.823" v="3645" actId="1076"/>
          <ac:cxnSpMkLst>
            <pc:docMk/>
            <pc:sldMk cId="2885744988" sldId="271"/>
            <ac:cxnSpMk id="202" creationId="{EEE6A8C7-9E1A-94E9-E30C-A363351373A9}"/>
          </ac:cxnSpMkLst>
        </pc:cxnChg>
        <pc:cxnChg chg="mod">
          <ac:chgData name="Jamie Bowles" userId="b03588657e1764ed" providerId="LiveId" clId="{8ED2B2C3-C170-4DC1-A3C7-063920288560}" dt="2026-03-13T01:51:47.271" v="3591" actId="478"/>
          <ac:cxnSpMkLst>
            <pc:docMk/>
            <pc:sldMk cId="2885744988" sldId="271"/>
            <ac:cxnSpMk id="204" creationId="{284C6651-49E9-E384-B6FC-F2202C3DC4B0}"/>
          </ac:cxnSpMkLst>
        </pc:cxnChg>
        <pc:cxnChg chg="mod">
          <ac:chgData name="Jamie Bowles" userId="b03588657e1764ed" providerId="LiveId" clId="{8ED2B2C3-C170-4DC1-A3C7-063920288560}" dt="2026-03-13T03:16:18.623" v="3656" actId="478"/>
          <ac:cxnSpMkLst>
            <pc:docMk/>
            <pc:sldMk cId="2885744988" sldId="271"/>
            <ac:cxnSpMk id="207" creationId="{8AC38096-9A6B-A984-BB80-A5115A2FB2AB}"/>
          </ac:cxnSpMkLst>
        </pc:cxnChg>
        <pc:cxnChg chg="mod">
          <ac:chgData name="Jamie Bowles" userId="b03588657e1764ed" providerId="LiveId" clId="{8ED2B2C3-C170-4DC1-A3C7-063920288560}" dt="2026-03-13T03:16:18.623" v="3656" actId="478"/>
          <ac:cxnSpMkLst>
            <pc:docMk/>
            <pc:sldMk cId="2885744988" sldId="271"/>
            <ac:cxnSpMk id="208" creationId="{D88371CD-5E0E-0ADC-63C7-C5BB62850163}"/>
          </ac:cxnSpMkLst>
        </pc:cxnChg>
        <pc:cxnChg chg="mod">
          <ac:chgData name="Jamie Bowles" userId="b03588657e1764ed" providerId="LiveId" clId="{8ED2B2C3-C170-4DC1-A3C7-063920288560}" dt="2026-03-13T01:54:13.229" v="3623"/>
          <ac:cxnSpMkLst>
            <pc:docMk/>
            <pc:sldMk cId="2885744988" sldId="271"/>
            <ac:cxnSpMk id="218" creationId="{E689B9AF-8720-99D7-C4F9-E412881A1158}"/>
          </ac:cxnSpMkLst>
        </pc:cxnChg>
        <pc:cxnChg chg="mod">
          <ac:chgData name="Jamie Bowles" userId="b03588657e1764ed" providerId="LiveId" clId="{8ED2B2C3-C170-4DC1-A3C7-063920288560}" dt="2026-03-13T01:54:13.229" v="3623"/>
          <ac:cxnSpMkLst>
            <pc:docMk/>
            <pc:sldMk cId="2885744988" sldId="271"/>
            <ac:cxnSpMk id="219" creationId="{BCF76C83-964D-C1F4-CE1A-93D7E365FDBF}"/>
          </ac:cxnSpMkLst>
        </pc:cxnChg>
        <pc:cxnChg chg="mod">
          <ac:chgData name="Jamie Bowles" userId="b03588657e1764ed" providerId="LiveId" clId="{8ED2B2C3-C170-4DC1-A3C7-063920288560}" dt="2026-03-13T03:16:19.978" v="3657" actId="478"/>
          <ac:cxnSpMkLst>
            <pc:docMk/>
            <pc:sldMk cId="2885744988" sldId="271"/>
            <ac:cxnSpMk id="227" creationId="{5351635B-7E6C-45D4-1FB4-9DB7EE019025}"/>
          </ac:cxnSpMkLst>
        </pc:cxnChg>
        <pc:cxnChg chg="mod">
          <ac:chgData name="Jamie Bowles" userId="b03588657e1764ed" providerId="LiveId" clId="{8ED2B2C3-C170-4DC1-A3C7-063920288560}" dt="2026-03-13T03:16:19.978" v="3657" actId="478"/>
          <ac:cxnSpMkLst>
            <pc:docMk/>
            <pc:sldMk cId="2885744988" sldId="271"/>
            <ac:cxnSpMk id="228" creationId="{4E0173E7-5CD1-0AC3-AEF4-6622DC475B2B}"/>
          </ac:cxnSpMkLst>
        </pc:cxnChg>
        <pc:cxnChg chg="add del mod">
          <ac:chgData name="Jamie Bowles" userId="b03588657e1764ed" providerId="LiveId" clId="{8ED2B2C3-C170-4DC1-A3C7-063920288560}" dt="2026-03-13T01:59:24.120" v="3636" actId="478"/>
          <ac:cxnSpMkLst>
            <pc:docMk/>
            <pc:sldMk cId="2885744988" sldId="271"/>
            <ac:cxnSpMk id="231" creationId="{56723BA6-5196-117C-5998-34EC9BA9EC28}"/>
          </ac:cxnSpMkLst>
        </pc:cxnChg>
        <pc:cxnChg chg="add del">
          <ac:chgData name="Jamie Bowles" userId="b03588657e1764ed" providerId="LiveId" clId="{8ED2B2C3-C170-4DC1-A3C7-063920288560}" dt="2026-03-13T02:00:08.277" v="3639" actId="478"/>
          <ac:cxnSpMkLst>
            <pc:docMk/>
            <pc:sldMk cId="2885744988" sldId="271"/>
            <ac:cxnSpMk id="233" creationId="{C2A442D2-0943-53C8-2F4A-31BACF3B7B44}"/>
          </ac:cxnSpMkLst>
        </pc:cxnChg>
        <pc:cxnChg chg="mod">
          <ac:chgData name="Jamie Bowles" userId="b03588657e1764ed" providerId="LiveId" clId="{8ED2B2C3-C170-4DC1-A3C7-063920288560}" dt="2026-03-13T03:17:41.847" v="3663"/>
          <ac:cxnSpMkLst>
            <pc:docMk/>
            <pc:sldMk cId="2885744988" sldId="271"/>
            <ac:cxnSpMk id="243" creationId="{FB6EB5E9-021F-7A7A-0414-F2D1B4422A21}"/>
          </ac:cxnSpMkLst>
        </pc:cxnChg>
        <pc:cxnChg chg="mod">
          <ac:chgData name="Jamie Bowles" userId="b03588657e1764ed" providerId="LiveId" clId="{8ED2B2C3-C170-4DC1-A3C7-063920288560}" dt="2026-03-13T03:17:41.847" v="3663"/>
          <ac:cxnSpMkLst>
            <pc:docMk/>
            <pc:sldMk cId="2885744988" sldId="271"/>
            <ac:cxnSpMk id="248" creationId="{226BF882-6928-52F6-9BCF-CF55C0B80575}"/>
          </ac:cxnSpMkLst>
        </pc:cxnChg>
        <pc:cxnChg chg="mod">
          <ac:chgData name="Jamie Bowles" userId="b03588657e1764ed" providerId="LiveId" clId="{8ED2B2C3-C170-4DC1-A3C7-063920288560}" dt="2026-03-13T03:17:59.025" v="3666"/>
          <ac:cxnSpMkLst>
            <pc:docMk/>
            <pc:sldMk cId="2885744988" sldId="271"/>
            <ac:cxnSpMk id="258" creationId="{5745DDFA-A904-AD54-5261-8CD1D7285DC0}"/>
          </ac:cxnSpMkLst>
        </pc:cxnChg>
        <pc:cxnChg chg="mod">
          <ac:chgData name="Jamie Bowles" userId="b03588657e1764ed" providerId="LiveId" clId="{8ED2B2C3-C170-4DC1-A3C7-063920288560}" dt="2026-03-13T03:17:59.025" v="3666"/>
          <ac:cxnSpMkLst>
            <pc:docMk/>
            <pc:sldMk cId="2885744988" sldId="271"/>
            <ac:cxnSpMk id="270" creationId="{43CAEB4D-5257-AFA7-10F8-8D2C4C1D511F}"/>
          </ac:cxnSpMkLst>
        </pc:cxnChg>
        <pc:cxnChg chg="mod">
          <ac:chgData name="Jamie Bowles" userId="b03588657e1764ed" providerId="LiveId" clId="{8ED2B2C3-C170-4DC1-A3C7-063920288560}" dt="2026-03-13T03:18:16.289" v="3668"/>
          <ac:cxnSpMkLst>
            <pc:docMk/>
            <pc:sldMk cId="2885744988" sldId="271"/>
            <ac:cxnSpMk id="284" creationId="{31CA56D2-049D-B016-99E2-8A1752032DBA}"/>
          </ac:cxnSpMkLst>
        </pc:cxnChg>
        <pc:cxnChg chg="mod">
          <ac:chgData name="Jamie Bowles" userId="b03588657e1764ed" providerId="LiveId" clId="{8ED2B2C3-C170-4DC1-A3C7-063920288560}" dt="2026-03-13T03:18:16.289" v="3668"/>
          <ac:cxnSpMkLst>
            <pc:docMk/>
            <pc:sldMk cId="2885744988" sldId="271"/>
            <ac:cxnSpMk id="289" creationId="{C9409C25-21E5-26C2-1A43-8D61372288F5}"/>
          </ac:cxnSpMkLst>
        </pc:cxnChg>
        <pc:cxnChg chg="mod">
          <ac:chgData name="Jamie Bowles" userId="b03588657e1764ed" providerId="LiveId" clId="{8ED2B2C3-C170-4DC1-A3C7-063920288560}" dt="2026-03-13T03:18:33.960" v="3670"/>
          <ac:cxnSpMkLst>
            <pc:docMk/>
            <pc:sldMk cId="2885744988" sldId="271"/>
            <ac:cxnSpMk id="306" creationId="{273EB3C6-EB67-C011-97F0-B3150ED5333C}"/>
          </ac:cxnSpMkLst>
        </pc:cxnChg>
        <pc:cxnChg chg="mod">
          <ac:chgData name="Jamie Bowles" userId="b03588657e1764ed" providerId="LiveId" clId="{8ED2B2C3-C170-4DC1-A3C7-063920288560}" dt="2026-03-13T03:18:33.960" v="3670"/>
          <ac:cxnSpMkLst>
            <pc:docMk/>
            <pc:sldMk cId="2885744988" sldId="271"/>
            <ac:cxnSpMk id="307" creationId="{AF878B61-B844-051A-C94D-95E8829ED5AB}"/>
          </ac:cxnSpMkLst>
        </pc:cxnChg>
        <pc:cxnChg chg="mod">
          <ac:chgData name="Jamie Bowles" userId="b03588657e1764ed" providerId="LiveId" clId="{8ED2B2C3-C170-4DC1-A3C7-063920288560}" dt="2026-03-13T03:18:52.795" v="3672"/>
          <ac:cxnSpMkLst>
            <pc:docMk/>
            <pc:sldMk cId="2885744988" sldId="271"/>
            <ac:cxnSpMk id="315" creationId="{F099FBDF-2BF9-55F5-32DC-178497996C9D}"/>
          </ac:cxnSpMkLst>
        </pc:cxnChg>
        <pc:cxnChg chg="mod">
          <ac:chgData name="Jamie Bowles" userId="b03588657e1764ed" providerId="LiveId" clId="{8ED2B2C3-C170-4DC1-A3C7-063920288560}" dt="2026-03-13T03:18:52.795" v="3672"/>
          <ac:cxnSpMkLst>
            <pc:docMk/>
            <pc:sldMk cId="2885744988" sldId="271"/>
            <ac:cxnSpMk id="319" creationId="{87F87CC3-31F0-AE72-EE5E-8625B3703B6E}"/>
          </ac:cxnSpMkLst>
        </pc:cxnChg>
        <pc:cxnChg chg="mod">
          <ac:chgData name="Jamie Bowles" userId="b03588657e1764ed" providerId="LiveId" clId="{8ED2B2C3-C170-4DC1-A3C7-063920288560}" dt="2026-03-13T03:19:23.341" v="3676"/>
          <ac:cxnSpMkLst>
            <pc:docMk/>
            <pc:sldMk cId="2885744988" sldId="271"/>
            <ac:cxnSpMk id="331" creationId="{B7513A43-86AA-1FAE-1A08-61964F30EEF3}"/>
          </ac:cxnSpMkLst>
        </pc:cxnChg>
        <pc:cxnChg chg="mod">
          <ac:chgData name="Jamie Bowles" userId="b03588657e1764ed" providerId="LiveId" clId="{8ED2B2C3-C170-4DC1-A3C7-063920288560}" dt="2026-03-13T03:19:23.341" v="3676"/>
          <ac:cxnSpMkLst>
            <pc:docMk/>
            <pc:sldMk cId="2885744988" sldId="271"/>
            <ac:cxnSpMk id="343" creationId="{CCB3C623-6A2A-DC3B-CCE3-EFD6B7879214}"/>
          </ac:cxnSpMkLst>
        </pc:cxnChg>
        <pc:cxnChg chg="add mod">
          <ac:chgData name="Jamie Bowles" userId="b03588657e1764ed" providerId="LiveId" clId="{8ED2B2C3-C170-4DC1-A3C7-063920288560}" dt="2026-03-13T03:27:09.340" v="3721" actId="1037"/>
          <ac:cxnSpMkLst>
            <pc:docMk/>
            <pc:sldMk cId="2885744988" sldId="271"/>
            <ac:cxnSpMk id="345" creationId="{8F6903F7-1A99-637F-8098-A1C46ED08104}"/>
          </ac:cxnSpMkLst>
        </pc:cxnChg>
        <pc:cxnChg chg="add del">
          <ac:chgData name="Jamie Bowles" userId="b03588657e1764ed" providerId="LiveId" clId="{8ED2B2C3-C170-4DC1-A3C7-063920288560}" dt="2026-03-13T03:22:18.968" v="3683" actId="478"/>
          <ac:cxnSpMkLst>
            <pc:docMk/>
            <pc:sldMk cId="2885744988" sldId="271"/>
            <ac:cxnSpMk id="347" creationId="{CA513AA2-E1A2-2C04-31BA-CEFCB0F09070}"/>
          </ac:cxnSpMkLst>
        </pc:cxnChg>
        <pc:cxnChg chg="add del mod">
          <ac:chgData name="Jamie Bowles" userId="b03588657e1764ed" providerId="LiveId" clId="{8ED2B2C3-C170-4DC1-A3C7-063920288560}" dt="2026-03-13T03:23:44.211" v="3695" actId="478"/>
          <ac:cxnSpMkLst>
            <pc:docMk/>
            <pc:sldMk cId="2885744988" sldId="271"/>
            <ac:cxnSpMk id="348" creationId="{A75FE236-692A-9338-719E-9FF0C8F9FE07}"/>
          </ac:cxnSpMkLst>
        </pc:cxnChg>
        <pc:cxnChg chg="add mod">
          <ac:chgData name="Jamie Bowles" userId="b03588657e1764ed" providerId="LiveId" clId="{8ED2B2C3-C170-4DC1-A3C7-063920288560}" dt="2026-03-13T03:27:05.517" v="3720" actId="1038"/>
          <ac:cxnSpMkLst>
            <pc:docMk/>
            <pc:sldMk cId="2885744988" sldId="271"/>
            <ac:cxnSpMk id="352" creationId="{EB3D7CAE-A384-FBC4-D472-F18A5F2E509E}"/>
          </ac:cxnSpMkLst>
        </pc:cxnChg>
        <pc:cxnChg chg="add mod">
          <ac:chgData name="Jamie Bowles" userId="b03588657e1764ed" providerId="LiveId" clId="{8ED2B2C3-C170-4DC1-A3C7-063920288560}" dt="2026-03-13T03:27:16.694" v="3722" actId="1038"/>
          <ac:cxnSpMkLst>
            <pc:docMk/>
            <pc:sldMk cId="2885744988" sldId="271"/>
            <ac:cxnSpMk id="353" creationId="{1A2B1A58-1C87-42E6-BD84-94D30FCF1226}"/>
          </ac:cxnSpMkLst>
        </pc:cxnChg>
        <pc:cxnChg chg="add mod">
          <ac:chgData name="Jamie Bowles" userId="b03588657e1764ed" providerId="LiveId" clId="{8ED2B2C3-C170-4DC1-A3C7-063920288560}" dt="2026-03-13T03:27:25.708" v="3723" actId="1037"/>
          <ac:cxnSpMkLst>
            <pc:docMk/>
            <pc:sldMk cId="2885744988" sldId="271"/>
            <ac:cxnSpMk id="354" creationId="{1DE81450-942F-91F4-81FA-1191020A8B92}"/>
          </ac:cxnSpMkLst>
        </pc:cxnChg>
        <pc:cxnChg chg="add mod">
          <ac:chgData name="Jamie Bowles" userId="b03588657e1764ed" providerId="LiveId" clId="{8ED2B2C3-C170-4DC1-A3C7-063920288560}" dt="2026-03-13T03:29:26.415" v="3743" actId="1036"/>
          <ac:cxnSpMkLst>
            <pc:docMk/>
            <pc:sldMk cId="2885744988" sldId="271"/>
            <ac:cxnSpMk id="355" creationId="{BD34EE2A-AF93-550A-0394-2167453E67CB}"/>
          </ac:cxnSpMkLst>
        </pc:cxnChg>
        <pc:cxnChg chg="add mod">
          <ac:chgData name="Jamie Bowles" userId="b03588657e1764ed" providerId="LiveId" clId="{8ED2B2C3-C170-4DC1-A3C7-063920288560}" dt="2026-03-13T03:29:41.990" v="3750" actId="1037"/>
          <ac:cxnSpMkLst>
            <pc:docMk/>
            <pc:sldMk cId="2885744988" sldId="271"/>
            <ac:cxnSpMk id="356" creationId="{A48CD9BB-49BD-2DE1-0169-79D535F24DA5}"/>
          </ac:cxnSpMkLst>
        </pc:cxnChg>
        <pc:cxnChg chg="add mod">
          <ac:chgData name="Jamie Bowles" userId="b03588657e1764ed" providerId="LiveId" clId="{8ED2B2C3-C170-4DC1-A3C7-063920288560}" dt="2026-03-13T03:30:08.277" v="3760" actId="1038"/>
          <ac:cxnSpMkLst>
            <pc:docMk/>
            <pc:sldMk cId="2885744988" sldId="271"/>
            <ac:cxnSpMk id="357" creationId="{8CD7022A-3CF8-2344-2B68-B12CA6119DD5}"/>
          </ac:cxnSpMkLst>
        </pc:cxnChg>
        <pc:cxnChg chg="add mod">
          <ac:chgData name="Jamie Bowles" userId="b03588657e1764ed" providerId="LiveId" clId="{8ED2B2C3-C170-4DC1-A3C7-063920288560}" dt="2026-03-13T03:30:20.609" v="3762" actId="1076"/>
          <ac:cxnSpMkLst>
            <pc:docMk/>
            <pc:sldMk cId="2885744988" sldId="271"/>
            <ac:cxnSpMk id="358" creationId="{76CDC922-F740-6B32-1941-0DF03A2D9C77}"/>
          </ac:cxnSpMkLst>
        </pc:cxnChg>
        <pc:cxnChg chg="add mod">
          <ac:chgData name="Jamie Bowles" userId="b03588657e1764ed" providerId="LiveId" clId="{8ED2B2C3-C170-4DC1-A3C7-063920288560}" dt="2026-03-13T03:31:54.847" v="3772" actId="1038"/>
          <ac:cxnSpMkLst>
            <pc:docMk/>
            <pc:sldMk cId="2885744988" sldId="271"/>
            <ac:cxnSpMk id="359" creationId="{93520BC6-648C-0530-5584-96B07A1DF314}"/>
          </ac:cxnSpMkLst>
        </pc:cxnChg>
        <pc:cxnChg chg="add mod">
          <ac:chgData name="Jamie Bowles" userId="b03588657e1764ed" providerId="LiveId" clId="{8ED2B2C3-C170-4DC1-A3C7-063920288560}" dt="2026-03-13T03:32:07.359" v="3774" actId="1076"/>
          <ac:cxnSpMkLst>
            <pc:docMk/>
            <pc:sldMk cId="2885744988" sldId="271"/>
            <ac:cxnSpMk id="360" creationId="{6ECDF59E-9C92-09A8-885D-AD2605691435}"/>
          </ac:cxnSpMkLst>
        </pc:cxnChg>
        <pc:cxnChg chg="add mod">
          <ac:chgData name="Jamie Bowles" userId="b03588657e1764ed" providerId="LiveId" clId="{8ED2B2C3-C170-4DC1-A3C7-063920288560}" dt="2026-03-13T03:32:31.326" v="3778" actId="1035"/>
          <ac:cxnSpMkLst>
            <pc:docMk/>
            <pc:sldMk cId="2885744988" sldId="271"/>
            <ac:cxnSpMk id="361" creationId="{E4228348-39D8-75C0-81F5-1C74EDB98C31}"/>
          </ac:cxnSpMkLst>
        </pc:cxnChg>
        <pc:cxnChg chg="add mod">
          <ac:chgData name="Jamie Bowles" userId="b03588657e1764ed" providerId="LiveId" clId="{8ED2B2C3-C170-4DC1-A3C7-063920288560}" dt="2026-03-13T03:32:43.901" v="3780" actId="1076"/>
          <ac:cxnSpMkLst>
            <pc:docMk/>
            <pc:sldMk cId="2885744988" sldId="271"/>
            <ac:cxnSpMk id="362" creationId="{68701E80-864C-0D55-7A79-22B9AA20A4B3}"/>
          </ac:cxnSpMkLst>
        </pc:cxnChg>
      </pc:sldChg>
      <pc:sldChg chg="addSp delSp modSp add mod">
        <pc:chgData name="Jamie Bowles" userId="b03588657e1764ed" providerId="LiveId" clId="{8ED2B2C3-C170-4DC1-A3C7-063920288560}" dt="2026-03-13T03:45:19.090" v="3986" actId="692"/>
        <pc:sldMkLst>
          <pc:docMk/>
          <pc:sldMk cId="2666648983" sldId="272"/>
        </pc:sldMkLst>
        <pc:spChg chg="mod">
          <ac:chgData name="Jamie Bowles" userId="b03588657e1764ed" providerId="LiveId" clId="{8ED2B2C3-C170-4DC1-A3C7-063920288560}" dt="2026-03-13T03:34:40.599" v="3789"/>
          <ac:spMkLst>
            <pc:docMk/>
            <pc:sldMk cId="2666648983" sldId="272"/>
            <ac:spMk id="19" creationId="{DCF0D5D3-67F2-A3FB-5EE6-F12CD6756FAB}"/>
          </ac:spMkLst>
        </pc:spChg>
        <pc:spChg chg="mod">
          <ac:chgData name="Jamie Bowles" userId="b03588657e1764ed" providerId="LiveId" clId="{8ED2B2C3-C170-4DC1-A3C7-063920288560}" dt="2026-03-13T03:34:40.599" v="3789"/>
          <ac:spMkLst>
            <pc:docMk/>
            <pc:sldMk cId="2666648983" sldId="272"/>
            <ac:spMk id="27" creationId="{819F06F3-EC40-C76A-CED6-9AEE4658795E}"/>
          </ac:spMkLst>
        </pc:spChg>
        <pc:spChg chg="mod">
          <ac:chgData name="Jamie Bowles" userId="b03588657e1764ed" providerId="LiveId" clId="{8ED2B2C3-C170-4DC1-A3C7-063920288560}" dt="2026-03-13T03:34:40.599" v="3789"/>
          <ac:spMkLst>
            <pc:docMk/>
            <pc:sldMk cId="2666648983" sldId="272"/>
            <ac:spMk id="30" creationId="{3594A0FB-FC94-863F-954C-AFBC8BD5444D}"/>
          </ac:spMkLst>
        </pc:spChg>
        <pc:spChg chg="mod">
          <ac:chgData name="Jamie Bowles" userId="b03588657e1764ed" providerId="LiveId" clId="{8ED2B2C3-C170-4DC1-A3C7-063920288560}" dt="2026-03-13T03:34:40.599" v="3789"/>
          <ac:spMkLst>
            <pc:docMk/>
            <pc:sldMk cId="2666648983" sldId="272"/>
            <ac:spMk id="31" creationId="{116F9BD2-B97F-5BFD-6C5A-7350DB0A15B7}"/>
          </ac:spMkLst>
        </pc:spChg>
        <pc:spChg chg="mod">
          <ac:chgData name="Jamie Bowles" userId="b03588657e1764ed" providerId="LiveId" clId="{8ED2B2C3-C170-4DC1-A3C7-063920288560}" dt="2026-03-13T03:34:40.599" v="3789"/>
          <ac:spMkLst>
            <pc:docMk/>
            <pc:sldMk cId="2666648983" sldId="272"/>
            <ac:spMk id="32" creationId="{4AD32FA5-BF07-956C-7CFB-D39C0CC78577}"/>
          </ac:spMkLst>
        </pc:spChg>
        <pc:spChg chg="mod">
          <ac:chgData name="Jamie Bowles" userId="b03588657e1764ed" providerId="LiveId" clId="{8ED2B2C3-C170-4DC1-A3C7-063920288560}" dt="2026-03-13T03:36:13.678" v="3813"/>
          <ac:spMkLst>
            <pc:docMk/>
            <pc:sldMk cId="2666648983" sldId="272"/>
            <ac:spMk id="50" creationId="{43B7C5A6-6008-9356-5EF8-75AF648E3A46}"/>
          </ac:spMkLst>
        </pc:spChg>
        <pc:spChg chg="mod">
          <ac:chgData name="Jamie Bowles" userId="b03588657e1764ed" providerId="LiveId" clId="{8ED2B2C3-C170-4DC1-A3C7-063920288560}" dt="2026-03-13T03:36:13.678" v="3813"/>
          <ac:spMkLst>
            <pc:docMk/>
            <pc:sldMk cId="2666648983" sldId="272"/>
            <ac:spMk id="58" creationId="{7F0387D6-D1FE-F13D-8DDE-E95AAD5AD936}"/>
          </ac:spMkLst>
        </pc:spChg>
        <pc:spChg chg="mod">
          <ac:chgData name="Jamie Bowles" userId="b03588657e1764ed" providerId="LiveId" clId="{8ED2B2C3-C170-4DC1-A3C7-063920288560}" dt="2026-03-13T03:36:13.678" v="3813"/>
          <ac:spMkLst>
            <pc:docMk/>
            <pc:sldMk cId="2666648983" sldId="272"/>
            <ac:spMk id="61" creationId="{69DB5F51-4E23-6275-B4AE-8B95311019CB}"/>
          </ac:spMkLst>
        </pc:spChg>
        <pc:spChg chg="mod">
          <ac:chgData name="Jamie Bowles" userId="b03588657e1764ed" providerId="LiveId" clId="{8ED2B2C3-C170-4DC1-A3C7-063920288560}" dt="2026-03-13T03:36:13.678" v="3813"/>
          <ac:spMkLst>
            <pc:docMk/>
            <pc:sldMk cId="2666648983" sldId="272"/>
            <ac:spMk id="62" creationId="{A96ABE32-3B7F-19E9-661E-8A6EA0C9D7CD}"/>
          </ac:spMkLst>
        </pc:spChg>
        <pc:spChg chg="mod">
          <ac:chgData name="Jamie Bowles" userId="b03588657e1764ed" providerId="LiveId" clId="{8ED2B2C3-C170-4DC1-A3C7-063920288560}" dt="2026-03-13T03:36:13.678" v="3813"/>
          <ac:spMkLst>
            <pc:docMk/>
            <pc:sldMk cId="2666648983" sldId="272"/>
            <ac:spMk id="63" creationId="{CA10E397-5127-04E9-16E8-C2677B8BA9BD}"/>
          </ac:spMkLst>
        </pc:spChg>
        <pc:grpChg chg="add mod">
          <ac:chgData name="Jamie Bowles" userId="b03588657e1764ed" providerId="LiveId" clId="{8ED2B2C3-C170-4DC1-A3C7-063920288560}" dt="2026-03-13T03:42:25.985" v="3927" actId="1036"/>
          <ac:grpSpMkLst>
            <pc:docMk/>
            <pc:sldMk cId="2666648983" sldId="272"/>
            <ac:grpSpMk id="3" creationId="{D7918D27-53C3-D4EC-02E7-10A54662BDA4}"/>
          </ac:grpSpMkLst>
        </pc:grpChg>
        <pc:grpChg chg="add del mod">
          <ac:chgData name="Jamie Bowles" userId="b03588657e1764ed" providerId="LiveId" clId="{8ED2B2C3-C170-4DC1-A3C7-063920288560}" dt="2026-03-13T03:39:54.118" v="3886" actId="478"/>
          <ac:grpSpMkLst>
            <pc:docMk/>
            <pc:sldMk cId="2666648983" sldId="272"/>
            <ac:grpSpMk id="4" creationId="{25D2038C-A354-05D0-47B1-9EE6BB44DCEB}"/>
          </ac:grpSpMkLst>
        </pc:grpChg>
        <pc:grpChg chg="mod">
          <ac:chgData name="Jamie Bowles" userId="b03588657e1764ed" providerId="LiveId" clId="{8ED2B2C3-C170-4DC1-A3C7-063920288560}" dt="2026-03-13T03:34:40.599" v="3789"/>
          <ac:grpSpMkLst>
            <pc:docMk/>
            <pc:sldMk cId="2666648983" sldId="272"/>
            <ac:grpSpMk id="5" creationId="{54EFB945-1905-3622-EB05-C14DD89D6D39}"/>
          </ac:grpSpMkLst>
        </pc:grpChg>
        <pc:grpChg chg="mod">
          <ac:chgData name="Jamie Bowles" userId="b03588657e1764ed" providerId="LiveId" clId="{8ED2B2C3-C170-4DC1-A3C7-063920288560}" dt="2026-03-13T03:34:40.599" v="3789"/>
          <ac:grpSpMkLst>
            <pc:docMk/>
            <pc:sldMk cId="2666648983" sldId="272"/>
            <ac:grpSpMk id="18" creationId="{EB62C4C1-DA64-2E56-4214-7F4B1487C1C0}"/>
          </ac:grpSpMkLst>
        </pc:grpChg>
        <pc:grpChg chg="mod">
          <ac:chgData name="Jamie Bowles" userId="b03588657e1764ed" providerId="LiveId" clId="{8ED2B2C3-C170-4DC1-A3C7-063920288560}" dt="2026-03-13T03:34:40.599" v="3789"/>
          <ac:grpSpMkLst>
            <pc:docMk/>
            <pc:sldMk cId="2666648983" sldId="272"/>
            <ac:grpSpMk id="20" creationId="{6D694933-8948-5D4C-1A14-D19550FC87AB}"/>
          </ac:grpSpMkLst>
        </pc:grpChg>
        <pc:grpChg chg="add del mod">
          <ac:chgData name="Jamie Bowles" userId="b03588657e1764ed" providerId="LiveId" clId="{8ED2B2C3-C170-4DC1-A3C7-063920288560}" dt="2026-03-13T03:39:53.027" v="3885" actId="478"/>
          <ac:grpSpMkLst>
            <pc:docMk/>
            <pc:sldMk cId="2666648983" sldId="272"/>
            <ac:grpSpMk id="35" creationId="{2E4CE452-9904-CECD-28E8-579FE098687F}"/>
          </ac:grpSpMkLst>
        </pc:grpChg>
        <pc:grpChg chg="mod">
          <ac:chgData name="Jamie Bowles" userId="b03588657e1764ed" providerId="LiveId" clId="{8ED2B2C3-C170-4DC1-A3C7-063920288560}" dt="2026-03-13T03:36:13.678" v="3813"/>
          <ac:grpSpMkLst>
            <pc:docMk/>
            <pc:sldMk cId="2666648983" sldId="272"/>
            <ac:grpSpMk id="36" creationId="{6D5B9247-96AF-B28D-8CD0-4D32695A9F97}"/>
          </ac:grpSpMkLst>
        </pc:grpChg>
        <pc:grpChg chg="mod">
          <ac:chgData name="Jamie Bowles" userId="b03588657e1764ed" providerId="LiveId" clId="{8ED2B2C3-C170-4DC1-A3C7-063920288560}" dt="2026-03-13T03:36:13.678" v="3813"/>
          <ac:grpSpMkLst>
            <pc:docMk/>
            <pc:sldMk cId="2666648983" sldId="272"/>
            <ac:grpSpMk id="49" creationId="{C1A28C21-087A-8F7A-A2C8-54EAA38D8B8B}"/>
          </ac:grpSpMkLst>
        </pc:grpChg>
        <pc:grpChg chg="mod">
          <ac:chgData name="Jamie Bowles" userId="b03588657e1764ed" providerId="LiveId" clId="{8ED2B2C3-C170-4DC1-A3C7-063920288560}" dt="2026-03-13T03:36:13.678" v="3813"/>
          <ac:grpSpMkLst>
            <pc:docMk/>
            <pc:sldMk cId="2666648983" sldId="272"/>
            <ac:grpSpMk id="51" creationId="{C181C30A-3A89-B172-00CA-0470CC0AF6F8}"/>
          </ac:grpSpMkLst>
        </pc:grpChg>
        <pc:grpChg chg="mod">
          <ac:chgData name="Jamie Bowles" userId="b03588657e1764ed" providerId="LiveId" clId="{8ED2B2C3-C170-4DC1-A3C7-063920288560}" dt="2026-03-13T03:34:34.534" v="3788" actId="164"/>
          <ac:grpSpMkLst>
            <pc:docMk/>
            <pc:sldMk cId="2666648983" sldId="272"/>
            <ac:grpSpMk id="235" creationId="{A368BE69-93DA-E336-10F1-2ED4D777F398}"/>
          </ac:grpSpMkLst>
        </pc:grpChg>
        <pc:grpChg chg="del">
          <ac:chgData name="Jamie Bowles" userId="b03588657e1764ed" providerId="LiveId" clId="{8ED2B2C3-C170-4DC1-A3C7-063920288560}" dt="2026-03-13T03:34:19.158" v="3783" actId="478"/>
          <ac:grpSpMkLst>
            <pc:docMk/>
            <pc:sldMk cId="2666648983" sldId="272"/>
            <ac:grpSpMk id="236" creationId="{34D6F2DA-71A1-87D2-ABD2-4BCC5274994E}"/>
          </ac:grpSpMkLst>
        </pc:grpChg>
        <pc:grpChg chg="del">
          <ac:chgData name="Jamie Bowles" userId="b03588657e1764ed" providerId="LiveId" clId="{8ED2B2C3-C170-4DC1-A3C7-063920288560}" dt="2026-03-13T03:34:17.704" v="3782" actId="478"/>
          <ac:grpSpMkLst>
            <pc:docMk/>
            <pc:sldMk cId="2666648983" sldId="272"/>
            <ac:grpSpMk id="254" creationId="{9D88A952-B5E4-F1F1-CD21-FDA1B44D9162}"/>
          </ac:grpSpMkLst>
        </pc:grpChg>
        <pc:grpChg chg="del">
          <ac:chgData name="Jamie Bowles" userId="b03588657e1764ed" providerId="LiveId" clId="{8ED2B2C3-C170-4DC1-A3C7-063920288560}" dt="2026-03-13T03:34:24.558" v="3785" actId="478"/>
          <ac:grpSpMkLst>
            <pc:docMk/>
            <pc:sldMk cId="2666648983" sldId="272"/>
            <ac:grpSpMk id="272" creationId="{5237A85D-DDBB-A0FE-03E2-EC44C698FAB6}"/>
          </ac:grpSpMkLst>
        </pc:grpChg>
        <pc:grpChg chg="del">
          <ac:chgData name="Jamie Bowles" userId="b03588657e1764ed" providerId="LiveId" clId="{8ED2B2C3-C170-4DC1-A3C7-063920288560}" dt="2026-03-13T03:34:26.100" v="3786" actId="478"/>
          <ac:grpSpMkLst>
            <pc:docMk/>
            <pc:sldMk cId="2666648983" sldId="272"/>
            <ac:grpSpMk id="290" creationId="{3DD503B9-4E29-60C2-0E39-26113E84AB4B}"/>
          </ac:grpSpMkLst>
        </pc:grpChg>
        <pc:grpChg chg="del">
          <ac:chgData name="Jamie Bowles" userId="b03588657e1764ed" providerId="LiveId" clId="{8ED2B2C3-C170-4DC1-A3C7-063920288560}" dt="2026-03-13T03:34:27.305" v="3787" actId="478"/>
          <ac:grpSpMkLst>
            <pc:docMk/>
            <pc:sldMk cId="2666648983" sldId="272"/>
            <ac:grpSpMk id="308" creationId="{F9DDC758-06E8-5CF7-D0FB-868767681D4F}"/>
          </ac:grpSpMkLst>
        </pc:grpChg>
        <pc:grpChg chg="del">
          <ac:chgData name="Jamie Bowles" userId="b03588657e1764ed" providerId="LiveId" clId="{8ED2B2C3-C170-4DC1-A3C7-063920288560}" dt="2026-03-13T03:34:20.451" v="3784" actId="478"/>
          <ac:grpSpMkLst>
            <pc:docMk/>
            <pc:sldMk cId="2666648983" sldId="272"/>
            <ac:grpSpMk id="326" creationId="{3AD041F4-4207-8079-1995-78D179793A50}"/>
          </ac:grpSpMkLst>
        </pc:grpChg>
        <pc:cxnChg chg="mod">
          <ac:chgData name="Jamie Bowles" userId="b03588657e1764ed" providerId="LiveId" clId="{8ED2B2C3-C170-4DC1-A3C7-063920288560}" dt="2026-03-13T03:34:40.599" v="3789"/>
          <ac:cxnSpMkLst>
            <pc:docMk/>
            <pc:sldMk cId="2666648983" sldId="272"/>
            <ac:cxnSpMk id="28" creationId="{E73ADB59-1EC4-0596-B90E-CC11E3299719}"/>
          </ac:cxnSpMkLst>
        </pc:cxnChg>
        <pc:cxnChg chg="mod">
          <ac:chgData name="Jamie Bowles" userId="b03588657e1764ed" providerId="LiveId" clId="{8ED2B2C3-C170-4DC1-A3C7-063920288560}" dt="2026-03-13T03:39:54.118" v="3886" actId="478"/>
          <ac:cxnSpMkLst>
            <pc:docMk/>
            <pc:sldMk cId="2666648983" sldId="272"/>
            <ac:cxnSpMk id="33" creationId="{764E82B9-894C-D33E-9DD1-D4FBC25F0E0D}"/>
          </ac:cxnSpMkLst>
        </pc:cxnChg>
        <pc:cxnChg chg="mod">
          <ac:chgData name="Jamie Bowles" userId="b03588657e1764ed" providerId="LiveId" clId="{8ED2B2C3-C170-4DC1-A3C7-063920288560}" dt="2026-03-13T03:39:54.118" v="3886" actId="478"/>
          <ac:cxnSpMkLst>
            <pc:docMk/>
            <pc:sldMk cId="2666648983" sldId="272"/>
            <ac:cxnSpMk id="34" creationId="{82230267-B346-C75B-4193-80356B56D8B2}"/>
          </ac:cxnSpMkLst>
        </pc:cxnChg>
        <pc:cxnChg chg="mod">
          <ac:chgData name="Jamie Bowles" userId="b03588657e1764ed" providerId="LiveId" clId="{8ED2B2C3-C170-4DC1-A3C7-063920288560}" dt="2026-03-13T03:36:13.678" v="3813"/>
          <ac:cxnSpMkLst>
            <pc:docMk/>
            <pc:sldMk cId="2666648983" sldId="272"/>
            <ac:cxnSpMk id="54" creationId="{4794D5F8-53D2-7969-E50F-BB5223D929A3}"/>
          </ac:cxnSpMkLst>
        </pc:cxnChg>
        <pc:cxnChg chg="mod">
          <ac:chgData name="Jamie Bowles" userId="b03588657e1764ed" providerId="LiveId" clId="{8ED2B2C3-C170-4DC1-A3C7-063920288560}" dt="2026-03-13T03:39:53.027" v="3885" actId="478"/>
          <ac:cxnSpMkLst>
            <pc:docMk/>
            <pc:sldMk cId="2666648983" sldId="272"/>
            <ac:cxnSpMk id="128" creationId="{8D623310-5839-273A-9CC7-9C2020D2B796}"/>
          </ac:cxnSpMkLst>
        </pc:cxnChg>
        <pc:cxnChg chg="mod">
          <ac:chgData name="Jamie Bowles" userId="b03588657e1764ed" providerId="LiveId" clId="{8ED2B2C3-C170-4DC1-A3C7-063920288560}" dt="2026-03-13T03:39:53.027" v="3885" actId="478"/>
          <ac:cxnSpMkLst>
            <pc:docMk/>
            <pc:sldMk cId="2666648983" sldId="272"/>
            <ac:cxnSpMk id="129" creationId="{1940E244-B6EE-F121-3CD3-46A78D033EAA}"/>
          </ac:cxnSpMkLst>
        </pc:cxnChg>
        <pc:cxnChg chg="mod">
          <ac:chgData name="Jamie Bowles" userId="b03588657e1764ed" providerId="LiveId" clId="{8ED2B2C3-C170-4DC1-A3C7-063920288560}" dt="2026-03-13T03:45:19.090" v="3986" actId="692"/>
          <ac:cxnSpMkLst>
            <pc:docMk/>
            <pc:sldMk cId="2666648983" sldId="272"/>
            <ac:cxnSpMk id="179" creationId="{1CFE9D8E-B8FF-8B1B-E503-A65853C85D40}"/>
          </ac:cxnSpMkLst>
        </pc:cxnChg>
        <pc:cxnChg chg="mod">
          <ac:chgData name="Jamie Bowles" userId="b03588657e1764ed" providerId="LiveId" clId="{8ED2B2C3-C170-4DC1-A3C7-063920288560}" dt="2026-03-13T03:45:19.090" v="3986" actId="692"/>
          <ac:cxnSpMkLst>
            <pc:docMk/>
            <pc:sldMk cId="2666648983" sldId="272"/>
            <ac:cxnSpMk id="180" creationId="{1DE1D631-5BC5-C537-4557-53495EC7E7FF}"/>
          </ac:cxnSpMkLst>
        </pc:cxnChg>
        <pc:cxnChg chg="mod">
          <ac:chgData name="Jamie Bowles" userId="b03588657e1764ed" providerId="LiveId" clId="{8ED2B2C3-C170-4DC1-A3C7-063920288560}" dt="2026-03-13T03:45:19.090" v="3986" actId="692"/>
          <ac:cxnSpMkLst>
            <pc:docMk/>
            <pc:sldMk cId="2666648983" sldId="272"/>
            <ac:cxnSpMk id="181" creationId="{119A8997-DA4F-9DF7-0379-74BE2BC51669}"/>
          </ac:cxnSpMkLst>
        </pc:cxnChg>
        <pc:cxnChg chg="mod">
          <ac:chgData name="Jamie Bowles" userId="b03588657e1764ed" providerId="LiveId" clId="{8ED2B2C3-C170-4DC1-A3C7-063920288560}" dt="2026-03-13T03:34:19.158" v="3783" actId="478"/>
          <ac:cxnSpMkLst>
            <pc:docMk/>
            <pc:sldMk cId="2666648983" sldId="272"/>
            <ac:cxnSpMk id="252" creationId="{8757575D-7D5F-D396-4D70-2FDA9E260983}"/>
          </ac:cxnSpMkLst>
        </pc:cxnChg>
        <pc:cxnChg chg="mod">
          <ac:chgData name="Jamie Bowles" userId="b03588657e1764ed" providerId="LiveId" clId="{8ED2B2C3-C170-4DC1-A3C7-063920288560}" dt="2026-03-13T03:34:19.158" v="3783" actId="478"/>
          <ac:cxnSpMkLst>
            <pc:docMk/>
            <pc:sldMk cId="2666648983" sldId="272"/>
            <ac:cxnSpMk id="253" creationId="{EDF3B06B-AE4B-BDFD-234C-AFCE64F075C2}"/>
          </ac:cxnSpMkLst>
        </pc:cxnChg>
        <pc:cxnChg chg="mod">
          <ac:chgData name="Jamie Bowles" userId="b03588657e1764ed" providerId="LiveId" clId="{8ED2B2C3-C170-4DC1-A3C7-063920288560}" dt="2026-03-13T03:34:17.704" v="3782" actId="478"/>
          <ac:cxnSpMkLst>
            <pc:docMk/>
            <pc:sldMk cId="2666648983" sldId="272"/>
            <ac:cxnSpMk id="270" creationId="{0C315CC9-347E-FFDD-50AC-DF36CBDC55F2}"/>
          </ac:cxnSpMkLst>
        </pc:cxnChg>
        <pc:cxnChg chg="mod">
          <ac:chgData name="Jamie Bowles" userId="b03588657e1764ed" providerId="LiveId" clId="{8ED2B2C3-C170-4DC1-A3C7-063920288560}" dt="2026-03-13T03:34:17.704" v="3782" actId="478"/>
          <ac:cxnSpMkLst>
            <pc:docMk/>
            <pc:sldMk cId="2666648983" sldId="272"/>
            <ac:cxnSpMk id="271" creationId="{25117667-2499-2A82-1340-55B2BA71F31C}"/>
          </ac:cxnSpMkLst>
        </pc:cxnChg>
        <pc:cxnChg chg="mod">
          <ac:chgData name="Jamie Bowles" userId="b03588657e1764ed" providerId="LiveId" clId="{8ED2B2C3-C170-4DC1-A3C7-063920288560}" dt="2026-03-13T03:34:24.558" v="3785" actId="478"/>
          <ac:cxnSpMkLst>
            <pc:docMk/>
            <pc:sldMk cId="2666648983" sldId="272"/>
            <ac:cxnSpMk id="288" creationId="{29ED6EE5-1408-74E1-093C-72773E81DDC9}"/>
          </ac:cxnSpMkLst>
        </pc:cxnChg>
        <pc:cxnChg chg="mod">
          <ac:chgData name="Jamie Bowles" userId="b03588657e1764ed" providerId="LiveId" clId="{8ED2B2C3-C170-4DC1-A3C7-063920288560}" dt="2026-03-13T03:34:24.558" v="3785" actId="478"/>
          <ac:cxnSpMkLst>
            <pc:docMk/>
            <pc:sldMk cId="2666648983" sldId="272"/>
            <ac:cxnSpMk id="289" creationId="{D11DAFAE-E2C8-45D1-A8BE-0EA55C92DD40}"/>
          </ac:cxnSpMkLst>
        </pc:cxnChg>
        <pc:cxnChg chg="mod">
          <ac:chgData name="Jamie Bowles" userId="b03588657e1764ed" providerId="LiveId" clId="{8ED2B2C3-C170-4DC1-A3C7-063920288560}" dt="2026-03-13T03:34:26.100" v="3786" actId="478"/>
          <ac:cxnSpMkLst>
            <pc:docMk/>
            <pc:sldMk cId="2666648983" sldId="272"/>
            <ac:cxnSpMk id="306" creationId="{2977FBEC-F3F4-C9D9-5169-82803F2F1CF3}"/>
          </ac:cxnSpMkLst>
        </pc:cxnChg>
        <pc:cxnChg chg="mod">
          <ac:chgData name="Jamie Bowles" userId="b03588657e1764ed" providerId="LiveId" clId="{8ED2B2C3-C170-4DC1-A3C7-063920288560}" dt="2026-03-13T03:34:26.100" v="3786" actId="478"/>
          <ac:cxnSpMkLst>
            <pc:docMk/>
            <pc:sldMk cId="2666648983" sldId="272"/>
            <ac:cxnSpMk id="307" creationId="{FAD56E1B-0A45-0B85-38E3-BC7DEAAC6728}"/>
          </ac:cxnSpMkLst>
        </pc:cxnChg>
        <pc:cxnChg chg="mod">
          <ac:chgData name="Jamie Bowles" userId="b03588657e1764ed" providerId="LiveId" clId="{8ED2B2C3-C170-4DC1-A3C7-063920288560}" dt="2026-03-13T03:34:27.305" v="3787" actId="478"/>
          <ac:cxnSpMkLst>
            <pc:docMk/>
            <pc:sldMk cId="2666648983" sldId="272"/>
            <ac:cxnSpMk id="324" creationId="{07A54D26-6B0F-B455-2F0D-23DD0E4B7317}"/>
          </ac:cxnSpMkLst>
        </pc:cxnChg>
        <pc:cxnChg chg="mod">
          <ac:chgData name="Jamie Bowles" userId="b03588657e1764ed" providerId="LiveId" clId="{8ED2B2C3-C170-4DC1-A3C7-063920288560}" dt="2026-03-13T03:34:27.305" v="3787" actId="478"/>
          <ac:cxnSpMkLst>
            <pc:docMk/>
            <pc:sldMk cId="2666648983" sldId="272"/>
            <ac:cxnSpMk id="325" creationId="{DB521E26-13A2-49A9-10DF-A01709E6FF27}"/>
          </ac:cxnSpMkLst>
        </pc:cxnChg>
        <pc:cxnChg chg="mod">
          <ac:chgData name="Jamie Bowles" userId="b03588657e1764ed" providerId="LiveId" clId="{8ED2B2C3-C170-4DC1-A3C7-063920288560}" dt="2026-03-13T03:34:20.451" v="3784" actId="478"/>
          <ac:cxnSpMkLst>
            <pc:docMk/>
            <pc:sldMk cId="2666648983" sldId="272"/>
            <ac:cxnSpMk id="342" creationId="{A51B2254-F9E8-FB4C-B6D3-3E0F0E1858DC}"/>
          </ac:cxnSpMkLst>
        </pc:cxnChg>
        <pc:cxnChg chg="mod">
          <ac:chgData name="Jamie Bowles" userId="b03588657e1764ed" providerId="LiveId" clId="{8ED2B2C3-C170-4DC1-A3C7-063920288560}" dt="2026-03-13T03:34:20.451" v="3784" actId="478"/>
          <ac:cxnSpMkLst>
            <pc:docMk/>
            <pc:sldMk cId="2666648983" sldId="272"/>
            <ac:cxnSpMk id="343" creationId="{908426CF-F6E2-0213-E762-F99549D545B5}"/>
          </ac:cxnSpMkLst>
        </pc:cxnChg>
        <pc:cxnChg chg="mod">
          <ac:chgData name="Jamie Bowles" userId="b03588657e1764ed" providerId="LiveId" clId="{8ED2B2C3-C170-4DC1-A3C7-063920288560}" dt="2026-03-13T03:45:19.090" v="3986" actId="692"/>
          <ac:cxnSpMkLst>
            <pc:docMk/>
            <pc:sldMk cId="2666648983" sldId="272"/>
            <ac:cxnSpMk id="345" creationId="{91C102D6-0481-8998-8195-AEEDD934A9DA}"/>
          </ac:cxnSpMkLst>
        </pc:cxnChg>
        <pc:cxnChg chg="mod">
          <ac:chgData name="Jamie Bowles" userId="b03588657e1764ed" providerId="LiveId" clId="{8ED2B2C3-C170-4DC1-A3C7-063920288560}" dt="2026-03-13T03:45:19.090" v="3986" actId="692"/>
          <ac:cxnSpMkLst>
            <pc:docMk/>
            <pc:sldMk cId="2666648983" sldId="272"/>
            <ac:cxnSpMk id="352" creationId="{246AA0A0-EFF4-940D-0D0F-DBC3B1D44E1A}"/>
          </ac:cxnSpMkLst>
        </pc:cxnChg>
        <pc:cxnChg chg="mod">
          <ac:chgData name="Jamie Bowles" userId="b03588657e1764ed" providerId="LiveId" clId="{8ED2B2C3-C170-4DC1-A3C7-063920288560}" dt="2026-03-13T03:45:19.090" v="3986" actId="692"/>
          <ac:cxnSpMkLst>
            <pc:docMk/>
            <pc:sldMk cId="2666648983" sldId="272"/>
            <ac:cxnSpMk id="353" creationId="{A549AFFC-EA51-78EC-D809-2C036DB83782}"/>
          </ac:cxnSpMkLst>
        </pc:cxnChg>
        <pc:cxnChg chg="mod">
          <ac:chgData name="Jamie Bowles" userId="b03588657e1764ed" providerId="LiveId" clId="{8ED2B2C3-C170-4DC1-A3C7-063920288560}" dt="2026-03-13T03:45:19.090" v="3986" actId="692"/>
          <ac:cxnSpMkLst>
            <pc:docMk/>
            <pc:sldMk cId="2666648983" sldId="272"/>
            <ac:cxnSpMk id="354" creationId="{B1B5D4B8-C1F4-9CDC-6D24-EFAAD37FBD7C}"/>
          </ac:cxnSpMkLst>
        </pc:cxnChg>
        <pc:cxnChg chg="mod">
          <ac:chgData name="Jamie Bowles" userId="b03588657e1764ed" providerId="LiveId" clId="{8ED2B2C3-C170-4DC1-A3C7-063920288560}" dt="2026-03-13T03:43:32.915" v="3980" actId="1035"/>
          <ac:cxnSpMkLst>
            <pc:docMk/>
            <pc:sldMk cId="2666648983" sldId="272"/>
            <ac:cxnSpMk id="355" creationId="{1294DF2E-EFE2-A8E1-B5CB-521776222831}"/>
          </ac:cxnSpMkLst>
        </pc:cxnChg>
        <pc:cxnChg chg="mod">
          <ac:chgData name="Jamie Bowles" userId="b03588657e1764ed" providerId="LiveId" clId="{8ED2B2C3-C170-4DC1-A3C7-063920288560}" dt="2026-03-13T03:45:19.090" v="3986" actId="692"/>
          <ac:cxnSpMkLst>
            <pc:docMk/>
            <pc:sldMk cId="2666648983" sldId="272"/>
            <ac:cxnSpMk id="356" creationId="{7B881C20-410D-F289-3E59-126091B269AD}"/>
          </ac:cxnSpMkLst>
        </pc:cxnChg>
        <pc:cxnChg chg="mod">
          <ac:chgData name="Jamie Bowles" userId="b03588657e1764ed" providerId="LiveId" clId="{8ED2B2C3-C170-4DC1-A3C7-063920288560}" dt="2026-03-13T03:41:21.497" v="3920" actId="14100"/>
          <ac:cxnSpMkLst>
            <pc:docMk/>
            <pc:sldMk cId="2666648983" sldId="272"/>
            <ac:cxnSpMk id="357" creationId="{81C4359C-A67D-BD1B-4E46-5070B6CA53E0}"/>
          </ac:cxnSpMkLst>
        </pc:cxnChg>
        <pc:cxnChg chg="mod">
          <ac:chgData name="Jamie Bowles" userId="b03588657e1764ed" providerId="LiveId" clId="{8ED2B2C3-C170-4DC1-A3C7-063920288560}" dt="2026-03-13T03:42:55.808" v="3953" actId="1038"/>
          <ac:cxnSpMkLst>
            <pc:docMk/>
            <pc:sldMk cId="2666648983" sldId="272"/>
            <ac:cxnSpMk id="358" creationId="{32340DEB-8BE0-1D79-A748-370192506DE4}"/>
          </ac:cxnSpMkLst>
        </pc:cxnChg>
        <pc:cxnChg chg="mod">
          <ac:chgData name="Jamie Bowles" userId="b03588657e1764ed" providerId="LiveId" clId="{8ED2B2C3-C170-4DC1-A3C7-063920288560}" dt="2026-03-13T03:45:19.090" v="3986" actId="692"/>
          <ac:cxnSpMkLst>
            <pc:docMk/>
            <pc:sldMk cId="2666648983" sldId="272"/>
            <ac:cxnSpMk id="359" creationId="{548A67A1-04C9-3AAD-CF09-049321B63275}"/>
          </ac:cxnSpMkLst>
        </pc:cxnChg>
        <pc:cxnChg chg="mod">
          <ac:chgData name="Jamie Bowles" userId="b03588657e1764ed" providerId="LiveId" clId="{8ED2B2C3-C170-4DC1-A3C7-063920288560}" dt="2026-03-13T03:34:34.534" v="3788" actId="164"/>
          <ac:cxnSpMkLst>
            <pc:docMk/>
            <pc:sldMk cId="2666648983" sldId="272"/>
            <ac:cxnSpMk id="360" creationId="{41BA0BB8-083A-BFFA-C09E-38C3F269D9C3}"/>
          </ac:cxnSpMkLst>
        </pc:cxnChg>
        <pc:cxnChg chg="mod">
          <ac:chgData name="Jamie Bowles" userId="b03588657e1764ed" providerId="LiveId" clId="{8ED2B2C3-C170-4DC1-A3C7-063920288560}" dt="2026-03-13T03:45:19.090" v="3986" actId="692"/>
          <ac:cxnSpMkLst>
            <pc:docMk/>
            <pc:sldMk cId="2666648983" sldId="272"/>
            <ac:cxnSpMk id="361" creationId="{49AF656A-A992-9BE1-BECE-5CA4BD4B73FE}"/>
          </ac:cxnSpMkLst>
        </pc:cxnChg>
        <pc:cxnChg chg="mod">
          <ac:chgData name="Jamie Bowles" userId="b03588657e1764ed" providerId="LiveId" clId="{8ED2B2C3-C170-4DC1-A3C7-063920288560}" dt="2026-03-13T03:41:47.884" v="3922" actId="14100"/>
          <ac:cxnSpMkLst>
            <pc:docMk/>
            <pc:sldMk cId="2666648983" sldId="272"/>
            <ac:cxnSpMk id="362" creationId="{4EE98FF4-70F7-9B2B-E456-8531EE58A96B}"/>
          </ac:cxnSpMkLst>
        </pc:cxnChg>
      </pc:sldChg>
      <pc:sldChg chg="addSp delSp modSp add del mod">
        <pc:chgData name="Jamie Bowles" userId="b03588657e1764ed" providerId="LiveId" clId="{8ED2B2C3-C170-4DC1-A3C7-063920288560}" dt="2026-03-12T23:53:48.831" v="2980" actId="2696"/>
        <pc:sldMkLst>
          <pc:docMk/>
          <pc:sldMk cId="2931694782" sldId="272"/>
        </pc:sldMkLst>
      </pc:sldChg>
      <pc:sldChg chg="addSp delSp modSp add del mod">
        <pc:chgData name="Jamie Bowles" userId="b03588657e1764ed" providerId="LiveId" clId="{8ED2B2C3-C170-4DC1-A3C7-063920288560}" dt="2026-03-13T01:50:00.526" v="3575" actId="47"/>
        <pc:sldMkLst>
          <pc:docMk/>
          <pc:sldMk cId="4150835100" sldId="272"/>
        </pc:sldMkLst>
        <pc:spChg chg="mod">
          <ac:chgData name="Jamie Bowles" userId="b03588657e1764ed" providerId="LiveId" clId="{8ED2B2C3-C170-4DC1-A3C7-063920288560}" dt="2026-03-13T01:41:57.788" v="3499"/>
          <ac:spMkLst>
            <pc:docMk/>
            <pc:sldMk cId="4150835100" sldId="272"/>
            <ac:spMk id="20" creationId="{5B244CEE-ED85-196D-5AB3-81376075BC8D}"/>
          </ac:spMkLst>
        </pc:spChg>
        <pc:spChg chg="mod">
          <ac:chgData name="Jamie Bowles" userId="b03588657e1764ed" providerId="LiveId" clId="{8ED2B2C3-C170-4DC1-A3C7-063920288560}" dt="2026-03-13T01:41:57.788" v="3499"/>
          <ac:spMkLst>
            <pc:docMk/>
            <pc:sldMk cId="4150835100" sldId="272"/>
            <ac:spMk id="23" creationId="{5351D12E-216D-358D-ECFA-62B7248E0E8F}"/>
          </ac:spMkLst>
        </pc:spChg>
        <pc:spChg chg="mod">
          <ac:chgData name="Jamie Bowles" userId="b03588657e1764ed" providerId="LiveId" clId="{8ED2B2C3-C170-4DC1-A3C7-063920288560}" dt="2026-03-13T01:41:57.788" v="3499"/>
          <ac:spMkLst>
            <pc:docMk/>
            <pc:sldMk cId="4150835100" sldId="272"/>
            <ac:spMk id="24" creationId="{4A71EB7C-E49D-2C2E-F3F7-F85F20597F96}"/>
          </ac:spMkLst>
        </pc:spChg>
        <pc:spChg chg="mod">
          <ac:chgData name="Jamie Bowles" userId="b03588657e1764ed" providerId="LiveId" clId="{8ED2B2C3-C170-4DC1-A3C7-063920288560}" dt="2026-03-13T01:41:57.788" v="3499"/>
          <ac:spMkLst>
            <pc:docMk/>
            <pc:sldMk cId="4150835100" sldId="272"/>
            <ac:spMk id="27" creationId="{8E948401-3F50-81FE-514C-50D260746B1B}"/>
          </ac:spMkLst>
        </pc:spChg>
        <pc:spChg chg="mod">
          <ac:chgData name="Jamie Bowles" userId="b03588657e1764ed" providerId="LiveId" clId="{8ED2B2C3-C170-4DC1-A3C7-063920288560}" dt="2026-03-13T01:41:57.788" v="3499"/>
          <ac:spMkLst>
            <pc:docMk/>
            <pc:sldMk cId="4150835100" sldId="272"/>
            <ac:spMk id="28" creationId="{10D37E80-5CB5-D3FB-2140-D0E68974F30A}"/>
          </ac:spMkLst>
        </pc:spChg>
        <pc:spChg chg="mod">
          <ac:chgData name="Jamie Bowles" userId="b03588657e1764ed" providerId="LiveId" clId="{8ED2B2C3-C170-4DC1-A3C7-063920288560}" dt="2026-03-13T01:43:51.956" v="3505"/>
          <ac:spMkLst>
            <pc:docMk/>
            <pc:sldMk cId="4150835100" sldId="272"/>
            <ac:spMk id="41" creationId="{1C62FC9B-A4DC-47A4-6A3E-AD3B5FCF861D}"/>
          </ac:spMkLst>
        </pc:spChg>
        <pc:spChg chg="mod">
          <ac:chgData name="Jamie Bowles" userId="b03588657e1764ed" providerId="LiveId" clId="{8ED2B2C3-C170-4DC1-A3C7-063920288560}" dt="2026-03-13T01:43:51.956" v="3505"/>
          <ac:spMkLst>
            <pc:docMk/>
            <pc:sldMk cId="4150835100" sldId="272"/>
            <ac:spMk id="52" creationId="{8F7D7068-DDC6-C1FE-21F2-FC19F1DB9A26}"/>
          </ac:spMkLst>
        </pc:spChg>
        <pc:spChg chg="mod">
          <ac:chgData name="Jamie Bowles" userId="b03588657e1764ed" providerId="LiveId" clId="{8ED2B2C3-C170-4DC1-A3C7-063920288560}" dt="2026-03-13T01:43:51.956" v="3505"/>
          <ac:spMkLst>
            <pc:docMk/>
            <pc:sldMk cId="4150835100" sldId="272"/>
            <ac:spMk id="53" creationId="{120CCC1D-2B7D-880C-151E-76B02B366EC4}"/>
          </ac:spMkLst>
        </pc:spChg>
        <pc:spChg chg="mod">
          <ac:chgData name="Jamie Bowles" userId="b03588657e1764ed" providerId="LiveId" clId="{8ED2B2C3-C170-4DC1-A3C7-063920288560}" dt="2026-03-13T01:43:51.956" v="3505"/>
          <ac:spMkLst>
            <pc:docMk/>
            <pc:sldMk cId="4150835100" sldId="272"/>
            <ac:spMk id="54" creationId="{EC42453D-DCC1-77A0-2FDA-FE6B784867C0}"/>
          </ac:spMkLst>
        </pc:spChg>
        <pc:spChg chg="mod">
          <ac:chgData name="Jamie Bowles" userId="b03588657e1764ed" providerId="LiveId" clId="{8ED2B2C3-C170-4DC1-A3C7-063920288560}" dt="2026-03-13T01:43:51.956" v="3505"/>
          <ac:spMkLst>
            <pc:docMk/>
            <pc:sldMk cId="4150835100" sldId="272"/>
            <ac:spMk id="140" creationId="{4DEEF13D-A90A-FDD4-7312-45E1F21F2094}"/>
          </ac:spMkLst>
        </pc:spChg>
        <pc:spChg chg="add mod">
          <ac:chgData name="Jamie Bowles" userId="b03588657e1764ed" providerId="LiveId" clId="{8ED2B2C3-C170-4DC1-A3C7-063920288560}" dt="2026-03-13T01:41:33.645" v="3493"/>
          <ac:spMkLst>
            <pc:docMk/>
            <pc:sldMk cId="4150835100" sldId="272"/>
            <ac:spMk id="141" creationId="{9E3B864C-FB44-6B35-E511-E648594952CC}"/>
          </ac:spMkLst>
        </pc:spChg>
        <pc:spChg chg="mod">
          <ac:chgData name="Jamie Bowles" userId="b03588657e1764ed" providerId="LiveId" clId="{8ED2B2C3-C170-4DC1-A3C7-063920288560}" dt="2026-03-13T01:44:28.270" v="3510"/>
          <ac:spMkLst>
            <pc:docMk/>
            <pc:sldMk cId="4150835100" sldId="272"/>
            <ac:spMk id="157" creationId="{17A5DA31-5998-D7D9-C3F2-E8203FC63265}"/>
          </ac:spMkLst>
        </pc:spChg>
        <pc:spChg chg="mod">
          <ac:chgData name="Jamie Bowles" userId="b03588657e1764ed" providerId="LiveId" clId="{8ED2B2C3-C170-4DC1-A3C7-063920288560}" dt="2026-03-13T01:44:28.270" v="3510"/>
          <ac:spMkLst>
            <pc:docMk/>
            <pc:sldMk cId="4150835100" sldId="272"/>
            <ac:spMk id="160" creationId="{02659EB3-FF27-80FE-F608-72FCF8C1CAF5}"/>
          </ac:spMkLst>
        </pc:spChg>
        <pc:spChg chg="mod">
          <ac:chgData name="Jamie Bowles" userId="b03588657e1764ed" providerId="LiveId" clId="{8ED2B2C3-C170-4DC1-A3C7-063920288560}" dt="2026-03-13T01:44:28.270" v="3510"/>
          <ac:spMkLst>
            <pc:docMk/>
            <pc:sldMk cId="4150835100" sldId="272"/>
            <ac:spMk id="161" creationId="{651CE668-9879-B852-DB9E-AA6BD61E2F96}"/>
          </ac:spMkLst>
        </pc:spChg>
        <pc:spChg chg="mod">
          <ac:chgData name="Jamie Bowles" userId="b03588657e1764ed" providerId="LiveId" clId="{8ED2B2C3-C170-4DC1-A3C7-063920288560}" dt="2026-03-13T01:44:28.270" v="3510"/>
          <ac:spMkLst>
            <pc:docMk/>
            <pc:sldMk cId="4150835100" sldId="272"/>
            <ac:spMk id="162" creationId="{E7DA1FCF-C9BC-1B24-DA00-2272106F825A}"/>
          </ac:spMkLst>
        </pc:spChg>
        <pc:spChg chg="mod">
          <ac:chgData name="Jamie Bowles" userId="b03588657e1764ed" providerId="LiveId" clId="{8ED2B2C3-C170-4DC1-A3C7-063920288560}" dt="2026-03-13T01:44:28.270" v="3510"/>
          <ac:spMkLst>
            <pc:docMk/>
            <pc:sldMk cId="4150835100" sldId="272"/>
            <ac:spMk id="163" creationId="{0138DEF5-7EAE-2A2B-7EF1-1A5C424E139F}"/>
          </ac:spMkLst>
        </pc:spChg>
        <pc:spChg chg="mod">
          <ac:chgData name="Jamie Bowles" userId="b03588657e1764ed" providerId="LiveId" clId="{8ED2B2C3-C170-4DC1-A3C7-063920288560}" dt="2026-03-13T01:45:59.531" v="3526"/>
          <ac:spMkLst>
            <pc:docMk/>
            <pc:sldMk cId="4150835100" sldId="272"/>
            <ac:spMk id="175" creationId="{B014CFE1-8833-7268-5792-14A7C05700CE}"/>
          </ac:spMkLst>
        </pc:spChg>
        <pc:spChg chg="mod">
          <ac:chgData name="Jamie Bowles" userId="b03588657e1764ed" providerId="LiveId" clId="{8ED2B2C3-C170-4DC1-A3C7-063920288560}" dt="2026-03-13T01:45:59.531" v="3526"/>
          <ac:spMkLst>
            <pc:docMk/>
            <pc:sldMk cId="4150835100" sldId="272"/>
            <ac:spMk id="183" creationId="{CED2A5CD-9BC6-50D5-1527-C942C8B49A41}"/>
          </ac:spMkLst>
        </pc:spChg>
        <pc:spChg chg="mod">
          <ac:chgData name="Jamie Bowles" userId="b03588657e1764ed" providerId="LiveId" clId="{8ED2B2C3-C170-4DC1-A3C7-063920288560}" dt="2026-03-13T01:45:59.531" v="3526"/>
          <ac:spMkLst>
            <pc:docMk/>
            <pc:sldMk cId="4150835100" sldId="272"/>
            <ac:spMk id="184" creationId="{6D85FE11-98E7-D24F-2999-3CABFA4C325C}"/>
          </ac:spMkLst>
        </pc:spChg>
        <pc:spChg chg="mod">
          <ac:chgData name="Jamie Bowles" userId="b03588657e1764ed" providerId="LiveId" clId="{8ED2B2C3-C170-4DC1-A3C7-063920288560}" dt="2026-03-13T01:45:59.531" v="3526"/>
          <ac:spMkLst>
            <pc:docMk/>
            <pc:sldMk cId="4150835100" sldId="272"/>
            <ac:spMk id="185" creationId="{AA649918-6B77-87F4-EF06-8307FD04954E}"/>
          </ac:spMkLst>
        </pc:spChg>
        <pc:spChg chg="mod">
          <ac:chgData name="Jamie Bowles" userId="b03588657e1764ed" providerId="LiveId" clId="{8ED2B2C3-C170-4DC1-A3C7-063920288560}" dt="2026-03-13T01:45:59.531" v="3526"/>
          <ac:spMkLst>
            <pc:docMk/>
            <pc:sldMk cId="4150835100" sldId="272"/>
            <ac:spMk id="186" creationId="{24B93DD5-A138-5D8A-E00E-0B8D47220769}"/>
          </ac:spMkLst>
        </pc:spChg>
        <pc:grpChg chg="add mod">
          <ac:chgData name="Jamie Bowles" userId="b03588657e1764ed" providerId="LiveId" clId="{8ED2B2C3-C170-4DC1-A3C7-063920288560}" dt="2026-03-13T01:45:45.938" v="3524" actId="1036"/>
          <ac:grpSpMkLst>
            <pc:docMk/>
            <pc:sldMk cId="4150835100" sldId="272"/>
            <ac:grpSpMk id="2" creationId="{03DCA5F3-219B-9409-76CE-CE3E1E4582CE}"/>
          </ac:grpSpMkLst>
        </pc:grpChg>
        <pc:grpChg chg="add mod">
          <ac:chgData name="Jamie Bowles" userId="b03588657e1764ed" providerId="LiveId" clId="{8ED2B2C3-C170-4DC1-A3C7-063920288560}" dt="2026-03-13T01:42:34.046" v="3503" actId="1038"/>
          <ac:grpSpMkLst>
            <pc:docMk/>
            <pc:sldMk cId="4150835100" sldId="272"/>
            <ac:grpSpMk id="3" creationId="{C3191672-3BE3-CD09-2006-17872653BCDD}"/>
          </ac:grpSpMkLst>
        </pc:grpChg>
        <pc:grpChg chg="mod">
          <ac:chgData name="Jamie Bowles" userId="b03588657e1764ed" providerId="LiveId" clId="{8ED2B2C3-C170-4DC1-A3C7-063920288560}" dt="2026-03-13T01:41:57.788" v="3499"/>
          <ac:grpSpMkLst>
            <pc:docMk/>
            <pc:sldMk cId="4150835100" sldId="272"/>
            <ac:grpSpMk id="11" creationId="{A4EF5898-8B6A-4553-EBA0-99CDE4C2BBA8}"/>
          </ac:grpSpMkLst>
        </pc:grpChg>
        <pc:grpChg chg="mod">
          <ac:chgData name="Jamie Bowles" userId="b03588657e1764ed" providerId="LiveId" clId="{8ED2B2C3-C170-4DC1-A3C7-063920288560}" dt="2026-03-13T01:43:51.956" v="3505"/>
          <ac:grpSpMkLst>
            <pc:docMk/>
            <pc:sldMk cId="4150835100" sldId="272"/>
            <ac:grpSpMk id="33" creationId="{1F4223A3-95CF-25A8-EE7F-60766252D6F9}"/>
          </ac:grpSpMkLst>
        </pc:grpChg>
        <pc:grpChg chg="del">
          <ac:chgData name="Jamie Bowles" userId="b03588657e1764ed" providerId="LiveId" clId="{8ED2B2C3-C170-4DC1-A3C7-063920288560}" dt="2026-03-13T01:43:49.021" v="3504" actId="478"/>
          <ac:grpSpMkLst>
            <pc:docMk/>
            <pc:sldMk cId="4150835100" sldId="272"/>
            <ac:grpSpMk id="55" creationId="{5630969E-60BF-922F-F512-ED52539E0634}"/>
          </ac:grpSpMkLst>
        </pc:grpChg>
        <pc:grpChg chg="del">
          <ac:chgData name="Jamie Bowles" userId="b03588657e1764ed" providerId="LiveId" clId="{8ED2B2C3-C170-4DC1-A3C7-063920288560}" dt="2026-03-13T01:41:20.445" v="3490" actId="478"/>
          <ac:grpSpMkLst>
            <pc:docMk/>
            <pc:sldMk cId="4150835100" sldId="272"/>
            <ac:grpSpMk id="56" creationId="{ED695F86-E7D3-3374-5F87-2AC5CFE9EC95}"/>
          </ac:grpSpMkLst>
        </pc:grpChg>
        <pc:grpChg chg="del">
          <ac:chgData name="Jamie Bowles" userId="b03588657e1764ed" providerId="LiveId" clId="{8ED2B2C3-C170-4DC1-A3C7-063920288560}" dt="2026-03-13T01:45:54.983" v="3525" actId="478"/>
          <ac:grpSpMkLst>
            <pc:docMk/>
            <pc:sldMk cId="4150835100" sldId="272"/>
            <ac:grpSpMk id="132" creationId="{A0146BC9-3918-A782-CB95-D9C9EA6FE4C9}"/>
          </ac:grpSpMkLst>
        </pc:grpChg>
        <pc:grpChg chg="del">
          <ac:chgData name="Jamie Bowles" userId="b03588657e1764ed" providerId="LiveId" clId="{8ED2B2C3-C170-4DC1-A3C7-063920288560}" dt="2026-03-13T01:44:25.114" v="3509" actId="478"/>
          <ac:grpSpMkLst>
            <pc:docMk/>
            <pc:sldMk cId="4150835100" sldId="272"/>
            <ac:grpSpMk id="136" creationId="{6E601DD0-299F-22D3-6887-06F743830018}"/>
          </ac:grpSpMkLst>
        </pc:grpChg>
        <pc:grpChg chg="add mod">
          <ac:chgData name="Jamie Bowles" userId="b03588657e1764ed" providerId="LiveId" clId="{8ED2B2C3-C170-4DC1-A3C7-063920288560}" dt="2026-03-13T01:45:40.206" v="3523" actId="1037"/>
          <ac:grpSpMkLst>
            <pc:docMk/>
            <pc:sldMk cId="4150835100" sldId="272"/>
            <ac:grpSpMk id="145" creationId="{14009FA1-B313-D798-3E94-336F905D3E43}"/>
          </ac:grpSpMkLst>
        </pc:grpChg>
        <pc:grpChg chg="mod">
          <ac:chgData name="Jamie Bowles" userId="b03588657e1764ed" providerId="LiveId" clId="{8ED2B2C3-C170-4DC1-A3C7-063920288560}" dt="2026-03-13T01:44:28.270" v="3510"/>
          <ac:grpSpMkLst>
            <pc:docMk/>
            <pc:sldMk cId="4150835100" sldId="272"/>
            <ac:grpSpMk id="150" creationId="{4507A23C-5F1C-54B5-9DD8-EE7C7A85897E}"/>
          </ac:grpSpMkLst>
        </pc:grpChg>
        <pc:grpChg chg="add mod">
          <ac:chgData name="Jamie Bowles" userId="b03588657e1764ed" providerId="LiveId" clId="{8ED2B2C3-C170-4DC1-A3C7-063920288560}" dt="2026-03-13T01:46:15.352" v="3529" actId="1038"/>
          <ac:grpSpMkLst>
            <pc:docMk/>
            <pc:sldMk cId="4150835100" sldId="272"/>
            <ac:grpSpMk id="166" creationId="{FD794C83-7EE9-7821-DBD3-60430DE36928}"/>
          </ac:grpSpMkLst>
        </pc:grpChg>
        <pc:grpChg chg="mod">
          <ac:chgData name="Jamie Bowles" userId="b03588657e1764ed" providerId="LiveId" clId="{8ED2B2C3-C170-4DC1-A3C7-063920288560}" dt="2026-03-13T01:45:59.531" v="3526"/>
          <ac:grpSpMkLst>
            <pc:docMk/>
            <pc:sldMk cId="4150835100" sldId="272"/>
            <ac:grpSpMk id="168" creationId="{13FBA7FE-A1F0-1663-D40B-3FEAB2777E4D}"/>
          </ac:grpSpMkLst>
        </pc:grpChg>
        <pc:cxnChg chg="mod">
          <ac:chgData name="Jamie Bowles" userId="b03588657e1764ed" providerId="LiveId" clId="{8ED2B2C3-C170-4DC1-A3C7-063920288560}" dt="2026-03-13T01:41:57.788" v="3499"/>
          <ac:cxnSpMkLst>
            <pc:docMk/>
            <pc:sldMk cId="4150835100" sldId="272"/>
            <ac:cxnSpMk id="15" creationId="{FA0FDAD9-67D3-FB6D-5C35-3EAE607D3F8F}"/>
          </ac:cxnSpMkLst>
        </pc:cxnChg>
        <pc:cxnChg chg="mod">
          <ac:chgData name="Jamie Bowles" userId="b03588657e1764ed" providerId="LiveId" clId="{8ED2B2C3-C170-4DC1-A3C7-063920288560}" dt="2026-03-13T01:41:57.788" v="3499"/>
          <ac:cxnSpMkLst>
            <pc:docMk/>
            <pc:sldMk cId="4150835100" sldId="272"/>
            <ac:cxnSpMk id="16" creationId="{3779E401-F197-8BE8-69EC-DE032C458D49}"/>
          </ac:cxnSpMkLst>
        </pc:cxnChg>
        <pc:cxnChg chg="mod">
          <ac:chgData name="Jamie Bowles" userId="b03588657e1764ed" providerId="LiveId" clId="{8ED2B2C3-C170-4DC1-A3C7-063920288560}" dt="2026-03-13T01:41:57.788" v="3499"/>
          <ac:cxnSpMkLst>
            <pc:docMk/>
            <pc:sldMk cId="4150835100" sldId="272"/>
            <ac:cxnSpMk id="21" creationId="{0F7FE10C-CA3F-1A29-B189-25381DD110C3}"/>
          </ac:cxnSpMkLst>
        </pc:cxnChg>
        <pc:cxnChg chg="mod">
          <ac:chgData name="Jamie Bowles" userId="b03588657e1764ed" providerId="LiveId" clId="{8ED2B2C3-C170-4DC1-A3C7-063920288560}" dt="2026-03-13T01:43:49.021" v="3504" actId="478"/>
          <ac:cxnSpMkLst>
            <pc:docMk/>
            <pc:sldMk cId="4150835100" sldId="272"/>
            <ac:cxnSpMk id="49" creationId="{91738587-8B45-40E0-8658-95FBCFD044F8}"/>
          </ac:cxnSpMkLst>
        </pc:cxnChg>
        <pc:cxnChg chg="mod">
          <ac:chgData name="Jamie Bowles" userId="b03588657e1764ed" providerId="LiveId" clId="{8ED2B2C3-C170-4DC1-A3C7-063920288560}" dt="2026-03-13T01:43:51.956" v="3505"/>
          <ac:cxnSpMkLst>
            <pc:docMk/>
            <pc:sldMk cId="4150835100" sldId="272"/>
            <ac:cxnSpMk id="50" creationId="{654CB6DD-9664-2ECF-E696-BFDAA0D368F8}"/>
          </ac:cxnSpMkLst>
        </pc:cxnChg>
        <pc:cxnChg chg="mod">
          <ac:chgData name="Jamie Bowles" userId="b03588657e1764ed" providerId="LiveId" clId="{8ED2B2C3-C170-4DC1-A3C7-063920288560}" dt="2026-03-13T01:43:49.021" v="3504" actId="478"/>
          <ac:cxnSpMkLst>
            <pc:docMk/>
            <pc:sldMk cId="4150835100" sldId="272"/>
            <ac:cxnSpMk id="51" creationId="{0DD5E337-5101-4BD1-AA75-3A33A4324A4B}"/>
          </ac:cxnSpMkLst>
        </pc:cxnChg>
        <pc:cxnChg chg="mod">
          <ac:chgData name="Jamie Bowles" userId="b03588657e1764ed" providerId="LiveId" clId="{8ED2B2C3-C170-4DC1-A3C7-063920288560}" dt="2026-03-13T01:41:20.445" v="3490" actId="478"/>
          <ac:cxnSpMkLst>
            <pc:docMk/>
            <pc:sldMk cId="4150835100" sldId="272"/>
            <ac:cxnSpMk id="58" creationId="{9136721F-29CD-A2CE-1648-51919D0E448D}"/>
          </ac:cxnSpMkLst>
        </pc:cxnChg>
        <pc:cxnChg chg="mod">
          <ac:chgData name="Jamie Bowles" userId="b03588657e1764ed" providerId="LiveId" clId="{8ED2B2C3-C170-4DC1-A3C7-063920288560}" dt="2026-03-13T01:41:20.445" v="3490" actId="478"/>
          <ac:cxnSpMkLst>
            <pc:docMk/>
            <pc:sldMk cId="4150835100" sldId="272"/>
            <ac:cxnSpMk id="59" creationId="{3675A3DA-8ED4-4D9D-28BF-B5D467C8805C}"/>
          </ac:cxnSpMkLst>
        </pc:cxnChg>
        <pc:cxnChg chg="mod">
          <ac:chgData name="Jamie Bowles" userId="b03588657e1764ed" providerId="LiveId" clId="{8ED2B2C3-C170-4DC1-A3C7-063920288560}" dt="2026-03-13T01:45:54.983" v="3525" actId="478"/>
          <ac:cxnSpMkLst>
            <pc:docMk/>
            <pc:sldMk cId="4150835100" sldId="272"/>
            <ac:cxnSpMk id="134" creationId="{CC6F3731-1938-D1B7-CB30-3329C9EE3A70}"/>
          </ac:cxnSpMkLst>
        </pc:cxnChg>
        <pc:cxnChg chg="mod">
          <ac:chgData name="Jamie Bowles" userId="b03588657e1764ed" providerId="LiveId" clId="{8ED2B2C3-C170-4DC1-A3C7-063920288560}" dt="2026-03-13T01:45:54.983" v="3525" actId="478"/>
          <ac:cxnSpMkLst>
            <pc:docMk/>
            <pc:sldMk cId="4150835100" sldId="272"/>
            <ac:cxnSpMk id="135" creationId="{21A3C011-7494-8AF2-E5C2-A0CF042EB213}"/>
          </ac:cxnSpMkLst>
        </pc:cxnChg>
        <pc:cxnChg chg="mod">
          <ac:chgData name="Jamie Bowles" userId="b03588657e1764ed" providerId="LiveId" clId="{8ED2B2C3-C170-4DC1-A3C7-063920288560}" dt="2026-03-13T01:44:25.114" v="3509" actId="478"/>
          <ac:cxnSpMkLst>
            <pc:docMk/>
            <pc:sldMk cId="4150835100" sldId="272"/>
            <ac:cxnSpMk id="138" creationId="{D9850835-DC79-86FD-3EAB-FD5C3B66CEE5}"/>
          </ac:cxnSpMkLst>
        </pc:cxnChg>
        <pc:cxnChg chg="mod">
          <ac:chgData name="Jamie Bowles" userId="b03588657e1764ed" providerId="LiveId" clId="{8ED2B2C3-C170-4DC1-A3C7-063920288560}" dt="2026-03-13T01:44:25.114" v="3509" actId="478"/>
          <ac:cxnSpMkLst>
            <pc:docMk/>
            <pc:sldMk cId="4150835100" sldId="272"/>
            <ac:cxnSpMk id="139" creationId="{68CFEA08-7F22-044E-4C29-C286773A5967}"/>
          </ac:cxnSpMkLst>
        </pc:cxnChg>
        <pc:cxnChg chg="mod">
          <ac:chgData name="Jamie Bowles" userId="b03588657e1764ed" providerId="LiveId" clId="{8ED2B2C3-C170-4DC1-A3C7-063920288560}" dt="2026-03-13T01:43:51.956" v="3505"/>
          <ac:cxnSpMkLst>
            <pc:docMk/>
            <pc:sldMk cId="4150835100" sldId="272"/>
            <ac:cxnSpMk id="143" creationId="{29D9A670-CC79-5394-92BE-92F023A0AD72}"/>
          </ac:cxnSpMkLst>
        </pc:cxnChg>
        <pc:cxnChg chg="mod">
          <ac:chgData name="Jamie Bowles" userId="b03588657e1764ed" providerId="LiveId" clId="{8ED2B2C3-C170-4DC1-A3C7-063920288560}" dt="2026-03-13T01:43:51.956" v="3505"/>
          <ac:cxnSpMkLst>
            <pc:docMk/>
            <pc:sldMk cId="4150835100" sldId="272"/>
            <ac:cxnSpMk id="144" creationId="{CBAC1DA9-86EF-8EDA-F254-FDD1B57FF2E0}"/>
          </ac:cxnSpMkLst>
        </pc:cxnChg>
        <pc:cxnChg chg="mod">
          <ac:chgData name="Jamie Bowles" userId="b03588657e1764ed" providerId="LiveId" clId="{8ED2B2C3-C170-4DC1-A3C7-063920288560}" dt="2026-03-13T01:44:28.270" v="3510"/>
          <ac:cxnSpMkLst>
            <pc:docMk/>
            <pc:sldMk cId="4150835100" sldId="272"/>
            <ac:cxnSpMk id="153" creationId="{80AE5592-DC60-A789-CF4A-192922954D99}"/>
          </ac:cxnSpMkLst>
        </pc:cxnChg>
        <pc:cxnChg chg="mod">
          <ac:chgData name="Jamie Bowles" userId="b03588657e1764ed" providerId="LiveId" clId="{8ED2B2C3-C170-4DC1-A3C7-063920288560}" dt="2026-03-13T01:44:28.270" v="3510"/>
          <ac:cxnSpMkLst>
            <pc:docMk/>
            <pc:sldMk cId="4150835100" sldId="272"/>
            <ac:cxnSpMk id="158" creationId="{0365E778-9AD3-288B-4FBB-F7DBDF904C1D}"/>
          </ac:cxnSpMkLst>
        </pc:cxnChg>
        <pc:cxnChg chg="mod">
          <ac:chgData name="Jamie Bowles" userId="b03588657e1764ed" providerId="LiveId" clId="{8ED2B2C3-C170-4DC1-A3C7-063920288560}" dt="2026-03-13T01:44:28.270" v="3510"/>
          <ac:cxnSpMkLst>
            <pc:docMk/>
            <pc:sldMk cId="4150835100" sldId="272"/>
            <ac:cxnSpMk id="164" creationId="{F71FC336-A9F3-2046-5AF3-37DA99C1CD46}"/>
          </ac:cxnSpMkLst>
        </pc:cxnChg>
        <pc:cxnChg chg="mod">
          <ac:chgData name="Jamie Bowles" userId="b03588657e1764ed" providerId="LiveId" clId="{8ED2B2C3-C170-4DC1-A3C7-063920288560}" dt="2026-03-13T01:45:59.531" v="3526"/>
          <ac:cxnSpMkLst>
            <pc:docMk/>
            <pc:sldMk cId="4150835100" sldId="272"/>
            <ac:cxnSpMk id="169" creationId="{E0650B18-7BAB-E829-D72C-30B816277C64}"/>
          </ac:cxnSpMkLst>
        </pc:cxnChg>
        <pc:cxnChg chg="mod">
          <ac:chgData name="Jamie Bowles" userId="b03588657e1764ed" providerId="LiveId" clId="{8ED2B2C3-C170-4DC1-A3C7-063920288560}" dt="2026-03-13T01:45:59.531" v="3526"/>
          <ac:cxnSpMkLst>
            <pc:docMk/>
            <pc:sldMk cId="4150835100" sldId="272"/>
            <ac:cxnSpMk id="170" creationId="{33BB53DA-6B3A-0E5C-F59F-282733249CC7}"/>
          </ac:cxnSpMkLst>
        </pc:cxnChg>
        <pc:cxnChg chg="mod">
          <ac:chgData name="Jamie Bowles" userId="b03588657e1764ed" providerId="LiveId" clId="{8ED2B2C3-C170-4DC1-A3C7-063920288560}" dt="2026-03-13T01:45:59.531" v="3526"/>
          <ac:cxnSpMkLst>
            <pc:docMk/>
            <pc:sldMk cId="4150835100" sldId="272"/>
            <ac:cxnSpMk id="173" creationId="{75F27EB1-E599-7602-87B1-FA96F1189205}"/>
          </ac:cxnSpMkLst>
        </pc:cxnChg>
      </pc:sldChg>
      <pc:sldChg chg="addSp delSp modSp add mod">
        <pc:chgData name="Jamie Bowles" userId="b03588657e1764ed" providerId="LiveId" clId="{8ED2B2C3-C170-4DC1-A3C7-063920288560}" dt="2026-03-13T04:44:36.562" v="4185" actId="1035"/>
        <pc:sldMkLst>
          <pc:docMk/>
          <pc:sldMk cId="2546784135" sldId="273"/>
        </pc:sldMkLst>
        <pc:spChg chg="mod">
          <ac:chgData name="Jamie Bowles" userId="b03588657e1764ed" providerId="LiveId" clId="{8ED2B2C3-C170-4DC1-A3C7-063920288560}" dt="2026-03-13T03:46:26.585" v="3990"/>
          <ac:spMkLst>
            <pc:docMk/>
            <pc:sldMk cId="2546784135" sldId="273"/>
            <ac:spMk id="20" creationId="{8A20E129-C221-D785-CC9D-0690A20C100B}"/>
          </ac:spMkLst>
        </pc:spChg>
        <pc:spChg chg="mod">
          <ac:chgData name="Jamie Bowles" userId="b03588657e1764ed" providerId="LiveId" clId="{8ED2B2C3-C170-4DC1-A3C7-063920288560}" dt="2026-03-13T03:46:26.585" v="3990"/>
          <ac:spMkLst>
            <pc:docMk/>
            <pc:sldMk cId="2546784135" sldId="273"/>
            <ac:spMk id="28" creationId="{95EFF6C7-6CEF-2A95-0C8E-DA2FEC90927D}"/>
          </ac:spMkLst>
        </pc:spChg>
        <pc:spChg chg="mod">
          <ac:chgData name="Jamie Bowles" userId="b03588657e1764ed" providerId="LiveId" clId="{8ED2B2C3-C170-4DC1-A3C7-063920288560}" dt="2026-03-13T03:46:26.585" v="3990"/>
          <ac:spMkLst>
            <pc:docMk/>
            <pc:sldMk cId="2546784135" sldId="273"/>
            <ac:spMk id="31" creationId="{C71609F2-A035-0F50-6AFD-2F76426AD81A}"/>
          </ac:spMkLst>
        </pc:spChg>
        <pc:spChg chg="mod">
          <ac:chgData name="Jamie Bowles" userId="b03588657e1764ed" providerId="LiveId" clId="{8ED2B2C3-C170-4DC1-A3C7-063920288560}" dt="2026-03-13T03:46:26.585" v="3990"/>
          <ac:spMkLst>
            <pc:docMk/>
            <pc:sldMk cId="2546784135" sldId="273"/>
            <ac:spMk id="32" creationId="{9D46B84E-23AE-8FD4-BDB9-E44819D71E89}"/>
          </ac:spMkLst>
        </pc:spChg>
        <pc:spChg chg="mod">
          <ac:chgData name="Jamie Bowles" userId="b03588657e1764ed" providerId="LiveId" clId="{8ED2B2C3-C170-4DC1-A3C7-063920288560}" dt="2026-03-13T03:46:26.585" v="3990"/>
          <ac:spMkLst>
            <pc:docMk/>
            <pc:sldMk cId="2546784135" sldId="273"/>
            <ac:spMk id="33" creationId="{3091E914-1587-51FB-752B-736E36441CB8}"/>
          </ac:spMkLst>
        </pc:spChg>
        <pc:spChg chg="mod">
          <ac:chgData name="Jamie Bowles" userId="b03588657e1764ed" providerId="LiveId" clId="{8ED2B2C3-C170-4DC1-A3C7-063920288560}" dt="2026-03-13T03:46:56.064" v="4002"/>
          <ac:spMkLst>
            <pc:docMk/>
            <pc:sldMk cId="2546784135" sldId="273"/>
            <ac:spMk id="51" creationId="{2E0BE570-5B25-8B50-0440-B98AEE80AA81}"/>
          </ac:spMkLst>
        </pc:spChg>
        <pc:spChg chg="mod">
          <ac:chgData name="Jamie Bowles" userId="b03588657e1764ed" providerId="LiveId" clId="{8ED2B2C3-C170-4DC1-A3C7-063920288560}" dt="2026-03-13T03:46:56.064" v="4002"/>
          <ac:spMkLst>
            <pc:docMk/>
            <pc:sldMk cId="2546784135" sldId="273"/>
            <ac:spMk id="59" creationId="{EFC5A099-58E9-3416-ABEE-36AD151D8F80}"/>
          </ac:spMkLst>
        </pc:spChg>
        <pc:spChg chg="mod">
          <ac:chgData name="Jamie Bowles" userId="b03588657e1764ed" providerId="LiveId" clId="{8ED2B2C3-C170-4DC1-A3C7-063920288560}" dt="2026-03-13T03:46:56.064" v="4002"/>
          <ac:spMkLst>
            <pc:docMk/>
            <pc:sldMk cId="2546784135" sldId="273"/>
            <ac:spMk id="62" creationId="{6B5B12EA-19BC-FE0B-836B-E385A74C8C6D}"/>
          </ac:spMkLst>
        </pc:spChg>
        <pc:spChg chg="mod">
          <ac:chgData name="Jamie Bowles" userId="b03588657e1764ed" providerId="LiveId" clId="{8ED2B2C3-C170-4DC1-A3C7-063920288560}" dt="2026-03-13T03:46:56.064" v="4002"/>
          <ac:spMkLst>
            <pc:docMk/>
            <pc:sldMk cId="2546784135" sldId="273"/>
            <ac:spMk id="63" creationId="{6461B4B8-0E6E-2BE8-32BF-9313AA5DADF7}"/>
          </ac:spMkLst>
        </pc:spChg>
        <pc:spChg chg="mod">
          <ac:chgData name="Jamie Bowles" userId="b03588657e1764ed" providerId="LiveId" clId="{8ED2B2C3-C170-4DC1-A3C7-063920288560}" dt="2026-03-13T03:46:56.064" v="4002"/>
          <ac:spMkLst>
            <pc:docMk/>
            <pc:sldMk cId="2546784135" sldId="273"/>
            <ac:spMk id="128" creationId="{6BB477E9-E816-2C36-AC82-6BE777A9BB41}"/>
          </ac:spMkLst>
        </pc:spChg>
        <pc:spChg chg="mod">
          <ac:chgData name="Jamie Bowles" userId="b03588657e1764ed" providerId="LiveId" clId="{8ED2B2C3-C170-4DC1-A3C7-063920288560}" dt="2026-03-13T03:46:09.517" v="3988" actId="165"/>
          <ac:spMkLst>
            <pc:docMk/>
            <pc:sldMk cId="2546784135" sldId="273"/>
            <ac:spMk id="147" creationId="{0065B0ED-434F-9849-9180-6FED44C7181B}"/>
          </ac:spMkLst>
        </pc:spChg>
        <pc:spChg chg="mod">
          <ac:chgData name="Jamie Bowles" userId="b03588657e1764ed" providerId="LiveId" clId="{8ED2B2C3-C170-4DC1-A3C7-063920288560}" dt="2026-03-13T03:47:23.638" v="4010"/>
          <ac:spMkLst>
            <pc:docMk/>
            <pc:sldMk cId="2546784135" sldId="273"/>
            <ac:spMk id="151" creationId="{A5CB77AF-7049-B61A-4625-5679F140F909}"/>
          </ac:spMkLst>
        </pc:spChg>
        <pc:spChg chg="mod">
          <ac:chgData name="Jamie Bowles" userId="b03588657e1764ed" providerId="LiveId" clId="{8ED2B2C3-C170-4DC1-A3C7-063920288560}" dt="2026-03-13T03:47:23.638" v="4010"/>
          <ac:spMkLst>
            <pc:docMk/>
            <pc:sldMk cId="2546784135" sldId="273"/>
            <ac:spMk id="159" creationId="{F3A6129B-CA64-76E0-8426-9776AA2E980C}"/>
          </ac:spMkLst>
        </pc:spChg>
        <pc:spChg chg="mod">
          <ac:chgData name="Jamie Bowles" userId="b03588657e1764ed" providerId="LiveId" clId="{8ED2B2C3-C170-4DC1-A3C7-063920288560}" dt="2026-03-13T03:47:23.638" v="4010"/>
          <ac:spMkLst>
            <pc:docMk/>
            <pc:sldMk cId="2546784135" sldId="273"/>
            <ac:spMk id="162" creationId="{6FF7AD19-67E3-CC37-C7D6-B43F18A08379}"/>
          </ac:spMkLst>
        </pc:spChg>
        <pc:spChg chg="mod">
          <ac:chgData name="Jamie Bowles" userId="b03588657e1764ed" providerId="LiveId" clId="{8ED2B2C3-C170-4DC1-A3C7-063920288560}" dt="2026-03-13T03:47:23.638" v="4010"/>
          <ac:spMkLst>
            <pc:docMk/>
            <pc:sldMk cId="2546784135" sldId="273"/>
            <ac:spMk id="163" creationId="{C7ADDBB8-D445-B3D8-BC3D-A6715F2E7997}"/>
          </ac:spMkLst>
        </pc:spChg>
        <pc:spChg chg="mod">
          <ac:chgData name="Jamie Bowles" userId="b03588657e1764ed" providerId="LiveId" clId="{8ED2B2C3-C170-4DC1-A3C7-063920288560}" dt="2026-03-13T03:47:23.638" v="4010"/>
          <ac:spMkLst>
            <pc:docMk/>
            <pc:sldMk cId="2546784135" sldId="273"/>
            <ac:spMk id="164" creationId="{CBD01A02-BB92-0328-F338-CA482288DF83}"/>
          </ac:spMkLst>
        </pc:spChg>
        <pc:spChg chg="mod">
          <ac:chgData name="Jamie Bowles" userId="b03588657e1764ed" providerId="LiveId" clId="{8ED2B2C3-C170-4DC1-A3C7-063920288560}" dt="2026-03-13T03:47:40.742" v="4012"/>
          <ac:spMkLst>
            <pc:docMk/>
            <pc:sldMk cId="2546784135" sldId="273"/>
            <ac:spMk id="188" creationId="{9000F244-6056-6D5E-8AA2-C41C81836DC6}"/>
          </ac:spMkLst>
        </pc:spChg>
        <pc:spChg chg="mod">
          <ac:chgData name="Jamie Bowles" userId="b03588657e1764ed" providerId="LiveId" clId="{8ED2B2C3-C170-4DC1-A3C7-063920288560}" dt="2026-03-13T03:47:40.742" v="4012"/>
          <ac:spMkLst>
            <pc:docMk/>
            <pc:sldMk cId="2546784135" sldId="273"/>
            <ac:spMk id="196" creationId="{F06001B3-7B9D-5754-993D-1019E8E964D8}"/>
          </ac:spMkLst>
        </pc:spChg>
        <pc:spChg chg="mod">
          <ac:chgData name="Jamie Bowles" userId="b03588657e1764ed" providerId="LiveId" clId="{8ED2B2C3-C170-4DC1-A3C7-063920288560}" dt="2026-03-13T03:47:40.742" v="4012"/>
          <ac:spMkLst>
            <pc:docMk/>
            <pc:sldMk cId="2546784135" sldId="273"/>
            <ac:spMk id="199" creationId="{22EC92D5-7153-0257-85F5-FD39509077FE}"/>
          </ac:spMkLst>
        </pc:spChg>
        <pc:spChg chg="mod">
          <ac:chgData name="Jamie Bowles" userId="b03588657e1764ed" providerId="LiveId" clId="{8ED2B2C3-C170-4DC1-A3C7-063920288560}" dt="2026-03-13T03:46:09.517" v="3988" actId="165"/>
          <ac:spMkLst>
            <pc:docMk/>
            <pc:sldMk cId="2546784135" sldId="273"/>
            <ac:spMk id="200" creationId="{0A10898C-D5C7-6C84-A5C2-93507566404D}"/>
          </ac:spMkLst>
        </pc:spChg>
        <pc:spChg chg="mod">
          <ac:chgData name="Jamie Bowles" userId="b03588657e1764ed" providerId="LiveId" clId="{8ED2B2C3-C170-4DC1-A3C7-063920288560}" dt="2026-03-13T03:47:40.742" v="4012"/>
          <ac:spMkLst>
            <pc:docMk/>
            <pc:sldMk cId="2546784135" sldId="273"/>
            <ac:spMk id="201" creationId="{C92515B1-DE08-25E6-C169-6E1537E6C3CC}"/>
          </ac:spMkLst>
        </pc:spChg>
        <pc:spChg chg="mod">
          <ac:chgData name="Jamie Bowles" userId="b03588657e1764ed" providerId="LiveId" clId="{8ED2B2C3-C170-4DC1-A3C7-063920288560}" dt="2026-03-13T03:47:40.742" v="4012"/>
          <ac:spMkLst>
            <pc:docMk/>
            <pc:sldMk cId="2546784135" sldId="273"/>
            <ac:spMk id="203" creationId="{458C9B9B-A59E-791D-0DD7-2D3B7F6D0835}"/>
          </ac:spMkLst>
        </pc:spChg>
        <pc:spChg chg="mod">
          <ac:chgData name="Jamie Bowles" userId="b03588657e1764ed" providerId="LiveId" clId="{8ED2B2C3-C170-4DC1-A3C7-063920288560}" dt="2026-03-13T03:46:09.517" v="3988" actId="165"/>
          <ac:spMkLst>
            <pc:docMk/>
            <pc:sldMk cId="2546784135" sldId="273"/>
            <ac:spMk id="210" creationId="{48E18063-DDF9-1F35-76A0-90D4967CDD87}"/>
          </ac:spMkLst>
        </pc:spChg>
        <pc:spChg chg="mod">
          <ac:chgData name="Jamie Bowles" userId="b03588657e1764ed" providerId="LiveId" clId="{8ED2B2C3-C170-4DC1-A3C7-063920288560}" dt="2026-03-13T03:46:09.517" v="3988" actId="165"/>
          <ac:spMkLst>
            <pc:docMk/>
            <pc:sldMk cId="2546784135" sldId="273"/>
            <ac:spMk id="211" creationId="{62A298B6-570D-31FB-C985-128767E2F6D3}"/>
          </ac:spMkLst>
        </pc:spChg>
        <pc:spChg chg="mod">
          <ac:chgData name="Jamie Bowles" userId="b03588657e1764ed" providerId="LiveId" clId="{8ED2B2C3-C170-4DC1-A3C7-063920288560}" dt="2026-03-13T03:48:41.112" v="4029"/>
          <ac:spMkLst>
            <pc:docMk/>
            <pc:sldMk cId="2546784135" sldId="273"/>
            <ac:spMk id="224" creationId="{FB86071B-EDFF-3E86-6E20-B79126F36D84}"/>
          </ac:spMkLst>
        </pc:spChg>
        <pc:spChg chg="mod">
          <ac:chgData name="Jamie Bowles" userId="b03588657e1764ed" providerId="LiveId" clId="{8ED2B2C3-C170-4DC1-A3C7-063920288560}" dt="2026-03-13T03:48:41.112" v="4029"/>
          <ac:spMkLst>
            <pc:docMk/>
            <pc:sldMk cId="2546784135" sldId="273"/>
            <ac:spMk id="232" creationId="{95FEB0F4-1F3C-F8FF-4074-1DB3694AE901}"/>
          </ac:spMkLst>
        </pc:spChg>
        <pc:spChg chg="mod">
          <ac:chgData name="Jamie Bowles" userId="b03588657e1764ed" providerId="LiveId" clId="{8ED2B2C3-C170-4DC1-A3C7-063920288560}" dt="2026-03-13T03:46:09.517" v="3988" actId="165"/>
          <ac:spMkLst>
            <pc:docMk/>
            <pc:sldMk cId="2546784135" sldId="273"/>
            <ac:spMk id="234" creationId="{44619FC5-728C-9B9C-63CC-C8BEE9B4D44F}"/>
          </ac:spMkLst>
        </pc:spChg>
        <pc:spChg chg="mod">
          <ac:chgData name="Jamie Bowles" userId="b03588657e1764ed" providerId="LiveId" clId="{8ED2B2C3-C170-4DC1-A3C7-063920288560}" dt="2026-03-13T03:48:41.112" v="4029"/>
          <ac:spMkLst>
            <pc:docMk/>
            <pc:sldMk cId="2546784135" sldId="273"/>
            <ac:spMk id="237" creationId="{C081BD1B-7F2B-3842-14B2-289D9F3635FC}"/>
          </ac:spMkLst>
        </pc:spChg>
        <pc:spChg chg="mod">
          <ac:chgData name="Jamie Bowles" userId="b03588657e1764ed" providerId="LiveId" clId="{8ED2B2C3-C170-4DC1-A3C7-063920288560}" dt="2026-03-13T03:48:41.112" v="4029"/>
          <ac:spMkLst>
            <pc:docMk/>
            <pc:sldMk cId="2546784135" sldId="273"/>
            <ac:spMk id="238" creationId="{833C05C6-0431-3D11-A8F5-E9904A70A742}"/>
          </ac:spMkLst>
        </pc:spChg>
        <pc:spChg chg="mod">
          <ac:chgData name="Jamie Bowles" userId="b03588657e1764ed" providerId="LiveId" clId="{8ED2B2C3-C170-4DC1-A3C7-063920288560}" dt="2026-03-13T03:48:41.112" v="4029"/>
          <ac:spMkLst>
            <pc:docMk/>
            <pc:sldMk cId="2546784135" sldId="273"/>
            <ac:spMk id="239" creationId="{7E8750B8-AE9E-6520-0717-37DDAFA14C70}"/>
          </ac:spMkLst>
        </pc:spChg>
        <pc:spChg chg="mod">
          <ac:chgData name="Jamie Bowles" userId="b03588657e1764ed" providerId="LiveId" clId="{8ED2B2C3-C170-4DC1-A3C7-063920288560}" dt="2026-03-13T03:49:10.637" v="4038"/>
          <ac:spMkLst>
            <pc:docMk/>
            <pc:sldMk cId="2546784135" sldId="273"/>
            <ac:spMk id="321" creationId="{77CC9299-6BDD-7F79-2339-DBABBA611AEC}"/>
          </ac:spMkLst>
        </pc:spChg>
        <pc:spChg chg="mod">
          <ac:chgData name="Jamie Bowles" userId="b03588657e1764ed" providerId="LiveId" clId="{8ED2B2C3-C170-4DC1-A3C7-063920288560}" dt="2026-03-13T03:49:10.637" v="4038"/>
          <ac:spMkLst>
            <pc:docMk/>
            <pc:sldMk cId="2546784135" sldId="273"/>
            <ac:spMk id="329" creationId="{A2F3690F-8B4C-0A0C-63E1-05F2888CF3EE}"/>
          </ac:spMkLst>
        </pc:spChg>
        <pc:spChg chg="mod">
          <ac:chgData name="Jamie Bowles" userId="b03588657e1764ed" providerId="LiveId" clId="{8ED2B2C3-C170-4DC1-A3C7-063920288560}" dt="2026-03-13T03:49:10.637" v="4038"/>
          <ac:spMkLst>
            <pc:docMk/>
            <pc:sldMk cId="2546784135" sldId="273"/>
            <ac:spMk id="332" creationId="{7FFC8429-7F52-EB8A-7EC0-5C488F9418AE}"/>
          </ac:spMkLst>
        </pc:spChg>
        <pc:spChg chg="mod">
          <ac:chgData name="Jamie Bowles" userId="b03588657e1764ed" providerId="LiveId" clId="{8ED2B2C3-C170-4DC1-A3C7-063920288560}" dt="2026-03-13T03:49:10.637" v="4038"/>
          <ac:spMkLst>
            <pc:docMk/>
            <pc:sldMk cId="2546784135" sldId="273"/>
            <ac:spMk id="333" creationId="{C898C2D7-5887-D8C2-53A0-DAE98F2AD783}"/>
          </ac:spMkLst>
        </pc:spChg>
        <pc:spChg chg="mod">
          <ac:chgData name="Jamie Bowles" userId="b03588657e1764ed" providerId="LiveId" clId="{8ED2B2C3-C170-4DC1-A3C7-063920288560}" dt="2026-03-13T03:49:10.637" v="4038"/>
          <ac:spMkLst>
            <pc:docMk/>
            <pc:sldMk cId="2546784135" sldId="273"/>
            <ac:spMk id="334" creationId="{49E470DE-6C6C-980A-9F66-455B13D55C44}"/>
          </ac:spMkLst>
        </pc:spChg>
        <pc:spChg chg="mod">
          <ac:chgData name="Jamie Bowles" userId="b03588657e1764ed" providerId="LiveId" clId="{8ED2B2C3-C170-4DC1-A3C7-063920288560}" dt="2026-03-13T03:52:03.488" v="4062"/>
          <ac:spMkLst>
            <pc:docMk/>
            <pc:sldMk cId="2546784135" sldId="273"/>
            <ac:spMk id="364" creationId="{CC1FA011-C9CA-D3C4-3441-D1E27302D790}"/>
          </ac:spMkLst>
        </pc:spChg>
        <pc:spChg chg="mod">
          <ac:chgData name="Jamie Bowles" userId="b03588657e1764ed" providerId="LiveId" clId="{8ED2B2C3-C170-4DC1-A3C7-063920288560}" dt="2026-03-13T03:52:03.488" v="4062"/>
          <ac:spMkLst>
            <pc:docMk/>
            <pc:sldMk cId="2546784135" sldId="273"/>
            <ac:spMk id="372" creationId="{FF4C20AC-B09F-6482-E470-A4ECFA741DB6}"/>
          </ac:spMkLst>
        </pc:spChg>
        <pc:spChg chg="mod">
          <ac:chgData name="Jamie Bowles" userId="b03588657e1764ed" providerId="LiveId" clId="{8ED2B2C3-C170-4DC1-A3C7-063920288560}" dt="2026-03-13T03:52:03.488" v="4062"/>
          <ac:spMkLst>
            <pc:docMk/>
            <pc:sldMk cId="2546784135" sldId="273"/>
            <ac:spMk id="375" creationId="{B9E0C335-2E26-D731-B9EC-BB9397DE64A5}"/>
          </ac:spMkLst>
        </pc:spChg>
        <pc:spChg chg="mod">
          <ac:chgData name="Jamie Bowles" userId="b03588657e1764ed" providerId="LiveId" clId="{8ED2B2C3-C170-4DC1-A3C7-063920288560}" dt="2026-03-13T03:52:03.488" v="4062"/>
          <ac:spMkLst>
            <pc:docMk/>
            <pc:sldMk cId="2546784135" sldId="273"/>
            <ac:spMk id="376" creationId="{C7B90005-DF3F-EE28-E1FA-3897570267E2}"/>
          </ac:spMkLst>
        </pc:spChg>
        <pc:spChg chg="mod">
          <ac:chgData name="Jamie Bowles" userId="b03588657e1764ed" providerId="LiveId" clId="{8ED2B2C3-C170-4DC1-A3C7-063920288560}" dt="2026-03-13T03:52:03.488" v="4062"/>
          <ac:spMkLst>
            <pc:docMk/>
            <pc:sldMk cId="2546784135" sldId="273"/>
            <ac:spMk id="377" creationId="{D3A10989-A421-D90F-42C7-6E6FCA8B76AD}"/>
          </ac:spMkLst>
        </pc:spChg>
        <pc:spChg chg="mod">
          <ac:chgData name="Jamie Bowles" userId="b03588657e1764ed" providerId="LiveId" clId="{8ED2B2C3-C170-4DC1-A3C7-063920288560}" dt="2026-03-13T03:52:23.885" v="4065"/>
          <ac:spMkLst>
            <pc:docMk/>
            <pc:sldMk cId="2546784135" sldId="273"/>
            <ac:spMk id="395" creationId="{C3C08CB6-EB92-2989-8900-03084C8E6495}"/>
          </ac:spMkLst>
        </pc:spChg>
        <pc:spChg chg="mod">
          <ac:chgData name="Jamie Bowles" userId="b03588657e1764ed" providerId="LiveId" clId="{8ED2B2C3-C170-4DC1-A3C7-063920288560}" dt="2026-03-13T03:52:23.885" v="4065"/>
          <ac:spMkLst>
            <pc:docMk/>
            <pc:sldMk cId="2546784135" sldId="273"/>
            <ac:spMk id="403" creationId="{686BF073-0E8F-6C41-FF57-681D7737D109}"/>
          </ac:spMkLst>
        </pc:spChg>
        <pc:spChg chg="mod">
          <ac:chgData name="Jamie Bowles" userId="b03588657e1764ed" providerId="LiveId" clId="{8ED2B2C3-C170-4DC1-A3C7-063920288560}" dt="2026-03-13T03:52:23.885" v="4065"/>
          <ac:spMkLst>
            <pc:docMk/>
            <pc:sldMk cId="2546784135" sldId="273"/>
            <ac:spMk id="406" creationId="{AC42CB2B-59BA-AF83-2742-8D388592E02C}"/>
          </ac:spMkLst>
        </pc:spChg>
        <pc:spChg chg="mod">
          <ac:chgData name="Jamie Bowles" userId="b03588657e1764ed" providerId="LiveId" clId="{8ED2B2C3-C170-4DC1-A3C7-063920288560}" dt="2026-03-13T03:52:23.885" v="4065"/>
          <ac:spMkLst>
            <pc:docMk/>
            <pc:sldMk cId="2546784135" sldId="273"/>
            <ac:spMk id="407" creationId="{DB3B1C18-3DF4-8037-043A-1E2D02CEFCA0}"/>
          </ac:spMkLst>
        </pc:spChg>
        <pc:spChg chg="mod">
          <ac:chgData name="Jamie Bowles" userId="b03588657e1764ed" providerId="LiveId" clId="{8ED2B2C3-C170-4DC1-A3C7-063920288560}" dt="2026-03-13T03:52:23.885" v="4065"/>
          <ac:spMkLst>
            <pc:docMk/>
            <pc:sldMk cId="2546784135" sldId="273"/>
            <ac:spMk id="408" creationId="{E76FC290-F57D-6901-40BF-E53FC35A29C0}"/>
          </ac:spMkLst>
        </pc:spChg>
        <pc:spChg chg="mod">
          <ac:chgData name="Jamie Bowles" userId="b03588657e1764ed" providerId="LiveId" clId="{8ED2B2C3-C170-4DC1-A3C7-063920288560}" dt="2026-03-13T03:53:31.057" v="4111"/>
          <ac:spMkLst>
            <pc:docMk/>
            <pc:sldMk cId="2546784135" sldId="273"/>
            <ac:spMk id="426" creationId="{3A3897BF-CE7E-2B67-5462-41371D05583B}"/>
          </ac:spMkLst>
        </pc:spChg>
        <pc:spChg chg="mod">
          <ac:chgData name="Jamie Bowles" userId="b03588657e1764ed" providerId="LiveId" clId="{8ED2B2C3-C170-4DC1-A3C7-063920288560}" dt="2026-03-13T03:53:31.057" v="4111"/>
          <ac:spMkLst>
            <pc:docMk/>
            <pc:sldMk cId="2546784135" sldId="273"/>
            <ac:spMk id="434" creationId="{39911F9B-A443-6B39-25B9-B5B9EA202C09}"/>
          </ac:spMkLst>
        </pc:spChg>
        <pc:spChg chg="mod">
          <ac:chgData name="Jamie Bowles" userId="b03588657e1764ed" providerId="LiveId" clId="{8ED2B2C3-C170-4DC1-A3C7-063920288560}" dt="2026-03-13T03:53:31.057" v="4111"/>
          <ac:spMkLst>
            <pc:docMk/>
            <pc:sldMk cId="2546784135" sldId="273"/>
            <ac:spMk id="437" creationId="{D4010702-2875-B03C-CDFF-1967D1ADF999}"/>
          </ac:spMkLst>
        </pc:spChg>
        <pc:spChg chg="mod">
          <ac:chgData name="Jamie Bowles" userId="b03588657e1764ed" providerId="LiveId" clId="{8ED2B2C3-C170-4DC1-A3C7-063920288560}" dt="2026-03-13T03:53:31.057" v="4111"/>
          <ac:spMkLst>
            <pc:docMk/>
            <pc:sldMk cId="2546784135" sldId="273"/>
            <ac:spMk id="438" creationId="{09D07F5C-99F5-3FD1-244B-25103DE8C040}"/>
          </ac:spMkLst>
        </pc:spChg>
        <pc:spChg chg="mod">
          <ac:chgData name="Jamie Bowles" userId="b03588657e1764ed" providerId="LiveId" clId="{8ED2B2C3-C170-4DC1-A3C7-063920288560}" dt="2026-03-13T03:53:31.057" v="4111"/>
          <ac:spMkLst>
            <pc:docMk/>
            <pc:sldMk cId="2546784135" sldId="273"/>
            <ac:spMk id="439" creationId="{A7A54F82-F899-D17E-D580-D05FB01C19BD}"/>
          </ac:spMkLst>
        </pc:spChg>
        <pc:spChg chg="mod">
          <ac:chgData name="Jamie Bowles" userId="b03588657e1764ed" providerId="LiveId" clId="{8ED2B2C3-C170-4DC1-A3C7-063920288560}" dt="2026-03-13T03:54:22.221" v="4153"/>
          <ac:spMkLst>
            <pc:docMk/>
            <pc:sldMk cId="2546784135" sldId="273"/>
            <ac:spMk id="457" creationId="{76C88B14-BF26-A59F-3E71-76440327EAA2}"/>
          </ac:spMkLst>
        </pc:spChg>
        <pc:spChg chg="mod">
          <ac:chgData name="Jamie Bowles" userId="b03588657e1764ed" providerId="LiveId" clId="{8ED2B2C3-C170-4DC1-A3C7-063920288560}" dt="2026-03-13T03:54:22.221" v="4153"/>
          <ac:spMkLst>
            <pc:docMk/>
            <pc:sldMk cId="2546784135" sldId="273"/>
            <ac:spMk id="465" creationId="{983F80C9-7FA0-D686-6F29-6ACF8A7E4D5D}"/>
          </ac:spMkLst>
        </pc:spChg>
        <pc:spChg chg="mod">
          <ac:chgData name="Jamie Bowles" userId="b03588657e1764ed" providerId="LiveId" clId="{8ED2B2C3-C170-4DC1-A3C7-063920288560}" dt="2026-03-13T03:54:22.221" v="4153"/>
          <ac:spMkLst>
            <pc:docMk/>
            <pc:sldMk cId="2546784135" sldId="273"/>
            <ac:spMk id="468" creationId="{C1A1BDF0-2987-8F7D-9697-A0B236BBBB26}"/>
          </ac:spMkLst>
        </pc:spChg>
        <pc:spChg chg="mod">
          <ac:chgData name="Jamie Bowles" userId="b03588657e1764ed" providerId="LiveId" clId="{8ED2B2C3-C170-4DC1-A3C7-063920288560}" dt="2026-03-13T03:54:22.221" v="4153"/>
          <ac:spMkLst>
            <pc:docMk/>
            <pc:sldMk cId="2546784135" sldId="273"/>
            <ac:spMk id="469" creationId="{BA02039A-37B6-35C8-8A6D-7C7D67428D36}"/>
          </ac:spMkLst>
        </pc:spChg>
        <pc:spChg chg="mod">
          <ac:chgData name="Jamie Bowles" userId="b03588657e1764ed" providerId="LiveId" clId="{8ED2B2C3-C170-4DC1-A3C7-063920288560}" dt="2026-03-13T03:54:22.221" v="4153"/>
          <ac:spMkLst>
            <pc:docMk/>
            <pc:sldMk cId="2546784135" sldId="273"/>
            <ac:spMk id="470" creationId="{EC67B438-5660-FEB8-AD6A-95D151ED539C}"/>
          </ac:spMkLst>
        </pc:spChg>
        <pc:spChg chg="mod">
          <ac:chgData name="Jamie Bowles" userId="b03588657e1764ed" providerId="LiveId" clId="{8ED2B2C3-C170-4DC1-A3C7-063920288560}" dt="2026-03-13T03:54:42.066" v="4158"/>
          <ac:spMkLst>
            <pc:docMk/>
            <pc:sldMk cId="2546784135" sldId="273"/>
            <ac:spMk id="488" creationId="{DE5C2947-AD25-824B-6735-38778EB68D53}"/>
          </ac:spMkLst>
        </pc:spChg>
        <pc:spChg chg="mod">
          <ac:chgData name="Jamie Bowles" userId="b03588657e1764ed" providerId="LiveId" clId="{8ED2B2C3-C170-4DC1-A3C7-063920288560}" dt="2026-03-13T03:54:42.066" v="4158"/>
          <ac:spMkLst>
            <pc:docMk/>
            <pc:sldMk cId="2546784135" sldId="273"/>
            <ac:spMk id="496" creationId="{7C68619C-5797-924F-BC2A-D321F3F59C49}"/>
          </ac:spMkLst>
        </pc:spChg>
        <pc:spChg chg="mod">
          <ac:chgData name="Jamie Bowles" userId="b03588657e1764ed" providerId="LiveId" clId="{8ED2B2C3-C170-4DC1-A3C7-063920288560}" dt="2026-03-13T03:54:42.066" v="4158"/>
          <ac:spMkLst>
            <pc:docMk/>
            <pc:sldMk cId="2546784135" sldId="273"/>
            <ac:spMk id="499" creationId="{C55F2C70-AB12-C031-3BE8-AD6357B0616F}"/>
          </ac:spMkLst>
        </pc:spChg>
        <pc:spChg chg="mod">
          <ac:chgData name="Jamie Bowles" userId="b03588657e1764ed" providerId="LiveId" clId="{8ED2B2C3-C170-4DC1-A3C7-063920288560}" dt="2026-03-13T03:54:42.066" v="4158"/>
          <ac:spMkLst>
            <pc:docMk/>
            <pc:sldMk cId="2546784135" sldId="273"/>
            <ac:spMk id="500" creationId="{546B4D47-09C8-8758-51C4-EF3836541188}"/>
          </ac:spMkLst>
        </pc:spChg>
        <pc:spChg chg="mod">
          <ac:chgData name="Jamie Bowles" userId="b03588657e1764ed" providerId="LiveId" clId="{8ED2B2C3-C170-4DC1-A3C7-063920288560}" dt="2026-03-13T03:54:42.066" v="4158"/>
          <ac:spMkLst>
            <pc:docMk/>
            <pc:sldMk cId="2546784135" sldId="273"/>
            <ac:spMk id="501" creationId="{D0BA0E92-2CF9-1EE6-0150-4EBDE1A9F70A}"/>
          </ac:spMkLst>
        </pc:spChg>
        <pc:spChg chg="add mod">
          <ac:chgData name="Jamie Bowles" userId="b03588657e1764ed" providerId="LiveId" clId="{8ED2B2C3-C170-4DC1-A3C7-063920288560}" dt="2026-03-13T03:55:26.817" v="4164" actId="1076"/>
          <ac:spMkLst>
            <pc:docMk/>
            <pc:sldMk cId="2546784135" sldId="273"/>
            <ac:spMk id="504" creationId="{481AC234-DDEB-31F5-8A44-2CFE6D0DCE8D}"/>
          </ac:spMkLst>
        </pc:spChg>
        <pc:spChg chg="mod">
          <ac:chgData name="Jamie Bowles" userId="b03588657e1764ed" providerId="LiveId" clId="{8ED2B2C3-C170-4DC1-A3C7-063920288560}" dt="2026-03-13T03:55:32.495" v="4165"/>
          <ac:spMkLst>
            <pc:docMk/>
            <pc:sldMk cId="2546784135" sldId="273"/>
            <ac:spMk id="520" creationId="{9EC365BF-8C3F-0117-00F7-0A4912FCDCBB}"/>
          </ac:spMkLst>
        </pc:spChg>
        <pc:spChg chg="mod">
          <ac:chgData name="Jamie Bowles" userId="b03588657e1764ed" providerId="LiveId" clId="{8ED2B2C3-C170-4DC1-A3C7-063920288560}" dt="2026-03-13T03:55:32.495" v="4165"/>
          <ac:spMkLst>
            <pc:docMk/>
            <pc:sldMk cId="2546784135" sldId="273"/>
            <ac:spMk id="528" creationId="{F5528BF9-FD8C-0CB1-75B5-1C53EF8FF233}"/>
          </ac:spMkLst>
        </pc:spChg>
        <pc:spChg chg="mod">
          <ac:chgData name="Jamie Bowles" userId="b03588657e1764ed" providerId="LiveId" clId="{8ED2B2C3-C170-4DC1-A3C7-063920288560}" dt="2026-03-13T03:55:32.495" v="4165"/>
          <ac:spMkLst>
            <pc:docMk/>
            <pc:sldMk cId="2546784135" sldId="273"/>
            <ac:spMk id="531" creationId="{69794A9A-14A5-06C4-BCF5-B902001E5981}"/>
          </ac:spMkLst>
        </pc:spChg>
        <pc:spChg chg="mod">
          <ac:chgData name="Jamie Bowles" userId="b03588657e1764ed" providerId="LiveId" clId="{8ED2B2C3-C170-4DC1-A3C7-063920288560}" dt="2026-03-13T03:55:32.495" v="4165"/>
          <ac:spMkLst>
            <pc:docMk/>
            <pc:sldMk cId="2546784135" sldId="273"/>
            <ac:spMk id="532" creationId="{82D27715-E4EF-C562-EE17-B763383A50F0}"/>
          </ac:spMkLst>
        </pc:spChg>
        <pc:spChg chg="mod">
          <ac:chgData name="Jamie Bowles" userId="b03588657e1764ed" providerId="LiveId" clId="{8ED2B2C3-C170-4DC1-A3C7-063920288560}" dt="2026-03-13T03:55:32.495" v="4165"/>
          <ac:spMkLst>
            <pc:docMk/>
            <pc:sldMk cId="2546784135" sldId="273"/>
            <ac:spMk id="533" creationId="{586D4A04-91F7-7F8C-8DF3-6142066376C3}"/>
          </ac:spMkLst>
        </pc:spChg>
        <pc:spChg chg="add mod">
          <ac:chgData name="Jamie Bowles" userId="b03588657e1764ed" providerId="LiveId" clId="{8ED2B2C3-C170-4DC1-A3C7-063920288560}" dt="2026-03-13T04:44:36.562" v="4185" actId="1035"/>
          <ac:spMkLst>
            <pc:docMk/>
            <pc:sldMk cId="2546784135" sldId="273"/>
            <ac:spMk id="536" creationId="{ABEED711-23B0-3A35-DAB4-4220C27EC2FB}"/>
          </ac:spMkLst>
        </pc:spChg>
        <pc:grpChg chg="mod">
          <ac:chgData name="Jamie Bowles" userId="b03588657e1764ed" providerId="LiveId" clId="{8ED2B2C3-C170-4DC1-A3C7-063920288560}" dt="2026-03-13T03:46:09.517" v="3988" actId="165"/>
          <ac:grpSpMkLst>
            <pc:docMk/>
            <pc:sldMk cId="2546784135" sldId="273"/>
            <ac:grpSpMk id="2" creationId="{BFF998D1-0C25-4784-60F4-A575C0892C84}"/>
          </ac:grpSpMkLst>
        </pc:grpChg>
        <pc:grpChg chg="del">
          <ac:chgData name="Jamie Bowles" userId="b03588657e1764ed" providerId="LiveId" clId="{8ED2B2C3-C170-4DC1-A3C7-063920288560}" dt="2026-03-13T03:46:09.517" v="3988" actId="165"/>
          <ac:grpSpMkLst>
            <pc:docMk/>
            <pc:sldMk cId="2546784135" sldId="273"/>
            <ac:grpSpMk id="3" creationId="{FA83B750-89D6-B4E8-A02A-AA2A2DDD2AD8}"/>
          </ac:grpSpMkLst>
        </pc:grpChg>
        <pc:grpChg chg="add mod">
          <ac:chgData name="Jamie Bowles" userId="b03588657e1764ed" providerId="LiveId" clId="{8ED2B2C3-C170-4DC1-A3C7-063920288560}" dt="2026-03-13T04:44:14.221" v="4179" actId="1036"/>
          <ac:grpSpMkLst>
            <pc:docMk/>
            <pc:sldMk cId="2546784135" sldId="273"/>
            <ac:grpSpMk id="4" creationId="{6CED5A89-5B85-BA49-93AF-DB23ED66047B}"/>
          </ac:grpSpMkLst>
        </pc:grpChg>
        <pc:grpChg chg="add mod">
          <ac:chgData name="Jamie Bowles" userId="b03588657e1764ed" providerId="LiveId" clId="{8ED2B2C3-C170-4DC1-A3C7-063920288560}" dt="2026-03-13T04:44:19.661" v="4180" actId="1036"/>
          <ac:grpSpMkLst>
            <pc:docMk/>
            <pc:sldMk cId="2546784135" sldId="273"/>
            <ac:grpSpMk id="5" creationId="{13D344CF-22DE-F14D-67F5-5852B5B261D0}"/>
          </ac:grpSpMkLst>
        </pc:grpChg>
        <pc:grpChg chg="mod">
          <ac:chgData name="Jamie Bowles" userId="b03588657e1764ed" providerId="LiveId" clId="{8ED2B2C3-C170-4DC1-A3C7-063920288560}" dt="2026-03-13T03:46:26.585" v="3990"/>
          <ac:grpSpMkLst>
            <pc:docMk/>
            <pc:sldMk cId="2546784135" sldId="273"/>
            <ac:grpSpMk id="6" creationId="{0BFF76A4-80F5-3BB6-809B-C6EA983261B1}"/>
          </ac:grpSpMkLst>
        </pc:grpChg>
        <pc:grpChg chg="mod">
          <ac:chgData name="Jamie Bowles" userId="b03588657e1764ed" providerId="LiveId" clId="{8ED2B2C3-C170-4DC1-A3C7-063920288560}" dt="2026-03-13T03:46:26.585" v="3990"/>
          <ac:grpSpMkLst>
            <pc:docMk/>
            <pc:sldMk cId="2546784135" sldId="273"/>
            <ac:grpSpMk id="19" creationId="{220763BA-2A7A-7EB4-7F6F-0FBC58E6072C}"/>
          </ac:grpSpMkLst>
        </pc:grpChg>
        <pc:grpChg chg="mod">
          <ac:chgData name="Jamie Bowles" userId="b03588657e1764ed" providerId="LiveId" clId="{8ED2B2C3-C170-4DC1-A3C7-063920288560}" dt="2026-03-13T03:46:26.585" v="3990"/>
          <ac:grpSpMkLst>
            <pc:docMk/>
            <pc:sldMk cId="2546784135" sldId="273"/>
            <ac:grpSpMk id="21" creationId="{B417F239-979B-0261-0D64-72D8CC26DAD2}"/>
          </ac:grpSpMkLst>
        </pc:grpChg>
        <pc:grpChg chg="add mod">
          <ac:chgData name="Jamie Bowles" userId="b03588657e1764ed" providerId="LiveId" clId="{8ED2B2C3-C170-4DC1-A3C7-063920288560}" dt="2026-03-13T03:48:26.964" v="4027" actId="1037"/>
          <ac:grpSpMkLst>
            <pc:docMk/>
            <pc:sldMk cId="2546784135" sldId="273"/>
            <ac:grpSpMk id="36" creationId="{1EC0E6BA-1BFD-F555-1845-1D518E7BBACC}"/>
          </ac:grpSpMkLst>
        </pc:grpChg>
        <pc:grpChg chg="mod">
          <ac:chgData name="Jamie Bowles" userId="b03588657e1764ed" providerId="LiveId" clId="{8ED2B2C3-C170-4DC1-A3C7-063920288560}" dt="2026-03-13T03:46:56.064" v="4002"/>
          <ac:grpSpMkLst>
            <pc:docMk/>
            <pc:sldMk cId="2546784135" sldId="273"/>
            <ac:grpSpMk id="37" creationId="{A39B6117-36E6-A976-8227-00C874306B44}"/>
          </ac:grpSpMkLst>
        </pc:grpChg>
        <pc:grpChg chg="mod">
          <ac:chgData name="Jamie Bowles" userId="b03588657e1764ed" providerId="LiveId" clId="{8ED2B2C3-C170-4DC1-A3C7-063920288560}" dt="2026-03-13T03:46:56.064" v="4002"/>
          <ac:grpSpMkLst>
            <pc:docMk/>
            <pc:sldMk cId="2546784135" sldId="273"/>
            <ac:grpSpMk id="50" creationId="{7CD93B28-B5F8-93F4-5557-2704AFD90287}"/>
          </ac:grpSpMkLst>
        </pc:grpChg>
        <pc:grpChg chg="mod">
          <ac:chgData name="Jamie Bowles" userId="b03588657e1764ed" providerId="LiveId" clId="{8ED2B2C3-C170-4DC1-A3C7-063920288560}" dt="2026-03-13T03:46:56.064" v="4002"/>
          <ac:grpSpMkLst>
            <pc:docMk/>
            <pc:sldMk cId="2546784135" sldId="273"/>
            <ac:grpSpMk id="52" creationId="{141759CE-E42A-45C2-0B33-0F3455AC0D4D}"/>
          </ac:grpSpMkLst>
        </pc:grpChg>
        <pc:grpChg chg="add mod">
          <ac:chgData name="Jamie Bowles" userId="b03588657e1764ed" providerId="LiveId" clId="{8ED2B2C3-C170-4DC1-A3C7-063920288560}" dt="2026-03-13T03:48:33.555" v="4028" actId="1038"/>
          <ac:grpSpMkLst>
            <pc:docMk/>
            <pc:sldMk cId="2546784135" sldId="273"/>
            <ac:grpSpMk id="131" creationId="{CEEEEF30-6096-FEFE-EF1D-9BC83C603107}"/>
          </ac:grpSpMkLst>
        </pc:grpChg>
        <pc:grpChg chg="mod">
          <ac:chgData name="Jamie Bowles" userId="b03588657e1764ed" providerId="LiveId" clId="{8ED2B2C3-C170-4DC1-A3C7-063920288560}" dt="2026-03-13T03:47:23.638" v="4010"/>
          <ac:grpSpMkLst>
            <pc:docMk/>
            <pc:sldMk cId="2546784135" sldId="273"/>
            <ac:grpSpMk id="132" creationId="{E6E8AAB8-1D41-E131-39E9-7070FF21A6B5}"/>
          </ac:grpSpMkLst>
        </pc:grpChg>
        <pc:grpChg chg="mod">
          <ac:chgData name="Jamie Bowles" userId="b03588657e1764ed" providerId="LiveId" clId="{8ED2B2C3-C170-4DC1-A3C7-063920288560}" dt="2026-03-13T03:46:09.517" v="3988" actId="165"/>
          <ac:grpSpMkLst>
            <pc:docMk/>
            <pc:sldMk cId="2546784135" sldId="273"/>
            <ac:grpSpMk id="146" creationId="{80586305-1336-B878-25A9-70F592E2514D}"/>
          </ac:grpSpMkLst>
        </pc:grpChg>
        <pc:grpChg chg="mod">
          <ac:chgData name="Jamie Bowles" userId="b03588657e1764ed" providerId="LiveId" clId="{8ED2B2C3-C170-4DC1-A3C7-063920288560}" dt="2026-03-13T03:47:23.638" v="4010"/>
          <ac:grpSpMkLst>
            <pc:docMk/>
            <pc:sldMk cId="2546784135" sldId="273"/>
            <ac:grpSpMk id="150" creationId="{74C12537-BFA0-08B9-EE48-5121BEB2AE10}"/>
          </ac:grpSpMkLst>
        </pc:grpChg>
        <pc:grpChg chg="mod">
          <ac:chgData name="Jamie Bowles" userId="b03588657e1764ed" providerId="LiveId" clId="{8ED2B2C3-C170-4DC1-A3C7-063920288560}" dt="2026-03-13T03:47:23.638" v="4010"/>
          <ac:grpSpMkLst>
            <pc:docMk/>
            <pc:sldMk cId="2546784135" sldId="273"/>
            <ac:grpSpMk id="152" creationId="{2949AB33-F642-694F-3DDF-A2BA7FF26B6F}"/>
          </ac:grpSpMkLst>
        </pc:grpChg>
        <pc:grpChg chg="add mod">
          <ac:chgData name="Jamie Bowles" userId="b03588657e1764ed" providerId="LiveId" clId="{8ED2B2C3-C170-4DC1-A3C7-063920288560}" dt="2026-03-13T03:48:07.542" v="4021" actId="1036"/>
          <ac:grpSpMkLst>
            <pc:docMk/>
            <pc:sldMk cId="2546784135" sldId="273"/>
            <ac:grpSpMk id="168" creationId="{7A85B0CE-6298-31F2-47C6-B5EAE41D39F8}"/>
          </ac:grpSpMkLst>
        </pc:grpChg>
        <pc:grpChg chg="mod">
          <ac:chgData name="Jamie Bowles" userId="b03588657e1764ed" providerId="LiveId" clId="{8ED2B2C3-C170-4DC1-A3C7-063920288560}" dt="2026-03-13T03:47:40.742" v="4012"/>
          <ac:grpSpMkLst>
            <pc:docMk/>
            <pc:sldMk cId="2546784135" sldId="273"/>
            <ac:grpSpMk id="169" creationId="{A4DB9565-4F56-1D2E-6BC9-29F7186DE138}"/>
          </ac:grpSpMkLst>
        </pc:grpChg>
        <pc:grpChg chg="mod">
          <ac:chgData name="Jamie Bowles" userId="b03588657e1764ed" providerId="LiveId" clId="{8ED2B2C3-C170-4DC1-A3C7-063920288560}" dt="2026-03-13T03:47:40.742" v="4012"/>
          <ac:grpSpMkLst>
            <pc:docMk/>
            <pc:sldMk cId="2546784135" sldId="273"/>
            <ac:grpSpMk id="187" creationId="{DC9172C3-3F2D-4037-B147-2DC01A4C56C4}"/>
          </ac:grpSpMkLst>
        </pc:grpChg>
        <pc:grpChg chg="mod">
          <ac:chgData name="Jamie Bowles" userId="b03588657e1764ed" providerId="LiveId" clId="{8ED2B2C3-C170-4DC1-A3C7-063920288560}" dt="2026-03-13T03:47:40.742" v="4012"/>
          <ac:grpSpMkLst>
            <pc:docMk/>
            <pc:sldMk cId="2546784135" sldId="273"/>
            <ac:grpSpMk id="189" creationId="{ED5AAEBD-22F5-EB86-793A-2F59218EB7C3}"/>
          </ac:grpSpMkLst>
        </pc:grpChg>
        <pc:grpChg chg="add mod">
          <ac:chgData name="Jamie Bowles" userId="b03588657e1764ed" providerId="LiveId" clId="{8ED2B2C3-C170-4DC1-A3C7-063920288560}" dt="2026-03-13T03:53:20.404" v="4110" actId="1035"/>
          <ac:grpSpMkLst>
            <pc:docMk/>
            <pc:sldMk cId="2546784135" sldId="273"/>
            <ac:grpSpMk id="207" creationId="{F324808B-3FB8-929F-FB5F-8A6A8B462503}"/>
          </ac:grpSpMkLst>
        </pc:grpChg>
        <pc:grpChg chg="mod">
          <ac:chgData name="Jamie Bowles" userId="b03588657e1764ed" providerId="LiveId" clId="{8ED2B2C3-C170-4DC1-A3C7-063920288560}" dt="2026-03-13T03:48:41.112" v="4029"/>
          <ac:grpSpMkLst>
            <pc:docMk/>
            <pc:sldMk cId="2546784135" sldId="273"/>
            <ac:grpSpMk id="208" creationId="{E301ED3A-66EE-D9B0-3DE8-F9FE94C61ED2}"/>
          </ac:grpSpMkLst>
        </pc:grpChg>
        <pc:grpChg chg="mod">
          <ac:chgData name="Jamie Bowles" userId="b03588657e1764ed" providerId="LiveId" clId="{8ED2B2C3-C170-4DC1-A3C7-063920288560}" dt="2026-03-13T03:48:41.112" v="4029"/>
          <ac:grpSpMkLst>
            <pc:docMk/>
            <pc:sldMk cId="2546784135" sldId="273"/>
            <ac:grpSpMk id="223" creationId="{8E1919BD-3007-1CB8-40F6-B04E6B0D6F4D}"/>
          </ac:grpSpMkLst>
        </pc:grpChg>
        <pc:grpChg chg="mod">
          <ac:chgData name="Jamie Bowles" userId="b03588657e1764ed" providerId="LiveId" clId="{8ED2B2C3-C170-4DC1-A3C7-063920288560}" dt="2026-03-13T03:48:41.112" v="4029"/>
          <ac:grpSpMkLst>
            <pc:docMk/>
            <pc:sldMk cId="2546784135" sldId="273"/>
            <ac:grpSpMk id="225" creationId="{4FEA70B0-113F-321E-2A25-5DC13D0F5001}"/>
          </ac:grpSpMkLst>
        </pc:grpChg>
        <pc:grpChg chg="mod topLvl">
          <ac:chgData name="Jamie Bowles" userId="b03588657e1764ed" providerId="LiveId" clId="{8ED2B2C3-C170-4DC1-A3C7-063920288560}" dt="2026-03-13T03:46:22.073" v="3989" actId="164"/>
          <ac:grpSpMkLst>
            <pc:docMk/>
            <pc:sldMk cId="2546784135" sldId="273"/>
            <ac:grpSpMk id="235" creationId="{93500934-A50F-E606-54B9-474459C10468}"/>
          </ac:grpSpMkLst>
        </pc:grpChg>
        <pc:grpChg chg="add mod">
          <ac:chgData name="Jamie Bowles" userId="b03588657e1764ed" providerId="LiveId" clId="{8ED2B2C3-C170-4DC1-A3C7-063920288560}" dt="2026-03-13T03:53:11.717" v="4108" actId="1035"/>
          <ac:grpSpMkLst>
            <pc:docMk/>
            <pc:sldMk cId="2546784135" sldId="273"/>
            <ac:grpSpMk id="242" creationId="{80735BD3-19B5-3A4F-0B7F-11660DD50CE1}"/>
          </ac:grpSpMkLst>
        </pc:grpChg>
        <pc:grpChg chg="mod">
          <ac:chgData name="Jamie Bowles" userId="b03588657e1764ed" providerId="LiveId" clId="{8ED2B2C3-C170-4DC1-A3C7-063920288560}" dt="2026-03-13T03:49:10.637" v="4038"/>
          <ac:grpSpMkLst>
            <pc:docMk/>
            <pc:sldMk cId="2546784135" sldId="273"/>
            <ac:grpSpMk id="243" creationId="{47036CCF-27B8-4647-753B-3DF6927BEB13}"/>
          </ac:grpSpMkLst>
        </pc:grpChg>
        <pc:grpChg chg="mod">
          <ac:chgData name="Jamie Bowles" userId="b03588657e1764ed" providerId="LiveId" clId="{8ED2B2C3-C170-4DC1-A3C7-063920288560}" dt="2026-03-13T03:49:10.637" v="4038"/>
          <ac:grpSpMkLst>
            <pc:docMk/>
            <pc:sldMk cId="2546784135" sldId="273"/>
            <ac:grpSpMk id="320" creationId="{538F3149-7965-8DF3-244C-49F674B9FE5B}"/>
          </ac:grpSpMkLst>
        </pc:grpChg>
        <pc:grpChg chg="mod">
          <ac:chgData name="Jamie Bowles" userId="b03588657e1764ed" providerId="LiveId" clId="{8ED2B2C3-C170-4DC1-A3C7-063920288560}" dt="2026-03-13T03:49:10.637" v="4038"/>
          <ac:grpSpMkLst>
            <pc:docMk/>
            <pc:sldMk cId="2546784135" sldId="273"/>
            <ac:grpSpMk id="322" creationId="{46AE015B-9440-2045-6FED-288E78F7D4DC}"/>
          </ac:grpSpMkLst>
        </pc:grpChg>
        <pc:grpChg chg="add mod">
          <ac:chgData name="Jamie Bowles" userId="b03588657e1764ed" providerId="LiveId" clId="{8ED2B2C3-C170-4DC1-A3C7-063920288560}" dt="2026-03-13T03:53:15.731" v="4109" actId="1035"/>
          <ac:grpSpMkLst>
            <pc:docMk/>
            <pc:sldMk cId="2546784135" sldId="273"/>
            <ac:grpSpMk id="337" creationId="{CC97D01D-29DB-D043-0699-435D9961894B}"/>
          </ac:grpSpMkLst>
        </pc:grpChg>
        <pc:grpChg chg="mod">
          <ac:chgData name="Jamie Bowles" userId="b03588657e1764ed" providerId="LiveId" clId="{8ED2B2C3-C170-4DC1-A3C7-063920288560}" dt="2026-03-13T03:52:03.488" v="4062"/>
          <ac:grpSpMkLst>
            <pc:docMk/>
            <pc:sldMk cId="2546784135" sldId="273"/>
            <ac:grpSpMk id="338" creationId="{1E90DEAD-CB20-766E-0B9C-805642B5A574}"/>
          </ac:grpSpMkLst>
        </pc:grpChg>
        <pc:grpChg chg="mod">
          <ac:chgData name="Jamie Bowles" userId="b03588657e1764ed" providerId="LiveId" clId="{8ED2B2C3-C170-4DC1-A3C7-063920288560}" dt="2026-03-13T03:52:03.488" v="4062"/>
          <ac:grpSpMkLst>
            <pc:docMk/>
            <pc:sldMk cId="2546784135" sldId="273"/>
            <ac:grpSpMk id="363" creationId="{2A95CE4C-D601-38FC-4537-8B339A0CBEEA}"/>
          </ac:grpSpMkLst>
        </pc:grpChg>
        <pc:grpChg chg="mod">
          <ac:chgData name="Jamie Bowles" userId="b03588657e1764ed" providerId="LiveId" clId="{8ED2B2C3-C170-4DC1-A3C7-063920288560}" dt="2026-03-13T03:52:03.488" v="4062"/>
          <ac:grpSpMkLst>
            <pc:docMk/>
            <pc:sldMk cId="2546784135" sldId="273"/>
            <ac:grpSpMk id="365" creationId="{2BFD5A03-3F6B-DCAE-ACC9-34A7A8AD31CF}"/>
          </ac:grpSpMkLst>
        </pc:grpChg>
        <pc:grpChg chg="add mod">
          <ac:chgData name="Jamie Bowles" userId="b03588657e1764ed" providerId="LiveId" clId="{8ED2B2C3-C170-4DC1-A3C7-063920288560}" dt="2026-03-13T03:52:58.311" v="4107" actId="1035"/>
          <ac:grpSpMkLst>
            <pc:docMk/>
            <pc:sldMk cId="2546784135" sldId="273"/>
            <ac:grpSpMk id="380" creationId="{397E7D09-5592-87D3-4C28-7E38E171697D}"/>
          </ac:grpSpMkLst>
        </pc:grpChg>
        <pc:grpChg chg="mod">
          <ac:chgData name="Jamie Bowles" userId="b03588657e1764ed" providerId="LiveId" clId="{8ED2B2C3-C170-4DC1-A3C7-063920288560}" dt="2026-03-13T03:52:23.885" v="4065"/>
          <ac:grpSpMkLst>
            <pc:docMk/>
            <pc:sldMk cId="2546784135" sldId="273"/>
            <ac:grpSpMk id="381" creationId="{0CD9B883-36DD-7D86-A90F-B99C7FEC5FBF}"/>
          </ac:grpSpMkLst>
        </pc:grpChg>
        <pc:grpChg chg="mod">
          <ac:chgData name="Jamie Bowles" userId="b03588657e1764ed" providerId="LiveId" clId="{8ED2B2C3-C170-4DC1-A3C7-063920288560}" dt="2026-03-13T03:52:23.885" v="4065"/>
          <ac:grpSpMkLst>
            <pc:docMk/>
            <pc:sldMk cId="2546784135" sldId="273"/>
            <ac:grpSpMk id="394" creationId="{338351B5-49FF-F535-055E-713FFEE19568}"/>
          </ac:grpSpMkLst>
        </pc:grpChg>
        <pc:grpChg chg="mod">
          <ac:chgData name="Jamie Bowles" userId="b03588657e1764ed" providerId="LiveId" clId="{8ED2B2C3-C170-4DC1-A3C7-063920288560}" dt="2026-03-13T03:52:23.885" v="4065"/>
          <ac:grpSpMkLst>
            <pc:docMk/>
            <pc:sldMk cId="2546784135" sldId="273"/>
            <ac:grpSpMk id="396" creationId="{C0EBC084-1D86-4427-D934-5BB695DBB361}"/>
          </ac:grpSpMkLst>
        </pc:grpChg>
        <pc:grpChg chg="add mod">
          <ac:chgData name="Jamie Bowles" userId="b03588657e1764ed" providerId="LiveId" clId="{8ED2B2C3-C170-4DC1-A3C7-063920288560}" dt="2026-03-13T03:53:56.941" v="4152" actId="1036"/>
          <ac:grpSpMkLst>
            <pc:docMk/>
            <pc:sldMk cId="2546784135" sldId="273"/>
            <ac:grpSpMk id="411" creationId="{2F5932D5-DCE6-47AE-8C8C-464359FD3ACD}"/>
          </ac:grpSpMkLst>
        </pc:grpChg>
        <pc:grpChg chg="mod">
          <ac:chgData name="Jamie Bowles" userId="b03588657e1764ed" providerId="LiveId" clId="{8ED2B2C3-C170-4DC1-A3C7-063920288560}" dt="2026-03-13T03:53:31.057" v="4111"/>
          <ac:grpSpMkLst>
            <pc:docMk/>
            <pc:sldMk cId="2546784135" sldId="273"/>
            <ac:grpSpMk id="412" creationId="{C0E00950-4020-BDCF-4689-8076D777D02A}"/>
          </ac:grpSpMkLst>
        </pc:grpChg>
        <pc:grpChg chg="mod">
          <ac:chgData name="Jamie Bowles" userId="b03588657e1764ed" providerId="LiveId" clId="{8ED2B2C3-C170-4DC1-A3C7-063920288560}" dt="2026-03-13T03:53:31.057" v="4111"/>
          <ac:grpSpMkLst>
            <pc:docMk/>
            <pc:sldMk cId="2546784135" sldId="273"/>
            <ac:grpSpMk id="425" creationId="{C2E3E693-3492-B9DE-22EB-1208C7840215}"/>
          </ac:grpSpMkLst>
        </pc:grpChg>
        <pc:grpChg chg="mod">
          <ac:chgData name="Jamie Bowles" userId="b03588657e1764ed" providerId="LiveId" clId="{8ED2B2C3-C170-4DC1-A3C7-063920288560}" dt="2026-03-13T03:53:31.057" v="4111"/>
          <ac:grpSpMkLst>
            <pc:docMk/>
            <pc:sldMk cId="2546784135" sldId="273"/>
            <ac:grpSpMk id="427" creationId="{96116714-ECC7-5758-FA18-1F47B27203FC}"/>
          </ac:grpSpMkLst>
        </pc:grpChg>
        <pc:grpChg chg="add mod">
          <ac:chgData name="Jamie Bowles" userId="b03588657e1764ed" providerId="LiveId" clId="{8ED2B2C3-C170-4DC1-A3C7-063920288560}" dt="2026-03-13T03:54:30.798" v="4157" actId="1036"/>
          <ac:grpSpMkLst>
            <pc:docMk/>
            <pc:sldMk cId="2546784135" sldId="273"/>
            <ac:grpSpMk id="442" creationId="{02C88E32-FF14-7618-87EE-1CB2AB4AE28D}"/>
          </ac:grpSpMkLst>
        </pc:grpChg>
        <pc:grpChg chg="mod">
          <ac:chgData name="Jamie Bowles" userId="b03588657e1764ed" providerId="LiveId" clId="{8ED2B2C3-C170-4DC1-A3C7-063920288560}" dt="2026-03-13T03:54:22.221" v="4153"/>
          <ac:grpSpMkLst>
            <pc:docMk/>
            <pc:sldMk cId="2546784135" sldId="273"/>
            <ac:grpSpMk id="443" creationId="{556B6AC2-CB30-64C1-4382-E20C853D449B}"/>
          </ac:grpSpMkLst>
        </pc:grpChg>
        <pc:grpChg chg="mod">
          <ac:chgData name="Jamie Bowles" userId="b03588657e1764ed" providerId="LiveId" clId="{8ED2B2C3-C170-4DC1-A3C7-063920288560}" dt="2026-03-13T03:54:22.221" v="4153"/>
          <ac:grpSpMkLst>
            <pc:docMk/>
            <pc:sldMk cId="2546784135" sldId="273"/>
            <ac:grpSpMk id="456" creationId="{3C3D19BC-FF6A-9734-1ED1-C729ACFEE722}"/>
          </ac:grpSpMkLst>
        </pc:grpChg>
        <pc:grpChg chg="mod">
          <ac:chgData name="Jamie Bowles" userId="b03588657e1764ed" providerId="LiveId" clId="{8ED2B2C3-C170-4DC1-A3C7-063920288560}" dt="2026-03-13T03:54:22.221" v="4153"/>
          <ac:grpSpMkLst>
            <pc:docMk/>
            <pc:sldMk cId="2546784135" sldId="273"/>
            <ac:grpSpMk id="458" creationId="{97071C05-353E-43DA-C9C5-9051E8C11767}"/>
          </ac:grpSpMkLst>
        </pc:grpChg>
        <pc:grpChg chg="add mod">
          <ac:chgData name="Jamie Bowles" userId="b03588657e1764ed" providerId="LiveId" clId="{8ED2B2C3-C170-4DC1-A3C7-063920288560}" dt="2026-03-13T03:54:53.409" v="4161" actId="1036"/>
          <ac:grpSpMkLst>
            <pc:docMk/>
            <pc:sldMk cId="2546784135" sldId="273"/>
            <ac:grpSpMk id="473" creationId="{616760AB-5320-2DD6-1EB4-89730B8235EA}"/>
          </ac:grpSpMkLst>
        </pc:grpChg>
        <pc:grpChg chg="mod">
          <ac:chgData name="Jamie Bowles" userId="b03588657e1764ed" providerId="LiveId" clId="{8ED2B2C3-C170-4DC1-A3C7-063920288560}" dt="2026-03-13T03:54:42.066" v="4158"/>
          <ac:grpSpMkLst>
            <pc:docMk/>
            <pc:sldMk cId="2546784135" sldId="273"/>
            <ac:grpSpMk id="474" creationId="{CF8D1A2A-B587-E922-833B-FB89EB0ED955}"/>
          </ac:grpSpMkLst>
        </pc:grpChg>
        <pc:grpChg chg="mod">
          <ac:chgData name="Jamie Bowles" userId="b03588657e1764ed" providerId="LiveId" clId="{8ED2B2C3-C170-4DC1-A3C7-063920288560}" dt="2026-03-13T03:54:42.066" v="4158"/>
          <ac:grpSpMkLst>
            <pc:docMk/>
            <pc:sldMk cId="2546784135" sldId="273"/>
            <ac:grpSpMk id="487" creationId="{6EE5E3F3-4744-F9B8-42DE-CAA75C5463B2}"/>
          </ac:grpSpMkLst>
        </pc:grpChg>
        <pc:grpChg chg="mod">
          <ac:chgData name="Jamie Bowles" userId="b03588657e1764ed" providerId="LiveId" clId="{8ED2B2C3-C170-4DC1-A3C7-063920288560}" dt="2026-03-13T03:54:42.066" v="4158"/>
          <ac:grpSpMkLst>
            <pc:docMk/>
            <pc:sldMk cId="2546784135" sldId="273"/>
            <ac:grpSpMk id="489" creationId="{E2BC1859-C626-E192-B482-1AC92AE8A290}"/>
          </ac:grpSpMkLst>
        </pc:grpChg>
        <pc:grpChg chg="add mod">
          <ac:chgData name="Jamie Bowles" userId="b03588657e1764ed" providerId="LiveId" clId="{8ED2B2C3-C170-4DC1-A3C7-063920288560}" dt="2026-03-13T04:44:23.481" v="4181" actId="1036"/>
          <ac:grpSpMkLst>
            <pc:docMk/>
            <pc:sldMk cId="2546784135" sldId="273"/>
            <ac:grpSpMk id="505" creationId="{DF158904-C574-FE03-9BF7-504CDE4D27C4}"/>
          </ac:grpSpMkLst>
        </pc:grpChg>
        <pc:grpChg chg="mod">
          <ac:chgData name="Jamie Bowles" userId="b03588657e1764ed" providerId="LiveId" clId="{8ED2B2C3-C170-4DC1-A3C7-063920288560}" dt="2026-03-13T03:55:32.495" v="4165"/>
          <ac:grpSpMkLst>
            <pc:docMk/>
            <pc:sldMk cId="2546784135" sldId="273"/>
            <ac:grpSpMk id="506" creationId="{B1545218-4857-BC3C-59FD-EE8E4CB427BA}"/>
          </ac:grpSpMkLst>
        </pc:grpChg>
        <pc:grpChg chg="mod">
          <ac:chgData name="Jamie Bowles" userId="b03588657e1764ed" providerId="LiveId" clId="{8ED2B2C3-C170-4DC1-A3C7-063920288560}" dt="2026-03-13T03:55:32.495" v="4165"/>
          <ac:grpSpMkLst>
            <pc:docMk/>
            <pc:sldMk cId="2546784135" sldId="273"/>
            <ac:grpSpMk id="519" creationId="{7EA81ADD-395F-E7D4-4EFB-4B130636D1CA}"/>
          </ac:grpSpMkLst>
        </pc:grpChg>
        <pc:grpChg chg="mod">
          <ac:chgData name="Jamie Bowles" userId="b03588657e1764ed" providerId="LiveId" clId="{8ED2B2C3-C170-4DC1-A3C7-063920288560}" dt="2026-03-13T03:55:32.495" v="4165"/>
          <ac:grpSpMkLst>
            <pc:docMk/>
            <pc:sldMk cId="2546784135" sldId="273"/>
            <ac:grpSpMk id="521" creationId="{B756984E-628B-EB82-5BB4-A29CFECFEB0E}"/>
          </ac:grpSpMkLst>
        </pc:grpChg>
        <pc:cxnChg chg="mod">
          <ac:chgData name="Jamie Bowles" userId="b03588657e1764ed" providerId="LiveId" clId="{8ED2B2C3-C170-4DC1-A3C7-063920288560}" dt="2026-03-13T03:46:26.585" v="3990"/>
          <ac:cxnSpMkLst>
            <pc:docMk/>
            <pc:sldMk cId="2546784135" sldId="273"/>
            <ac:cxnSpMk id="13" creationId="{47A93959-3F8A-243C-73EB-82AEFAF72570}"/>
          </ac:cxnSpMkLst>
        </pc:cxnChg>
        <pc:cxnChg chg="mod">
          <ac:chgData name="Jamie Bowles" userId="b03588657e1764ed" providerId="LiveId" clId="{8ED2B2C3-C170-4DC1-A3C7-063920288560}" dt="2026-03-13T03:46:56.064" v="4002"/>
          <ac:cxnSpMkLst>
            <pc:docMk/>
            <pc:sldMk cId="2546784135" sldId="273"/>
            <ac:cxnSpMk id="55" creationId="{F29E6DCD-970F-A198-B175-C01349E52F59}"/>
          </ac:cxnSpMkLst>
        </pc:cxnChg>
        <pc:cxnChg chg="mod">
          <ac:chgData name="Jamie Bowles" userId="b03588657e1764ed" providerId="LiveId" clId="{8ED2B2C3-C170-4DC1-A3C7-063920288560}" dt="2026-03-13T03:47:23.638" v="4010"/>
          <ac:cxnSpMkLst>
            <pc:docMk/>
            <pc:sldMk cId="2546784135" sldId="273"/>
            <ac:cxnSpMk id="156" creationId="{2BE56499-62CA-DA01-15C7-AF213A8FEB1F}"/>
          </ac:cxnSpMkLst>
        </pc:cxnChg>
        <pc:cxnChg chg="mod">
          <ac:chgData name="Jamie Bowles" userId="b03588657e1764ed" providerId="LiveId" clId="{8ED2B2C3-C170-4DC1-A3C7-063920288560}" dt="2026-03-13T03:47:40.742" v="4012"/>
          <ac:cxnSpMkLst>
            <pc:docMk/>
            <pc:sldMk cId="2546784135" sldId="273"/>
            <ac:cxnSpMk id="183" creationId="{1CEF71A2-D74E-F5CC-6783-EA8E25602C92}"/>
          </ac:cxnSpMkLst>
        </pc:cxnChg>
        <pc:cxnChg chg="mod">
          <ac:chgData name="Jamie Bowles" userId="b03588657e1764ed" providerId="LiveId" clId="{8ED2B2C3-C170-4DC1-A3C7-063920288560}" dt="2026-03-13T03:48:41.112" v="4029"/>
          <ac:cxnSpMkLst>
            <pc:docMk/>
            <pc:sldMk cId="2546784135" sldId="273"/>
            <ac:cxnSpMk id="209" creationId="{72D1BB55-39AB-93AD-B9F3-BC970D75CFF3}"/>
          </ac:cxnSpMkLst>
        </pc:cxnChg>
        <pc:cxnChg chg="mod">
          <ac:chgData name="Jamie Bowles" userId="b03588657e1764ed" providerId="LiveId" clId="{8ED2B2C3-C170-4DC1-A3C7-063920288560}" dt="2026-03-13T03:49:10.637" v="4038"/>
          <ac:cxnSpMkLst>
            <pc:docMk/>
            <pc:sldMk cId="2546784135" sldId="273"/>
            <ac:cxnSpMk id="249" creationId="{0CCEC41D-244F-5CBA-CDDB-E9B70035AA87}"/>
          </ac:cxnSpMkLst>
        </pc:cxnChg>
        <pc:cxnChg chg="mod">
          <ac:chgData name="Jamie Bowles" userId="b03588657e1764ed" providerId="LiveId" clId="{8ED2B2C3-C170-4DC1-A3C7-063920288560}" dt="2026-03-13T03:52:03.488" v="4062"/>
          <ac:cxnSpMkLst>
            <pc:docMk/>
            <pc:sldMk cId="2546784135" sldId="273"/>
            <ac:cxnSpMk id="340" creationId="{1B8A39D6-FF20-CE25-2334-8DA54E40A11F}"/>
          </ac:cxnSpMkLst>
        </pc:cxnChg>
        <pc:cxnChg chg="mod">
          <ac:chgData name="Jamie Bowles" userId="b03588657e1764ed" providerId="LiveId" clId="{8ED2B2C3-C170-4DC1-A3C7-063920288560}" dt="2026-03-13T03:46:22.073" v="3989" actId="164"/>
          <ac:cxnSpMkLst>
            <pc:docMk/>
            <pc:sldMk cId="2546784135" sldId="273"/>
            <ac:cxnSpMk id="345" creationId="{C29A322E-6C90-19A3-D010-5298FADD7E59}"/>
          </ac:cxnSpMkLst>
        </pc:cxnChg>
        <pc:cxnChg chg="mod">
          <ac:chgData name="Jamie Bowles" userId="b03588657e1764ed" providerId="LiveId" clId="{8ED2B2C3-C170-4DC1-A3C7-063920288560}" dt="2026-03-13T03:46:22.073" v="3989" actId="164"/>
          <ac:cxnSpMkLst>
            <pc:docMk/>
            <pc:sldMk cId="2546784135" sldId="273"/>
            <ac:cxnSpMk id="353" creationId="{8E1C9B76-B20E-E317-20AB-07D738AF5269}"/>
          </ac:cxnSpMkLst>
        </pc:cxnChg>
        <pc:cxnChg chg="mod">
          <ac:chgData name="Jamie Bowles" userId="b03588657e1764ed" providerId="LiveId" clId="{8ED2B2C3-C170-4DC1-A3C7-063920288560}" dt="2026-03-13T03:46:22.073" v="3989" actId="164"/>
          <ac:cxnSpMkLst>
            <pc:docMk/>
            <pc:sldMk cId="2546784135" sldId="273"/>
            <ac:cxnSpMk id="354" creationId="{D7252824-9660-F0BB-53A6-DFB213F0BAD9}"/>
          </ac:cxnSpMkLst>
        </pc:cxnChg>
        <pc:cxnChg chg="mod">
          <ac:chgData name="Jamie Bowles" userId="b03588657e1764ed" providerId="LiveId" clId="{8ED2B2C3-C170-4DC1-A3C7-063920288560}" dt="2026-03-13T03:46:22.073" v="3989" actId="164"/>
          <ac:cxnSpMkLst>
            <pc:docMk/>
            <pc:sldMk cId="2546784135" sldId="273"/>
            <ac:cxnSpMk id="355" creationId="{B6C658AA-DB84-4BC9-2C9B-0F28F820DC8E}"/>
          </ac:cxnSpMkLst>
        </pc:cxnChg>
        <pc:cxnChg chg="mod">
          <ac:chgData name="Jamie Bowles" userId="b03588657e1764ed" providerId="LiveId" clId="{8ED2B2C3-C170-4DC1-A3C7-063920288560}" dt="2026-03-13T03:46:22.073" v="3989" actId="164"/>
          <ac:cxnSpMkLst>
            <pc:docMk/>
            <pc:sldMk cId="2546784135" sldId="273"/>
            <ac:cxnSpMk id="356" creationId="{B6A5085C-36DB-3752-03C3-C1823064D4C9}"/>
          </ac:cxnSpMkLst>
        </pc:cxnChg>
        <pc:cxnChg chg="mod topLvl">
          <ac:chgData name="Jamie Bowles" userId="b03588657e1764ed" providerId="LiveId" clId="{8ED2B2C3-C170-4DC1-A3C7-063920288560}" dt="2026-03-13T03:46:22.073" v="3989" actId="164"/>
          <ac:cxnSpMkLst>
            <pc:docMk/>
            <pc:sldMk cId="2546784135" sldId="273"/>
            <ac:cxnSpMk id="357" creationId="{420969F4-D6B6-E359-7154-CCD4FD9F664D}"/>
          </ac:cxnSpMkLst>
        </pc:cxnChg>
        <pc:cxnChg chg="mod">
          <ac:chgData name="Jamie Bowles" userId="b03588657e1764ed" providerId="LiveId" clId="{8ED2B2C3-C170-4DC1-A3C7-063920288560}" dt="2026-03-13T03:46:22.073" v="3989" actId="164"/>
          <ac:cxnSpMkLst>
            <pc:docMk/>
            <pc:sldMk cId="2546784135" sldId="273"/>
            <ac:cxnSpMk id="359" creationId="{522A3405-F1D1-28D3-3811-8CB5BD6A83E9}"/>
          </ac:cxnSpMkLst>
        </pc:cxnChg>
        <pc:cxnChg chg="mod">
          <ac:chgData name="Jamie Bowles" userId="b03588657e1764ed" providerId="LiveId" clId="{8ED2B2C3-C170-4DC1-A3C7-063920288560}" dt="2026-03-13T03:46:22.073" v="3989" actId="164"/>
          <ac:cxnSpMkLst>
            <pc:docMk/>
            <pc:sldMk cId="2546784135" sldId="273"/>
            <ac:cxnSpMk id="361" creationId="{3FBE71B2-40FD-D8F3-2F55-22FBD2851837}"/>
          </ac:cxnSpMkLst>
        </pc:cxnChg>
        <pc:cxnChg chg="mod">
          <ac:chgData name="Jamie Bowles" userId="b03588657e1764ed" providerId="LiveId" clId="{8ED2B2C3-C170-4DC1-A3C7-063920288560}" dt="2026-03-13T03:52:23.885" v="4065"/>
          <ac:cxnSpMkLst>
            <pc:docMk/>
            <pc:sldMk cId="2546784135" sldId="273"/>
            <ac:cxnSpMk id="401" creationId="{8C340A15-6C4E-A6BC-D013-FD0BE0030A30}"/>
          </ac:cxnSpMkLst>
        </pc:cxnChg>
        <pc:cxnChg chg="mod">
          <ac:chgData name="Jamie Bowles" userId="b03588657e1764ed" providerId="LiveId" clId="{8ED2B2C3-C170-4DC1-A3C7-063920288560}" dt="2026-03-13T03:53:31.057" v="4111"/>
          <ac:cxnSpMkLst>
            <pc:docMk/>
            <pc:sldMk cId="2546784135" sldId="273"/>
            <ac:cxnSpMk id="432" creationId="{F0F101B8-37B9-6BC7-C062-287A222DF858}"/>
          </ac:cxnSpMkLst>
        </pc:cxnChg>
        <pc:cxnChg chg="mod">
          <ac:chgData name="Jamie Bowles" userId="b03588657e1764ed" providerId="LiveId" clId="{8ED2B2C3-C170-4DC1-A3C7-063920288560}" dt="2026-03-13T03:54:22.221" v="4153"/>
          <ac:cxnSpMkLst>
            <pc:docMk/>
            <pc:sldMk cId="2546784135" sldId="273"/>
            <ac:cxnSpMk id="447" creationId="{1CFC62FC-ABAE-3602-CCDF-6E0A7E4B5EAA}"/>
          </ac:cxnSpMkLst>
        </pc:cxnChg>
        <pc:cxnChg chg="mod">
          <ac:chgData name="Jamie Bowles" userId="b03588657e1764ed" providerId="LiveId" clId="{8ED2B2C3-C170-4DC1-A3C7-063920288560}" dt="2026-03-13T03:54:42.066" v="4158"/>
          <ac:cxnSpMkLst>
            <pc:docMk/>
            <pc:sldMk cId="2546784135" sldId="273"/>
            <ac:cxnSpMk id="476" creationId="{35AA94EA-CF9A-2997-C18C-E765974B86D4}"/>
          </ac:cxnSpMkLst>
        </pc:cxnChg>
        <pc:cxnChg chg="mod">
          <ac:chgData name="Jamie Bowles" userId="b03588657e1764ed" providerId="LiveId" clId="{8ED2B2C3-C170-4DC1-A3C7-063920288560}" dt="2026-03-13T03:55:32.495" v="4165"/>
          <ac:cxnSpMkLst>
            <pc:docMk/>
            <pc:sldMk cId="2546784135" sldId="273"/>
            <ac:cxnSpMk id="507" creationId="{949D1110-4115-60FA-A54E-83EB35F61036}"/>
          </ac:cxnSpMkLst>
        </pc:cxnChg>
      </pc:sldChg>
      <pc:sldChg chg="add del">
        <pc:chgData name="Jamie Bowles" userId="b03588657e1764ed" providerId="LiveId" clId="{8ED2B2C3-C170-4DC1-A3C7-063920288560}" dt="2026-03-13T01:41:47.482" v="3497"/>
        <pc:sldMkLst>
          <pc:docMk/>
          <pc:sldMk cId="3416631633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7E19-FB6B-31EA-7225-4D2AFA768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0A5DC-F7AC-2ED1-BDB8-81A8FE333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D5239-EFDA-BE24-0782-6AE4BE49D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A83E5-1680-C666-49AA-941E3FDA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F7DBC-3297-AAB5-36DA-5E57D98F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14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B2D27-22CD-EDB8-0B6A-BDE5A8ED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BE715-817A-F81B-AC07-B0E3ADE7B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818EB-707B-D368-3BA9-64C13B380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49665-233B-0E82-9DBA-63300445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95BC6-4E12-2CA5-D817-E5EB8CCF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74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163E-21E1-4F1D-90C9-068BC274A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5BBD8-8E54-F91A-897B-4F6ADABD7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8B7BA-AEEE-19E6-4A31-D42DFFB0B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24026-FC13-3F18-DD4B-EBF4C5A87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C6AB3-BB9C-0402-D12F-85802699D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5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A5F9A-5C99-B18E-A6FF-3E0D21E9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798FF-A32E-3763-3951-0B8523233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8ECDB-6521-3189-EC87-5E3A4122A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13460-AD69-1C7A-E949-B8BDA856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C71CF-702D-393C-F610-CE4DD2C9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D0981-BD3E-4AEE-42D9-83FEDCA4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4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7CAC-C0E3-A14C-02AF-28AE4E69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FA7DE-625C-B96E-63E7-3158EB35B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BAB82-1A77-48D8-1CB1-EE98CDFAC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771D1C-1ECD-65B4-96C1-A656CD293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C8AA68-8635-28A0-665D-D90E84AD5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66A45-B282-5EC3-089B-5D8B0A648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EDBAD5-79AC-35A7-90FD-F9CBEE6E7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6DBE64-A5E2-26DA-03CE-79B67078C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9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7FFD-DE64-C5FE-8E2B-B9582C1AE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51C8B9-CB0E-0D4A-4D9C-5D51B7D37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6D174-0269-2729-41E9-F91145273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15675-C65E-4103-21AA-73636637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5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9F03FD-7CAA-9DCF-8BEA-F7A5FDED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417B86-38D2-DB02-B4D7-1E0345D1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8213C-0DC6-EA96-2E09-D77A047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81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544D-6688-111B-4800-5F82F8C3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5C9C8-FFE0-FC8C-0DCC-D3E551228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A106A-6653-7BF7-4EB5-99AACD664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AF8FF-A15C-5828-0549-AB0345692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D71D7-4441-E5C5-4382-CA1C425CF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3CC75-9D90-04C1-A4BB-CE413DFEE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76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16FD8-4029-90C5-9015-A0A2F2D1B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40BBAF-CF35-8A6F-7D0C-6AB75A420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4DBF5-3293-BA01-6B9F-E2A13259A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95254-CD70-6FC9-7513-ADCFCA536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9C094-6239-F605-7167-6513ED00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95EF5-E8F8-8688-7E23-EBDC077C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5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1D207-D3F2-CE14-B602-3E6082B6D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BD715-2DE0-A326-2488-E3DFE73DF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AFA49-56BD-9D12-48F8-B4BC17945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C2D0A-9180-F84C-BCD2-005BED1A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56308-ED1F-0009-D103-DD1F0DD4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1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71A9B1-1F77-95CA-A78A-44E544BA5F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3745D-10FD-B9F4-3088-F129482D1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5229F-151D-5ED6-4A72-ADD40BD07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6860-AA69-4702-A533-36D1A17221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193B-5E36-019D-83A1-1A0D93960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85B29-B08B-CAC3-D688-2C6812BCF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77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8BDB7-76FB-A15D-4096-22553637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20540-0907-C81D-18C0-FFCC060CD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75CDF-5BDA-E1DA-FCE2-8DFB7B42F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E6860-AA69-4702-A533-36D1A17221E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FBB4F-A173-AD1F-BAF2-F13E14B63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B490D-411F-5F71-A4E8-44370F0A0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2EB73-B0F0-49F3-84FF-1F15EE5FD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1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27B12C2E-5BCF-C772-5C2C-1075CED8A79E}"/>
              </a:ext>
            </a:extLst>
          </p:cNvPr>
          <p:cNvGrpSpPr/>
          <p:nvPr/>
        </p:nvGrpSpPr>
        <p:grpSpPr>
          <a:xfrm>
            <a:off x="1536956" y="1748670"/>
            <a:ext cx="3658110" cy="3661772"/>
            <a:chOff x="1536956" y="1748670"/>
            <a:chExt cx="3658110" cy="366177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5B32C2B-3A9F-9332-DA1D-AE56BCB6A944}"/>
                </a:ext>
              </a:extLst>
            </p:cNvPr>
            <p:cNvSpPr/>
            <p:nvPr/>
          </p:nvSpPr>
          <p:spPr>
            <a:xfrm>
              <a:off x="1537467" y="1752842"/>
              <a:ext cx="3657599" cy="3657600"/>
            </a:xfrm>
            <a:prstGeom prst="ellipse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0936462-C5BF-9516-9ECF-389A8B63F03B}"/>
                </a:ext>
              </a:extLst>
            </p:cNvPr>
            <p:cNvSpPr/>
            <p:nvPr/>
          </p:nvSpPr>
          <p:spPr>
            <a:xfrm>
              <a:off x="1536956" y="1752842"/>
              <a:ext cx="3657600" cy="3657600"/>
            </a:xfrm>
            <a:prstGeom prst="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6F33B7B-1352-7207-6759-5CEEF5F4F463}"/>
                </a:ext>
              </a:extLst>
            </p:cNvPr>
            <p:cNvCxnSpPr>
              <a:cxnSpLocks/>
              <a:stCxn id="15" idx="0"/>
              <a:endCxn id="15" idx="2"/>
            </p:cNvCxnSpPr>
            <p:nvPr/>
          </p:nvCxnSpPr>
          <p:spPr>
            <a:xfrm>
              <a:off x="3365756" y="1752842"/>
              <a:ext cx="0" cy="3657600"/>
            </a:xfrm>
            <a:prstGeom prst="line">
              <a:avLst/>
            </a:prstGeom>
            <a:ln w="63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13C8181-AEEA-BFAF-0D12-596FE6F88839}"/>
                </a:ext>
              </a:extLst>
            </p:cNvPr>
            <p:cNvCxnSpPr>
              <a:cxnSpLocks/>
              <a:stCxn id="15" idx="1"/>
              <a:endCxn id="15" idx="3"/>
            </p:cNvCxnSpPr>
            <p:nvPr/>
          </p:nvCxnSpPr>
          <p:spPr>
            <a:xfrm>
              <a:off x="1536956" y="3581642"/>
              <a:ext cx="3657600" cy="0"/>
            </a:xfrm>
            <a:prstGeom prst="line">
              <a:avLst/>
            </a:prstGeom>
            <a:ln w="63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E9235A-88F2-D433-FCE5-C3DDE04346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6956" y="1752842"/>
              <a:ext cx="3657600" cy="3657600"/>
            </a:xfrm>
            <a:prstGeom prst="line">
              <a:avLst/>
            </a:prstGeom>
            <a:ln w="63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0694F9F-D9F4-0272-4A05-8D7FD95700B1}"/>
                </a:ext>
              </a:extLst>
            </p:cNvPr>
            <p:cNvCxnSpPr>
              <a:cxnSpLocks/>
            </p:cNvCxnSpPr>
            <p:nvPr/>
          </p:nvCxnSpPr>
          <p:spPr>
            <a:xfrm>
              <a:off x="1545855" y="1752842"/>
              <a:ext cx="3639803" cy="3640914"/>
            </a:xfrm>
            <a:prstGeom prst="line">
              <a:avLst/>
            </a:prstGeom>
            <a:ln w="63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CAD0B60-C237-6886-03A2-6D83D2070FD4}"/>
                </a:ext>
              </a:extLst>
            </p:cNvPr>
            <p:cNvSpPr/>
            <p:nvPr/>
          </p:nvSpPr>
          <p:spPr>
            <a:xfrm rot="2700000">
              <a:off x="2084950" y="2284611"/>
              <a:ext cx="2587752" cy="2587752"/>
            </a:xfrm>
            <a:prstGeom prst="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0BC144F-CB38-E419-E2C4-E659EE7FECE0}"/>
                </a:ext>
              </a:extLst>
            </p:cNvPr>
            <p:cNvSpPr/>
            <p:nvPr/>
          </p:nvSpPr>
          <p:spPr>
            <a:xfrm>
              <a:off x="2076644" y="2290972"/>
              <a:ext cx="2588218" cy="2587752"/>
            </a:xfrm>
            <a:prstGeom prst="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F1426E3-FBBA-BB8D-4646-95C2546284BC}"/>
                </a:ext>
              </a:extLst>
            </p:cNvPr>
            <p:cNvCxnSpPr>
              <a:cxnSpLocks/>
            </p:cNvCxnSpPr>
            <p:nvPr/>
          </p:nvCxnSpPr>
          <p:spPr>
            <a:xfrm>
              <a:off x="2825016" y="1750755"/>
              <a:ext cx="0" cy="36575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C5CA403-0740-B020-7ADB-8B1EFEEF5415}"/>
                </a:ext>
              </a:extLst>
            </p:cNvPr>
            <p:cNvCxnSpPr>
              <a:cxnSpLocks/>
            </p:cNvCxnSpPr>
            <p:nvPr/>
          </p:nvCxnSpPr>
          <p:spPr>
            <a:xfrm>
              <a:off x="3936477" y="1748670"/>
              <a:ext cx="0" cy="36596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BDCCBA2-A151-37FD-69F6-F52682AD6751}"/>
              </a:ext>
            </a:extLst>
          </p:cNvPr>
          <p:cNvGrpSpPr/>
          <p:nvPr/>
        </p:nvGrpSpPr>
        <p:grpSpPr>
          <a:xfrm>
            <a:off x="1534969" y="1754113"/>
            <a:ext cx="3675396" cy="3668184"/>
            <a:chOff x="1529153" y="1748670"/>
            <a:chExt cx="3675396" cy="366818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621CF3-3D88-0C59-F1EB-057BD6843488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H="1">
              <a:off x="1529153" y="2290972"/>
              <a:ext cx="1841600" cy="758471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3467B96-9D71-99D8-D90B-692778ACBD83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H="1" flipV="1">
              <a:off x="3370753" y="2290972"/>
              <a:ext cx="1833796" cy="720721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CB2AE27-474D-B6DF-2279-F202F5ADF034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 flipH="1">
              <a:off x="3370753" y="4086403"/>
              <a:ext cx="1815999" cy="792321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DC1337-A127-C0F1-F0F6-A7D180677CB6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 flipH="1" flipV="1">
              <a:off x="1529153" y="4069717"/>
              <a:ext cx="1841600" cy="809007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664DE5C-5135-64C6-4303-C6135DFBCE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1473" y="1748670"/>
              <a:ext cx="658649" cy="1841316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F429D2C-03EF-B470-13A4-41B9D3E8AE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41473" y="3581642"/>
              <a:ext cx="687007" cy="1835212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07A0D2A-7D3D-B855-2FBA-B258941FEAB2}"/>
                </a:ext>
              </a:extLst>
            </p:cNvPr>
            <p:cNvCxnSpPr>
              <a:cxnSpLocks/>
            </p:cNvCxnSpPr>
            <p:nvPr/>
          </p:nvCxnSpPr>
          <p:spPr>
            <a:xfrm>
              <a:off x="2105637" y="1748670"/>
              <a:ext cx="719378" cy="1824629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1D3C056-5F88-4874-5619-2FAED7C5EE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7161" y="3573299"/>
              <a:ext cx="757854" cy="1837143"/>
            </a:xfrm>
            <a:prstGeom prst="line">
              <a:avLst/>
            </a:prstGeom>
            <a:ln w="1016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A31E813-E7DF-2DA3-14F6-E326040F189E}"/>
              </a:ext>
            </a:extLst>
          </p:cNvPr>
          <p:cNvSpPr txBox="1"/>
          <p:nvPr/>
        </p:nvSpPr>
        <p:spPr>
          <a:xfrm>
            <a:off x="1732208" y="959476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Fourfold Pattern 3</a:t>
            </a:r>
          </a:p>
        </p:txBody>
      </p:sp>
    </p:spTree>
    <p:extLst>
      <p:ext uri="{BB962C8B-B14F-4D97-AF65-F5344CB8AC3E}">
        <p14:creationId xmlns:p14="http://schemas.microsoft.com/office/powerpoint/2010/main" val="566799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B5583-776A-5896-E39D-7934EBDB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B8F1720-D40D-6553-2DA7-F04C554B72E7}"/>
              </a:ext>
            </a:extLst>
          </p:cNvPr>
          <p:cNvGrpSpPr>
            <a:grpSpLocks noChangeAspect="1"/>
          </p:cNvGrpSpPr>
          <p:nvPr/>
        </p:nvGrpSpPr>
        <p:grpSpPr>
          <a:xfrm>
            <a:off x="612754" y="670983"/>
            <a:ext cx="1829682" cy="1828800"/>
            <a:chOff x="1534969" y="1748670"/>
            <a:chExt cx="3675396" cy="3673627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13CB0CD-3458-D16C-96F7-5AD56C848AAC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D6B713F6-7820-CF85-33CE-D17D2E7AEB19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EF50356-8F6C-49E1-26FE-BC7E042D4FF1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3D3D7B1-13F5-49D4-8837-8B306B4C4516}"/>
                  </a:ext>
                </a:extLst>
              </p:cNvPr>
              <p:cNvCxnSpPr>
                <a:cxnSpLocks/>
                <a:stCxn id="15" idx="0"/>
                <a:endCxn id="15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EBA31DE-F296-2C5C-AC89-26970CA27E8D}"/>
                  </a:ext>
                </a:extLst>
              </p:cNvPr>
              <p:cNvCxnSpPr>
                <a:cxnSpLocks/>
                <a:stCxn id="15" idx="1"/>
                <a:endCxn id="15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B398790-FDA0-358A-6EB4-DE0C5F7097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74752992-106D-F1EC-83E2-4D9EC34F75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B599CF0-DCAD-F519-C089-044982845489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F855886-0884-80B5-81DD-6C6AEBE57F2D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D493080-5968-7761-07AF-145DCBBB99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1BBBB08-E792-6FEA-3400-5F48D31AF1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87635C4-54A1-2E84-26BC-CA005F01DF2A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37A639B-B4F3-F8A5-FB22-0EC000691D86}"/>
                  </a:ext>
                </a:extLst>
              </p:cNvPr>
              <p:cNvCxnSpPr>
                <a:cxnSpLocks/>
                <a:stCxn id="21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74894D6C-AD09-0FF3-99A1-61ED2659E1EB}"/>
                  </a:ext>
                </a:extLst>
              </p:cNvPr>
              <p:cNvCxnSpPr>
                <a:cxnSpLocks/>
                <a:endCxn id="21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ACA5238-70EF-981F-948E-62ED8814D16D}"/>
                  </a:ext>
                </a:extLst>
              </p:cNvPr>
              <p:cNvCxnSpPr>
                <a:cxnSpLocks/>
                <a:endCxn id="21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18ECD62F-A405-08ED-C6B2-0B2549FAD420}"/>
                  </a:ext>
                </a:extLst>
              </p:cNvPr>
              <p:cNvCxnSpPr>
                <a:cxnSpLocks/>
                <a:stCxn id="21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963D0E2-7218-AF64-4C97-DC7E1A9E89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332C187-918D-CBD1-501F-157A46C4BD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6E5B3BD-59C2-8E14-9C8F-897FE76072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5D8B422-B1C8-6074-1A3D-1BB7334C6C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E93A56B-F7E1-FA56-B5E5-17BEC97A9F13}"/>
              </a:ext>
            </a:extLst>
          </p:cNvPr>
          <p:cNvGrpSpPr>
            <a:grpSpLocks noChangeAspect="1"/>
          </p:cNvGrpSpPr>
          <p:nvPr/>
        </p:nvGrpSpPr>
        <p:grpSpPr>
          <a:xfrm>
            <a:off x="2437707" y="670983"/>
            <a:ext cx="1829682" cy="1828800"/>
            <a:chOff x="1534969" y="1748670"/>
            <a:chExt cx="3675396" cy="367362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B2CBA05-303D-DB02-267D-F77D2F5179A8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E92B372-EF94-287B-CD66-1EADC189FC5F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0D955D2-E7EA-F5C6-14C1-9BCDC79988CE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BCDA0187-7346-B202-CAE2-A5F41BDE5899}"/>
                  </a:ext>
                </a:extLst>
              </p:cNvPr>
              <p:cNvCxnSpPr>
                <a:cxnSpLocks/>
                <a:stCxn id="34" idx="0"/>
                <a:endCxn id="34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FE48C50-9D6F-6AF4-D904-39625E289B5B}"/>
                  </a:ext>
                </a:extLst>
              </p:cNvPr>
              <p:cNvCxnSpPr>
                <a:cxnSpLocks/>
                <a:stCxn id="34" idx="1"/>
                <a:endCxn id="34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6A550A0-99A5-2F9C-9362-359EEA77B2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0E38EAA2-395E-9F75-A562-5469710A63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67856F1-FDC3-BB88-163E-782F0684A450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20E70ED-DCF7-86ED-CC66-3B9EDAC30A02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1D185EE1-D5C5-0651-7B79-A62CB8B737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47182CB5-5EBF-4D24-8741-8C84D36D3F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40C6922-9D6A-BD41-E46C-3EA97697EDE8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BAE7266-9BA0-74E3-D42E-7DB98FE7A6E0}"/>
                  </a:ext>
                </a:extLst>
              </p:cNvPr>
              <p:cNvCxnSpPr>
                <a:cxnSpLocks/>
                <a:stCxn id="40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517C8DB8-4E03-3B2A-2CCA-F19752786067}"/>
                  </a:ext>
                </a:extLst>
              </p:cNvPr>
              <p:cNvCxnSpPr>
                <a:cxnSpLocks/>
                <a:endCxn id="40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82AEC05-67E6-F32D-32AD-4C632D939692}"/>
                  </a:ext>
                </a:extLst>
              </p:cNvPr>
              <p:cNvCxnSpPr>
                <a:cxnSpLocks/>
                <a:endCxn id="40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D6868B82-7158-92A8-9DD7-7D8296BF4A55}"/>
                  </a:ext>
                </a:extLst>
              </p:cNvPr>
              <p:cNvCxnSpPr>
                <a:cxnSpLocks/>
                <a:stCxn id="40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9C80157C-E993-192F-7FD5-BF08CAFBA9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210EEA9-8D7B-00B6-1F66-576C2495D1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D5347CF-ED0A-BE66-EE18-4B74F7A72C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BA5AF7A3-35F9-BABA-187A-B8D496CAFE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D401567-820B-84D5-9D53-C56314F8D3CF}"/>
              </a:ext>
            </a:extLst>
          </p:cNvPr>
          <p:cNvGrpSpPr>
            <a:grpSpLocks noChangeAspect="1"/>
          </p:cNvGrpSpPr>
          <p:nvPr/>
        </p:nvGrpSpPr>
        <p:grpSpPr>
          <a:xfrm>
            <a:off x="4260875" y="2492828"/>
            <a:ext cx="1829682" cy="1828800"/>
            <a:chOff x="1534969" y="1748670"/>
            <a:chExt cx="3675396" cy="367362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349EF61-6FDF-F974-C328-B8D03209C83A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FC47F44-BB8A-899B-AF6A-9E526C637276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024AC060-F1DE-D4FF-95C2-2967058C66CE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FAB4880D-621B-53EB-1B69-F2E30087E3D9}"/>
                  </a:ext>
                </a:extLst>
              </p:cNvPr>
              <p:cNvCxnSpPr>
                <a:cxnSpLocks/>
                <a:stCxn id="55" idx="0"/>
                <a:endCxn id="55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40E79630-1B54-0FD3-D41E-F5D4F714104E}"/>
                  </a:ext>
                </a:extLst>
              </p:cNvPr>
              <p:cNvCxnSpPr>
                <a:cxnSpLocks/>
                <a:stCxn id="55" idx="1"/>
                <a:endCxn id="55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015C74B-C5A9-3EDD-49DE-B1684CFCA0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C1004151-3B50-C275-B755-F56DF24D64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6DB7F32-4F99-52D6-3FCA-76A4261F5162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4C630A6-58E5-48DB-9315-34AD42C4A8DE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2DA7138C-D4CE-8BE4-605A-DAE87F295A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CDBC651-0A4F-AE86-B343-8B19F819C0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32C05DE-53F3-7100-822B-6858DF31FEFA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E4BF80B-7941-5D3A-0657-0DA2F5919899}"/>
                  </a:ext>
                </a:extLst>
              </p:cNvPr>
              <p:cNvCxnSpPr>
                <a:cxnSpLocks/>
                <a:stCxn id="61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13B01272-0B21-1BFB-34F6-082F9D74E4B1}"/>
                  </a:ext>
                </a:extLst>
              </p:cNvPr>
              <p:cNvCxnSpPr>
                <a:cxnSpLocks/>
                <a:endCxn id="61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C0215B7A-A5A6-122C-7266-2E4751097DF7}"/>
                  </a:ext>
                </a:extLst>
              </p:cNvPr>
              <p:cNvCxnSpPr>
                <a:cxnSpLocks/>
                <a:endCxn id="61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D66BB34-3450-FFDD-24BD-36F4AA014A4D}"/>
                  </a:ext>
                </a:extLst>
              </p:cNvPr>
              <p:cNvCxnSpPr>
                <a:cxnSpLocks/>
                <a:stCxn id="61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D4ECADB-C2DE-797F-6CD0-AC937A8B4C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3942F47-922D-6674-6C43-B984F77C65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75E76D7F-4556-B582-4BDA-FB6DBC74DC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E0EFC968-0BC7-5B5C-BE0F-33A29B7AE5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67028D8-7C18-3829-F2D5-B08C3EAED01B}"/>
              </a:ext>
            </a:extLst>
          </p:cNvPr>
          <p:cNvGrpSpPr>
            <a:grpSpLocks noChangeAspect="1"/>
          </p:cNvGrpSpPr>
          <p:nvPr/>
        </p:nvGrpSpPr>
        <p:grpSpPr>
          <a:xfrm>
            <a:off x="619408" y="2489967"/>
            <a:ext cx="1829682" cy="1828800"/>
            <a:chOff x="1534969" y="1748670"/>
            <a:chExt cx="3675396" cy="3673627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60EC121-3597-E1E1-9930-B3F3A880186C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18CF4B2-6ADF-9391-560A-391BD779F63A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9FC3AC9-9D61-8F98-2817-AF59DDAC72D8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E035476-5C3A-F59B-0D82-25D528E9BAAF}"/>
                  </a:ext>
                </a:extLst>
              </p:cNvPr>
              <p:cNvCxnSpPr>
                <a:cxnSpLocks/>
                <a:stCxn id="78" idx="0"/>
                <a:endCxn id="78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BD2B6DA1-BAAC-AEF0-0A7A-02721A04F055}"/>
                  </a:ext>
                </a:extLst>
              </p:cNvPr>
              <p:cNvCxnSpPr>
                <a:cxnSpLocks/>
                <a:stCxn id="78" idx="1"/>
                <a:endCxn id="78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6D06DD38-C165-46F5-0144-59FFD411FC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31DF9BD-9D8F-6BC0-83CF-C855B411CF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F1537B7-EEAE-0A4B-F830-606C016037C7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0003547A-F6CD-D85B-4C24-D84ADEBE7C2D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586B990E-BCCB-AE56-74BB-DF7CB04227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94454832-36E3-40B4-6AAF-F1911588D8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422A1F14-6E3C-9CD5-B853-E7A63071CF48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6F114663-9737-8E7A-E20B-1175D9358B97}"/>
                  </a:ext>
                </a:extLst>
              </p:cNvPr>
              <p:cNvCxnSpPr>
                <a:cxnSpLocks/>
                <a:stCxn id="84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81429260-6C7A-D5FF-A377-349CEF0EF856}"/>
                  </a:ext>
                </a:extLst>
              </p:cNvPr>
              <p:cNvCxnSpPr>
                <a:cxnSpLocks/>
                <a:endCxn id="84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E81F3BA0-2346-8B04-0EA9-85ED82AE8BB0}"/>
                  </a:ext>
                </a:extLst>
              </p:cNvPr>
              <p:cNvCxnSpPr>
                <a:cxnSpLocks/>
                <a:endCxn id="84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F4AF4919-4FEB-AE9F-CAAB-843465454BC5}"/>
                  </a:ext>
                </a:extLst>
              </p:cNvPr>
              <p:cNvCxnSpPr>
                <a:cxnSpLocks/>
                <a:stCxn id="84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328D4DFF-9260-C19A-8005-8A95D5E307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39B37F2-95F7-0BBA-7C8A-32ECFE6089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86410E14-A6AB-1838-E306-DE8CAF60F8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71D9F50B-D8FF-AB90-5B78-BFB5D56F64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98147DD-CE36-0BE3-7171-3E473988DE04}"/>
              </a:ext>
            </a:extLst>
          </p:cNvPr>
          <p:cNvGrpSpPr>
            <a:grpSpLocks noChangeAspect="1"/>
          </p:cNvGrpSpPr>
          <p:nvPr/>
        </p:nvGrpSpPr>
        <p:grpSpPr>
          <a:xfrm>
            <a:off x="2440267" y="2489344"/>
            <a:ext cx="1829682" cy="1828800"/>
            <a:chOff x="1534969" y="1748670"/>
            <a:chExt cx="3675396" cy="3673627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A84677F-E5BD-DE57-3D7B-3AA2927F7CD4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F7952624-9A4A-487B-ABDB-464D854C5ECE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20EB9A7B-D4E9-9E21-BA76-8B34A8F5076B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8D317CA3-7363-9F9A-1415-A78AFB9B7BE6}"/>
                  </a:ext>
                </a:extLst>
              </p:cNvPr>
              <p:cNvCxnSpPr>
                <a:cxnSpLocks/>
                <a:stCxn id="99" idx="0"/>
                <a:endCxn id="99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5BEA205F-FC57-2C12-3C57-C16B16273DBE}"/>
                  </a:ext>
                </a:extLst>
              </p:cNvPr>
              <p:cNvCxnSpPr>
                <a:cxnSpLocks/>
                <a:stCxn id="99" idx="1"/>
                <a:endCxn id="99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C601D1D3-E434-86FE-E5E2-73A05A1BE0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7C48C25A-D8DE-4ED3-CAE8-7B0A1AD00A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640C60DE-EB6C-EDB1-2C4E-1FD873967961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D234D4E7-AA20-D34D-52FE-60F51C39C4D7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634608B6-BCC9-A2D8-627B-4C9BD4A779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A5D9CBF7-6E9D-8B87-E112-43327BE682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C86060B9-1EB0-9E7B-C279-264C43184A92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6F0CFFC5-24F3-AAD5-B257-21836306A3B6}"/>
                  </a:ext>
                </a:extLst>
              </p:cNvPr>
              <p:cNvCxnSpPr>
                <a:cxnSpLocks/>
                <a:stCxn id="105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C643CC64-4D6C-5966-E47C-7C02D04DC9A1}"/>
                  </a:ext>
                </a:extLst>
              </p:cNvPr>
              <p:cNvCxnSpPr>
                <a:cxnSpLocks/>
                <a:endCxn id="105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7C502A8-D73D-C652-D998-BB7404A01C9E}"/>
                  </a:ext>
                </a:extLst>
              </p:cNvPr>
              <p:cNvCxnSpPr>
                <a:cxnSpLocks/>
                <a:endCxn id="105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20A0482A-F02C-764E-600D-8C2D6043CCEB}"/>
                  </a:ext>
                </a:extLst>
              </p:cNvPr>
              <p:cNvCxnSpPr>
                <a:cxnSpLocks/>
                <a:stCxn id="105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96B97679-54CF-805C-2D83-D76EDB8B62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C54136A-F256-1683-B48C-C034E21C5C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015F08DC-4FBA-84BB-4C60-EA9E2C4598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34F24F39-6768-225C-F1A2-CFC2D34998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02D2A2B-10A3-9C30-7A04-10D8957C1EA9}"/>
              </a:ext>
            </a:extLst>
          </p:cNvPr>
          <p:cNvGrpSpPr>
            <a:grpSpLocks noChangeAspect="1"/>
          </p:cNvGrpSpPr>
          <p:nvPr/>
        </p:nvGrpSpPr>
        <p:grpSpPr>
          <a:xfrm>
            <a:off x="4258503" y="671780"/>
            <a:ext cx="1829682" cy="1828800"/>
            <a:chOff x="1534969" y="1748670"/>
            <a:chExt cx="3675396" cy="3673627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B559EC6-D423-4B10-D26C-1BECB27627CA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6687DE64-CBD9-EAE6-5D47-2FADE56BDB9F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6BCDD49A-73E8-6735-9C5A-BE2813C46747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AE250CE2-A1B4-EFF3-878E-A7A4919DF96B}"/>
                  </a:ext>
                </a:extLst>
              </p:cNvPr>
              <p:cNvCxnSpPr>
                <a:cxnSpLocks/>
                <a:stCxn id="120" idx="0"/>
                <a:endCxn id="120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776C60DD-5514-4067-02CE-FE4EB637EE06}"/>
                  </a:ext>
                </a:extLst>
              </p:cNvPr>
              <p:cNvCxnSpPr>
                <a:cxnSpLocks/>
                <a:stCxn id="120" idx="1"/>
                <a:endCxn id="120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5A3DAC2A-455C-75EE-47AE-DC6ACDF31C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0986DF34-6B0A-87F1-2BB2-029069B2F1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E4B00A71-910D-AF16-5D4F-0A3A8F39AEF5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3E073AAB-31A7-390C-C403-79C3048D46E4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66C5FC2A-0F10-BF8D-6CB0-ADABEC623B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853286B7-1C50-6B10-BD47-E6B5456DCA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A854B60F-96B5-8F07-7862-6F6F759C6205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392FBFEF-EA67-8646-EF36-8D1E2274332D}"/>
                  </a:ext>
                </a:extLst>
              </p:cNvPr>
              <p:cNvCxnSpPr>
                <a:cxnSpLocks/>
                <a:stCxn id="126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00D01434-C44E-2DAF-D60A-F266B906E6F9}"/>
                  </a:ext>
                </a:extLst>
              </p:cNvPr>
              <p:cNvCxnSpPr>
                <a:cxnSpLocks/>
                <a:endCxn id="126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885E3CBD-B272-F565-8536-324907BC5F80}"/>
                  </a:ext>
                </a:extLst>
              </p:cNvPr>
              <p:cNvCxnSpPr>
                <a:cxnSpLocks/>
                <a:endCxn id="126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98CB5653-67A0-D301-FA26-5F02751E0A5B}"/>
                  </a:ext>
                </a:extLst>
              </p:cNvPr>
              <p:cNvCxnSpPr>
                <a:cxnSpLocks/>
                <a:stCxn id="126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CB749509-B5AD-B70B-500D-6D33662C5E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05F9C18C-3A54-001A-5919-5CCFFA14A7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47C0C3E2-B0F3-1068-E571-7118094E64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7536C491-7FA0-4AF1-270D-57F5F378F3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17794BE-9812-B803-D01D-8D0B46899C73}"/>
              </a:ext>
            </a:extLst>
          </p:cNvPr>
          <p:cNvGrpSpPr>
            <a:grpSpLocks noChangeAspect="1"/>
          </p:cNvGrpSpPr>
          <p:nvPr/>
        </p:nvGrpSpPr>
        <p:grpSpPr>
          <a:xfrm>
            <a:off x="6082742" y="671780"/>
            <a:ext cx="1829682" cy="1828800"/>
            <a:chOff x="1534969" y="1748670"/>
            <a:chExt cx="3675396" cy="3673627"/>
          </a:xfrm>
        </p:grpSpPr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432344CE-3246-DAB0-7470-0BE8EF237B85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E010BE6C-B25D-568B-0E49-7CBD15A38F4E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8B1DED3F-ABAF-6289-6C21-70D0C49EB80C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7614D78E-A256-7021-0BD5-65C22A7403DF}"/>
                  </a:ext>
                </a:extLst>
              </p:cNvPr>
              <p:cNvCxnSpPr>
                <a:cxnSpLocks/>
                <a:stCxn id="141" idx="0"/>
                <a:endCxn id="141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5A2F6EB4-7F40-3D09-35D8-15779C5C436C}"/>
                  </a:ext>
                </a:extLst>
              </p:cNvPr>
              <p:cNvCxnSpPr>
                <a:cxnSpLocks/>
                <a:stCxn id="141" idx="1"/>
                <a:endCxn id="141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BA8F287F-E4C4-90FE-E494-4FAFA7BCC9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E71E953F-853E-10EA-A871-7BC40816C9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1C34B1BA-11B1-23C6-F06A-8E227E41BA96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641B32D8-463F-189F-93F2-FD663D916279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A45916FE-9586-D34B-C12E-3323D589C3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2D02D548-BB51-84A6-F5AB-CE8ACCB418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55F2343A-B426-39BA-EA3C-B94A0571ED26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EF21BD13-5125-9433-BB1D-68ECA109319F}"/>
                  </a:ext>
                </a:extLst>
              </p:cNvPr>
              <p:cNvCxnSpPr>
                <a:cxnSpLocks/>
                <a:stCxn id="147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060799D9-930A-9403-188E-973A21C07DAD}"/>
                  </a:ext>
                </a:extLst>
              </p:cNvPr>
              <p:cNvCxnSpPr>
                <a:cxnSpLocks/>
                <a:endCxn id="147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3849299E-E5D0-D74F-0FCE-AEDF23C89E55}"/>
                  </a:ext>
                </a:extLst>
              </p:cNvPr>
              <p:cNvCxnSpPr>
                <a:cxnSpLocks/>
                <a:endCxn id="147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84F12A83-4FAA-9E91-D0E6-5340D8CED313}"/>
                  </a:ext>
                </a:extLst>
              </p:cNvPr>
              <p:cNvCxnSpPr>
                <a:cxnSpLocks/>
                <a:stCxn id="147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F174D424-8945-5839-E445-3E349929E9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6B16188C-328A-8E76-5DB8-E752665C31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A524BBEC-D80A-E1A4-C4F9-118744D848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BA0847D4-0AB1-0985-750C-03ACE03F61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A21C0D1-FE36-917B-D36B-FD068D9E09FF}"/>
              </a:ext>
            </a:extLst>
          </p:cNvPr>
          <p:cNvGrpSpPr>
            <a:grpSpLocks noChangeAspect="1"/>
          </p:cNvGrpSpPr>
          <p:nvPr/>
        </p:nvGrpSpPr>
        <p:grpSpPr>
          <a:xfrm>
            <a:off x="6077299" y="2489694"/>
            <a:ext cx="1829682" cy="1828800"/>
            <a:chOff x="1534969" y="1748670"/>
            <a:chExt cx="3675396" cy="3673627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111494DB-FB38-C5BB-0220-7B2E303DFB8D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C11EDF42-CE99-8BF5-C9E7-8E61A1623F9B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70943D48-3029-04A3-550E-E23E03378FDB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F73E69CE-A944-5959-EBE2-5797E91ADE69}"/>
                  </a:ext>
                </a:extLst>
              </p:cNvPr>
              <p:cNvCxnSpPr>
                <a:cxnSpLocks/>
                <a:stCxn id="162" idx="0"/>
                <a:endCxn id="162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0D3AE3AF-DD23-DC39-5024-58EAA81C82FE}"/>
                  </a:ext>
                </a:extLst>
              </p:cNvPr>
              <p:cNvCxnSpPr>
                <a:cxnSpLocks/>
                <a:stCxn id="162" idx="1"/>
                <a:endCxn id="162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839BD348-3840-8725-E70A-FC89D16E63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2FD6DACE-6BAB-A9D5-FF9E-F6C437E3EB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78B5B33A-ABDB-3F5B-E02B-6C91D24AF9F2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9E8E8154-3B93-011B-3B72-0DD74C883730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9CBAB910-194A-2942-49B3-35D560B9D5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DF19E587-DC39-FC99-0395-03135BF4B9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3F8AAC83-A265-D005-0064-4549BD1824AC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62481289-8D8C-A905-41D7-7E778275616E}"/>
                  </a:ext>
                </a:extLst>
              </p:cNvPr>
              <p:cNvCxnSpPr>
                <a:cxnSpLocks/>
                <a:stCxn id="168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AAB874A7-CB7D-A697-5F50-DA01C36ADF1E}"/>
                  </a:ext>
                </a:extLst>
              </p:cNvPr>
              <p:cNvCxnSpPr>
                <a:cxnSpLocks/>
                <a:endCxn id="168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4A05BB73-0B98-B2A1-8237-9D464FBB8CF9}"/>
                  </a:ext>
                </a:extLst>
              </p:cNvPr>
              <p:cNvCxnSpPr>
                <a:cxnSpLocks/>
                <a:endCxn id="168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008D77ED-BCE7-3212-0889-704901B50A4F}"/>
                  </a:ext>
                </a:extLst>
              </p:cNvPr>
              <p:cNvCxnSpPr>
                <a:cxnSpLocks/>
                <a:stCxn id="168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62EF8E7B-02C1-148C-546B-1B870B68FB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273CDF9B-E15F-84A4-DD2D-5F5BF4FA90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A98C004B-678E-EC40-42B7-2AFFF960C7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39E02472-3CC9-B205-145C-0AABF36F68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FE756122-0A14-B5A4-ECE8-76C3801A39FF}"/>
              </a:ext>
            </a:extLst>
          </p:cNvPr>
          <p:cNvGrpSpPr>
            <a:grpSpLocks noChangeAspect="1"/>
          </p:cNvGrpSpPr>
          <p:nvPr/>
        </p:nvGrpSpPr>
        <p:grpSpPr>
          <a:xfrm>
            <a:off x="7902666" y="671781"/>
            <a:ext cx="1829682" cy="1828800"/>
            <a:chOff x="1534969" y="1748670"/>
            <a:chExt cx="3675396" cy="3673627"/>
          </a:xfrm>
        </p:grpSpPr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05A0B82C-38DD-CD93-6C6E-FBBED28F1A33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B9B4E71E-7BF9-4C85-71D3-B99913C6382A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8918B533-5635-C215-9954-5959D136568D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6D7A1299-6BB3-2034-3A94-59AD5A11F687}"/>
                  </a:ext>
                </a:extLst>
              </p:cNvPr>
              <p:cNvCxnSpPr>
                <a:cxnSpLocks/>
                <a:stCxn id="183" idx="0"/>
                <a:endCxn id="183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5C8F6631-0070-3F9F-87A6-0F416D5AB6DE}"/>
                  </a:ext>
                </a:extLst>
              </p:cNvPr>
              <p:cNvCxnSpPr>
                <a:cxnSpLocks/>
                <a:stCxn id="183" idx="1"/>
                <a:endCxn id="183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21090493-51B0-7977-C60E-CBCB6FFE66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509FEAFA-6FBA-9D3E-0212-46F85B651D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96558869-FE9F-3A9E-6284-15A913933B90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DC42C9FD-3537-8F5D-D58F-E29A39A1FEE9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2C845DE0-542C-7AE0-C6C1-CB78486032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0BEF399E-377C-9F01-38F7-7C441CDB7D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4CC257E7-E0B1-3613-0CEB-F8823F0A0A40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E9319730-CFAB-F9DE-82A5-9DECCE97B3B2}"/>
                  </a:ext>
                </a:extLst>
              </p:cNvPr>
              <p:cNvCxnSpPr>
                <a:cxnSpLocks/>
                <a:stCxn id="189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B862712F-3383-E0B3-E966-0C1E795E4093}"/>
                  </a:ext>
                </a:extLst>
              </p:cNvPr>
              <p:cNvCxnSpPr>
                <a:cxnSpLocks/>
                <a:endCxn id="189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03322857-C8AA-511B-D320-4657A1B792EA}"/>
                  </a:ext>
                </a:extLst>
              </p:cNvPr>
              <p:cNvCxnSpPr>
                <a:cxnSpLocks/>
                <a:endCxn id="189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C4EDEF22-B953-6FAC-1C40-C0C224A7FE4B}"/>
                  </a:ext>
                </a:extLst>
              </p:cNvPr>
              <p:cNvCxnSpPr>
                <a:cxnSpLocks/>
                <a:stCxn id="189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45E6735E-5432-F95B-EA80-54F15382B6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8E9EDA2D-5D66-FD9D-00B3-8E8EF5B30F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90F47ADC-F56C-9085-B844-34A4342038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88B01B46-597D-144D-6DBC-31AFF9D9A2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E831B928-6088-5EFF-750A-8450FC118E12}"/>
              </a:ext>
            </a:extLst>
          </p:cNvPr>
          <p:cNvGrpSpPr>
            <a:grpSpLocks noChangeAspect="1"/>
          </p:cNvGrpSpPr>
          <p:nvPr/>
        </p:nvGrpSpPr>
        <p:grpSpPr>
          <a:xfrm>
            <a:off x="7902666" y="2491155"/>
            <a:ext cx="1829682" cy="1828800"/>
            <a:chOff x="1534969" y="1748670"/>
            <a:chExt cx="3675396" cy="3673627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341E10B8-4EE2-E358-96D8-396AA8554985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E000EB61-21BC-0F47-3548-85EF8909EF22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9B75AE96-479F-C6C2-B5A8-1FEEFCE6C689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0EE528F9-41C7-B806-8DCD-1DF012C0346D}"/>
                  </a:ext>
                </a:extLst>
              </p:cNvPr>
              <p:cNvCxnSpPr>
                <a:cxnSpLocks/>
                <a:stCxn id="204" idx="0"/>
                <a:endCxn id="204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FFA50BE2-6E50-DA8E-97E6-446100C94D32}"/>
                  </a:ext>
                </a:extLst>
              </p:cNvPr>
              <p:cNvCxnSpPr>
                <a:cxnSpLocks/>
                <a:stCxn id="204" idx="1"/>
                <a:endCxn id="204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9D0355F4-9095-1B99-210E-A83A5E975A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471CBFA7-E01B-3CC7-3C99-7C468F455B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8BAA1BEC-7DD7-5F11-480A-A6F553C025C6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FBC0F36F-AF57-C039-735A-6C1F07CE5EB2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542691E2-1731-AE3B-461A-A81B7F2857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C98A4C14-56F5-B69A-AE6A-0851DDCBFB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9A901E41-D783-DC51-15D8-F41FC916001C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179881C9-4A04-94C5-2B82-84FF4E5AC57E}"/>
                  </a:ext>
                </a:extLst>
              </p:cNvPr>
              <p:cNvCxnSpPr>
                <a:cxnSpLocks/>
                <a:stCxn id="210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37CB1FCA-4D16-9320-66F4-F6A1A3F77D10}"/>
                  </a:ext>
                </a:extLst>
              </p:cNvPr>
              <p:cNvCxnSpPr>
                <a:cxnSpLocks/>
                <a:endCxn id="210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9629876F-99AC-C1AA-8239-8F65591D716D}"/>
                  </a:ext>
                </a:extLst>
              </p:cNvPr>
              <p:cNvCxnSpPr>
                <a:cxnSpLocks/>
                <a:endCxn id="210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BC534249-83F8-4510-DCE9-94334D7C5E0D}"/>
                  </a:ext>
                </a:extLst>
              </p:cNvPr>
              <p:cNvCxnSpPr>
                <a:cxnSpLocks/>
                <a:stCxn id="210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3A5F9EA8-7A5B-750C-F410-1C508C3DA4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7984399E-D727-CEBF-B054-F54069ED98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0513E5CF-E2CD-9EE4-6D5B-48D6D085FA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FCBA68A0-5CEB-B7E2-8EB8-1A86427D1B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B87BD81E-967E-1D57-05A6-EC0CDB67CC51}"/>
              </a:ext>
            </a:extLst>
          </p:cNvPr>
          <p:cNvGrpSpPr>
            <a:grpSpLocks noChangeAspect="1"/>
          </p:cNvGrpSpPr>
          <p:nvPr/>
        </p:nvGrpSpPr>
        <p:grpSpPr>
          <a:xfrm>
            <a:off x="9723650" y="671781"/>
            <a:ext cx="1829682" cy="1828800"/>
            <a:chOff x="1534969" y="1748670"/>
            <a:chExt cx="3675396" cy="3673627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D9CE7BCE-7948-6820-BED5-C7B5A245D649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2EDCF358-57CD-8A14-3A9E-1F018C4C9D37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CC6B7EA9-1AE6-F454-E081-748FA02A6647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D00064D2-7E28-E868-5571-F370D4A6D4FA}"/>
                  </a:ext>
                </a:extLst>
              </p:cNvPr>
              <p:cNvCxnSpPr>
                <a:cxnSpLocks/>
                <a:stCxn id="225" idx="0"/>
                <a:endCxn id="225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6627BEB2-7BCA-27C7-A30F-F64115F10FF7}"/>
                  </a:ext>
                </a:extLst>
              </p:cNvPr>
              <p:cNvCxnSpPr>
                <a:cxnSpLocks/>
                <a:stCxn id="225" idx="1"/>
                <a:endCxn id="225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44A709E3-EA97-1BD7-FD7A-9397A47CB2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DA4BDB59-6C63-617A-2ACE-313380816B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91E3EEF4-940D-5427-6366-BD3A66D6639D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02AC0A10-3A65-77F7-6240-88CECBC1373C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CB348FAB-11BD-34C1-044B-5AFCF02EF4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2966AC70-15AC-0023-E406-51ED7AEE3F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D4F80613-6F0D-7579-27F7-ACCF6034E254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525FEFB9-2A16-9D63-4199-A5248697C3D7}"/>
                  </a:ext>
                </a:extLst>
              </p:cNvPr>
              <p:cNvCxnSpPr>
                <a:cxnSpLocks/>
                <a:stCxn id="231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D85443F4-331C-EA9A-AFBE-1B54483CE174}"/>
                  </a:ext>
                </a:extLst>
              </p:cNvPr>
              <p:cNvCxnSpPr>
                <a:cxnSpLocks/>
                <a:endCxn id="231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DC1EAF15-4246-173A-E114-38539949EFA1}"/>
                  </a:ext>
                </a:extLst>
              </p:cNvPr>
              <p:cNvCxnSpPr>
                <a:cxnSpLocks/>
                <a:endCxn id="231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FC99AB06-D652-98F9-6F5A-13DD0CB4C4A4}"/>
                  </a:ext>
                </a:extLst>
              </p:cNvPr>
              <p:cNvCxnSpPr>
                <a:cxnSpLocks/>
                <a:stCxn id="231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C07550D-EB00-14A5-710E-BF134BEDB8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C9A01065-45E3-280E-D840-DF4CB00435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341F2F3A-E728-C499-FE6F-C44B3D2041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54A5DA3B-53DA-E2A3-1C95-BD242FCEDF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BE75E511-460E-B301-C3B2-6AA3704E2844}"/>
              </a:ext>
            </a:extLst>
          </p:cNvPr>
          <p:cNvGrpSpPr>
            <a:grpSpLocks noChangeAspect="1"/>
          </p:cNvGrpSpPr>
          <p:nvPr/>
        </p:nvGrpSpPr>
        <p:grpSpPr>
          <a:xfrm>
            <a:off x="9723649" y="2492762"/>
            <a:ext cx="1829682" cy="1828800"/>
            <a:chOff x="1534969" y="1748670"/>
            <a:chExt cx="3675396" cy="3673627"/>
          </a:xfrm>
        </p:grpSpPr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261EAABB-C781-C679-2874-A45479862DD4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39A7BBFB-4820-68D4-27A1-CE7273A13FDD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225BA1E7-E795-45F2-F6CC-AE60CF88FC19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13AAF0EB-A6BA-3C91-1740-9692822CBAED}"/>
                  </a:ext>
                </a:extLst>
              </p:cNvPr>
              <p:cNvCxnSpPr>
                <a:cxnSpLocks/>
                <a:stCxn id="246" idx="0"/>
                <a:endCxn id="246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ED611519-A839-5BBF-2A47-97C0AD45EE4E}"/>
                  </a:ext>
                </a:extLst>
              </p:cNvPr>
              <p:cNvCxnSpPr>
                <a:cxnSpLocks/>
                <a:stCxn id="246" idx="1"/>
                <a:endCxn id="246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56B16BB3-310B-4ED5-0A9D-9DCA0BFF4B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5F874A15-947C-125E-43E7-C15F4769F5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F5F1CB1F-31B6-609E-975B-288D9E1ACCBE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A87FA51B-7BE2-AD81-E89F-7984B4025F7F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1AC0190F-CFBF-C874-1FDC-3E5456BC9C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5A22F51D-B0B7-82E7-D65A-909498F4B0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36D27E75-A730-290E-A6C9-2A49B51E3B60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B69F2124-0343-F14E-7E7D-F3BF60C39591}"/>
                  </a:ext>
                </a:extLst>
              </p:cNvPr>
              <p:cNvCxnSpPr>
                <a:cxnSpLocks/>
                <a:stCxn id="252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152F3158-C5F5-2B1B-C19E-279F5CACB3D4}"/>
                  </a:ext>
                </a:extLst>
              </p:cNvPr>
              <p:cNvCxnSpPr>
                <a:cxnSpLocks/>
                <a:endCxn id="252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4AF82F8E-1477-8E6E-432E-6DE992089BE7}"/>
                  </a:ext>
                </a:extLst>
              </p:cNvPr>
              <p:cNvCxnSpPr>
                <a:cxnSpLocks/>
                <a:endCxn id="252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C0EBE583-5355-19BD-E4FF-6644C8EC5A23}"/>
                  </a:ext>
                </a:extLst>
              </p:cNvPr>
              <p:cNvCxnSpPr>
                <a:cxnSpLocks/>
                <a:stCxn id="252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754A6E9D-374F-1E61-4318-711CAA414B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0F1AA503-1A33-E2C1-12C5-1DED607C19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A63EEF33-F836-D7E6-B193-1F436162CC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9BF73533-3810-E0EA-B74E-3A3A6EC32D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006815DD-7E7C-60D3-FBD3-1141AAAB4442}"/>
              </a:ext>
            </a:extLst>
          </p:cNvPr>
          <p:cNvGrpSpPr>
            <a:grpSpLocks noChangeAspect="1"/>
          </p:cNvGrpSpPr>
          <p:nvPr/>
        </p:nvGrpSpPr>
        <p:grpSpPr>
          <a:xfrm>
            <a:off x="618727" y="4313749"/>
            <a:ext cx="1829682" cy="1828800"/>
            <a:chOff x="1534969" y="1748670"/>
            <a:chExt cx="3675396" cy="3673627"/>
          </a:xfrm>
        </p:grpSpPr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BCB1B9C3-172E-9A47-3E14-453677792663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95BDF1BE-15A8-C484-E75A-40287C37C0AE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1BD3702B-68DD-5F41-CABC-6C30EC8745B8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19AA125C-5527-CBB5-72C3-2B324CB69556}"/>
                  </a:ext>
                </a:extLst>
              </p:cNvPr>
              <p:cNvCxnSpPr>
                <a:cxnSpLocks/>
                <a:stCxn id="267" idx="0"/>
                <a:endCxn id="267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29F7A912-8E21-8F19-83FD-37CEE75A41F9}"/>
                  </a:ext>
                </a:extLst>
              </p:cNvPr>
              <p:cNvCxnSpPr>
                <a:cxnSpLocks/>
                <a:stCxn id="267" idx="1"/>
                <a:endCxn id="267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B3B11736-31CE-C448-D7D8-1CAC57A710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F54C0D97-B8AB-D540-2C6B-4BF36DF665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29EFF7C3-6863-1579-9333-D6C1DF9B0B58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0D102E18-93D0-BC49-FA29-9F148159CE33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3D45A107-7DF1-352C-7675-38324366BC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8D4ADFC3-E68D-AF52-9E85-72A12FF5E9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3BC40A95-A747-FB0D-D5C5-6F8D795B731E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2159D0CE-6178-7E8A-F55D-2D1AA4DB9B4C}"/>
                  </a:ext>
                </a:extLst>
              </p:cNvPr>
              <p:cNvCxnSpPr>
                <a:cxnSpLocks/>
                <a:stCxn id="273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913112D7-84F3-150A-17B5-60E0975168F7}"/>
                  </a:ext>
                </a:extLst>
              </p:cNvPr>
              <p:cNvCxnSpPr>
                <a:cxnSpLocks/>
                <a:endCxn id="273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72ED61D0-DC96-1CFF-6790-9726B197CF76}"/>
                  </a:ext>
                </a:extLst>
              </p:cNvPr>
              <p:cNvCxnSpPr>
                <a:cxnSpLocks/>
                <a:endCxn id="273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3626BB39-FB52-BAB8-A6B9-77EC42490247}"/>
                  </a:ext>
                </a:extLst>
              </p:cNvPr>
              <p:cNvCxnSpPr>
                <a:cxnSpLocks/>
                <a:stCxn id="273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F6F1DAF2-86ED-135E-BDDC-2D977F0644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C040F729-B875-393F-805D-0F4DE6DF07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20C39E4C-F7CD-78A6-1E1C-6D0BF9B869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426052C9-D534-DAE5-3348-E2CBF8EB9B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36320F7E-AEB3-C0F5-8395-EA2507478349}"/>
              </a:ext>
            </a:extLst>
          </p:cNvPr>
          <p:cNvGrpSpPr>
            <a:grpSpLocks noChangeAspect="1"/>
          </p:cNvGrpSpPr>
          <p:nvPr/>
        </p:nvGrpSpPr>
        <p:grpSpPr>
          <a:xfrm>
            <a:off x="2439711" y="4313749"/>
            <a:ext cx="1829682" cy="1828800"/>
            <a:chOff x="1534969" y="1748670"/>
            <a:chExt cx="3675396" cy="3673627"/>
          </a:xfrm>
        </p:grpSpPr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E9F7793C-7AB3-32DD-9EC0-CC0ED9C8B677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D2E3B98B-AB03-3AFD-6272-11B1EC6D3686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2DBCFB13-F397-4826-B535-ED23140FFEC6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BEDA12C0-AC31-CAF5-6486-45FF907F8E92}"/>
                  </a:ext>
                </a:extLst>
              </p:cNvPr>
              <p:cNvCxnSpPr>
                <a:cxnSpLocks/>
                <a:stCxn id="288" idx="0"/>
                <a:endCxn id="288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65A14C28-A39D-F412-CE73-98807B019EDD}"/>
                  </a:ext>
                </a:extLst>
              </p:cNvPr>
              <p:cNvCxnSpPr>
                <a:cxnSpLocks/>
                <a:stCxn id="288" idx="1"/>
                <a:endCxn id="288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7063A54F-BA81-7AFB-1DE8-D629F9BAE9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0A4C3DEB-997F-3CB3-A251-540F623458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8532BF6C-A39A-099D-E9C9-AD8C0C543B86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8AE244B6-6679-FF7F-1E0C-A83C01077B73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0FC44A8D-AA9A-0459-9152-427E4AEFAD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DEBD2A1D-EFFC-77D9-1D7D-1C03E6ADEB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A27D2105-1E45-B7C3-107A-DE66156D74A7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679D2178-6C6E-12AF-533C-23DF4B5CB170}"/>
                  </a:ext>
                </a:extLst>
              </p:cNvPr>
              <p:cNvCxnSpPr>
                <a:cxnSpLocks/>
                <a:stCxn id="294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BD781363-3BC8-0944-42E3-D3A3C499DD3E}"/>
                  </a:ext>
                </a:extLst>
              </p:cNvPr>
              <p:cNvCxnSpPr>
                <a:cxnSpLocks/>
                <a:endCxn id="294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DD9AE1E0-0722-FE7C-358C-5996A05431BA}"/>
                  </a:ext>
                </a:extLst>
              </p:cNvPr>
              <p:cNvCxnSpPr>
                <a:cxnSpLocks/>
                <a:endCxn id="294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7E22FC6B-74FA-47DB-534B-2B6D5CCBF9A7}"/>
                  </a:ext>
                </a:extLst>
              </p:cNvPr>
              <p:cNvCxnSpPr>
                <a:cxnSpLocks/>
                <a:stCxn id="294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DBF07750-BA77-155F-FB5B-461BEEFA76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1F108D2C-9393-2088-C611-EA215BA121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5F9274DE-3482-C2FD-1F3A-E60D6302B8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59F2B27C-919D-A5AD-3821-835D674C06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E081FD8E-92A2-2E70-73C0-A82D4FC24934}"/>
              </a:ext>
            </a:extLst>
          </p:cNvPr>
          <p:cNvGrpSpPr>
            <a:grpSpLocks noChangeAspect="1"/>
          </p:cNvGrpSpPr>
          <p:nvPr/>
        </p:nvGrpSpPr>
        <p:grpSpPr>
          <a:xfrm>
            <a:off x="4258503" y="4313750"/>
            <a:ext cx="1829682" cy="1828800"/>
            <a:chOff x="1534969" y="1748670"/>
            <a:chExt cx="3675396" cy="3673627"/>
          </a:xfrm>
        </p:grpSpPr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7F775198-4298-7A62-7ABA-DE5800981081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308" name="Oval 307">
                <a:extLst>
                  <a:ext uri="{FF2B5EF4-FFF2-40B4-BE49-F238E27FC236}">
                    <a16:creationId xmlns:a16="http://schemas.microsoft.com/office/drawing/2014/main" id="{F52ACF30-1E81-FF96-0EB1-C9181E725F06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A4E2DACD-A917-FD5E-BDB3-7E2AE6B037B7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11CAE235-ABAA-3D69-F970-BD76F04546D4}"/>
                  </a:ext>
                </a:extLst>
              </p:cNvPr>
              <p:cNvCxnSpPr>
                <a:cxnSpLocks/>
                <a:stCxn id="309" idx="0"/>
                <a:endCxn id="309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4D491E42-EAB8-6D09-8308-EF7023230276}"/>
                  </a:ext>
                </a:extLst>
              </p:cNvPr>
              <p:cNvCxnSpPr>
                <a:cxnSpLocks/>
                <a:stCxn id="309" idx="1"/>
                <a:endCxn id="309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9872F618-4083-A943-91D3-44E8912656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77EF9657-2610-040F-634D-D49A2242C9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78FBCF81-ACFF-7A97-223B-532895DF647F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AF0556C4-697A-BF85-E487-386FE6FB251A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B4ED8AD8-8582-F93E-1F0E-122508BB17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55990FC4-3049-A520-B244-EB4A68EA14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B599B535-FD11-434D-89F4-D78FDA98BE38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2F9EF6BD-17A7-895F-8FCD-D1AA6F543470}"/>
                  </a:ext>
                </a:extLst>
              </p:cNvPr>
              <p:cNvCxnSpPr>
                <a:cxnSpLocks/>
                <a:stCxn id="315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04D4C691-4A08-A451-367D-F44DA5E7CE5A}"/>
                  </a:ext>
                </a:extLst>
              </p:cNvPr>
              <p:cNvCxnSpPr>
                <a:cxnSpLocks/>
                <a:endCxn id="315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4C2970B6-21D3-E70E-F09C-C6B88B98C84F}"/>
                  </a:ext>
                </a:extLst>
              </p:cNvPr>
              <p:cNvCxnSpPr>
                <a:cxnSpLocks/>
                <a:endCxn id="315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8661F55E-7340-E8E2-CF7D-F927C4CB6427}"/>
                  </a:ext>
                </a:extLst>
              </p:cNvPr>
              <p:cNvCxnSpPr>
                <a:cxnSpLocks/>
                <a:stCxn id="315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4F856282-D922-CFB8-2C93-EF5A749137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46F655CB-3B8B-9E5F-35D7-048FDC6C24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79C0D39A-9ADC-1AB9-2D57-C6B72B0F73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B3DBE282-B350-C007-B023-D857C298B7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ECBC9F6D-287B-B414-74F5-6780483442F6}"/>
              </a:ext>
            </a:extLst>
          </p:cNvPr>
          <p:cNvGrpSpPr>
            <a:grpSpLocks noChangeAspect="1"/>
          </p:cNvGrpSpPr>
          <p:nvPr/>
        </p:nvGrpSpPr>
        <p:grpSpPr>
          <a:xfrm>
            <a:off x="6080370" y="4313750"/>
            <a:ext cx="1829682" cy="1828800"/>
            <a:chOff x="1534969" y="1748670"/>
            <a:chExt cx="3675396" cy="3673627"/>
          </a:xfrm>
        </p:grpSpPr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05913FC0-642B-1776-AFB3-41D5869D1061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329" name="Oval 328">
                <a:extLst>
                  <a:ext uri="{FF2B5EF4-FFF2-40B4-BE49-F238E27FC236}">
                    <a16:creationId xmlns:a16="http://schemas.microsoft.com/office/drawing/2014/main" id="{FB07803F-B1D3-B6A5-7CD8-9AA9D37A54FD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0F1BD831-9475-48AC-A6A7-4DA2DAF04F92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54D7DACB-A453-ED8B-1D36-FF33B3CB9A60}"/>
                  </a:ext>
                </a:extLst>
              </p:cNvPr>
              <p:cNvCxnSpPr>
                <a:cxnSpLocks/>
                <a:stCxn id="330" idx="0"/>
                <a:endCxn id="330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FB34267D-CA86-5289-2324-4B2DBF5BFF4E}"/>
                  </a:ext>
                </a:extLst>
              </p:cNvPr>
              <p:cNvCxnSpPr>
                <a:cxnSpLocks/>
                <a:stCxn id="330" idx="1"/>
                <a:endCxn id="330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74C232AF-B927-D7A1-D191-3AFD4368C8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1CEE6DF4-1BA7-F675-9405-0B9DA6A089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2F02ECD5-9278-82EC-479F-A4FEEDC41715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51F1981A-77C6-0E04-222A-FFCE8E8ABBFD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232A929B-923D-F677-8E31-E61F5B7318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8C8B318F-4BC1-BF36-8C97-88BA9D8957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E7E7FB3A-2B00-D7C1-80D4-91176BCF9EC5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29E1C499-915F-D586-17C0-44657016EF57}"/>
                  </a:ext>
                </a:extLst>
              </p:cNvPr>
              <p:cNvCxnSpPr>
                <a:cxnSpLocks/>
                <a:stCxn id="336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6733A123-6A41-CD04-C02A-76DC4ACB711F}"/>
                  </a:ext>
                </a:extLst>
              </p:cNvPr>
              <p:cNvCxnSpPr>
                <a:cxnSpLocks/>
                <a:endCxn id="336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41E4A702-297B-D258-0AAA-0BC669292AFC}"/>
                  </a:ext>
                </a:extLst>
              </p:cNvPr>
              <p:cNvCxnSpPr>
                <a:cxnSpLocks/>
                <a:endCxn id="336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FE6A4DB2-7CCC-124C-8450-05FC0BF0E13F}"/>
                  </a:ext>
                </a:extLst>
              </p:cNvPr>
              <p:cNvCxnSpPr>
                <a:cxnSpLocks/>
                <a:stCxn id="336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D329F2F4-865D-E6E1-B189-5E5FC40A8A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D2FB0B28-6D64-3C3E-A88A-3BF03E08D6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3738F29D-F84A-32FA-3248-AE1E206307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CE97CF0E-5A15-A55E-1F2C-A15AD24BFF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8DFEF6E9-38C3-844F-52B3-9E7D3A071A26}"/>
              </a:ext>
            </a:extLst>
          </p:cNvPr>
          <p:cNvGrpSpPr>
            <a:grpSpLocks noChangeAspect="1"/>
          </p:cNvGrpSpPr>
          <p:nvPr/>
        </p:nvGrpSpPr>
        <p:grpSpPr>
          <a:xfrm>
            <a:off x="7902665" y="4313749"/>
            <a:ext cx="1829682" cy="1828800"/>
            <a:chOff x="1534969" y="1748670"/>
            <a:chExt cx="3675396" cy="3673627"/>
          </a:xfrm>
        </p:grpSpPr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CA3099D5-7C67-216B-F24A-62BC4804E45B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350" name="Oval 349">
                <a:extLst>
                  <a:ext uri="{FF2B5EF4-FFF2-40B4-BE49-F238E27FC236}">
                    <a16:creationId xmlns:a16="http://schemas.microsoft.com/office/drawing/2014/main" id="{F2DC4B05-EEA4-C966-E7D2-C5464A728CE0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25C9A896-01BE-E019-75AD-422D7974CBB7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194C8B8B-E163-A75C-5AC5-2871E28778AF}"/>
                  </a:ext>
                </a:extLst>
              </p:cNvPr>
              <p:cNvCxnSpPr>
                <a:cxnSpLocks/>
                <a:stCxn id="351" idx="0"/>
                <a:endCxn id="351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DA5384B1-2958-F691-3A14-587962BDBCED}"/>
                  </a:ext>
                </a:extLst>
              </p:cNvPr>
              <p:cNvCxnSpPr>
                <a:cxnSpLocks/>
                <a:stCxn id="351" idx="1"/>
                <a:endCxn id="351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868A7550-7E6A-821A-3B4C-C309EAC715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6647BD1F-B52A-6061-92D4-3EC549D3A2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C334539E-34CA-45EF-91BC-719B1FB06AE0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57" name="Rectangle 356">
                <a:extLst>
                  <a:ext uri="{FF2B5EF4-FFF2-40B4-BE49-F238E27FC236}">
                    <a16:creationId xmlns:a16="http://schemas.microsoft.com/office/drawing/2014/main" id="{FB432EA1-F11A-9EF7-BCBD-9D539079DA0B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F12636E6-B002-9B35-813E-10BE130F1A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F535CB06-7314-77B2-B81B-C6BFFE380D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1" name="Group 340">
              <a:extLst>
                <a:ext uri="{FF2B5EF4-FFF2-40B4-BE49-F238E27FC236}">
                  <a16:creationId xmlns:a16="http://schemas.microsoft.com/office/drawing/2014/main" id="{A872DCDD-D050-B22D-922C-18399B459689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342" name="Straight Connector 341">
                <a:extLst>
                  <a:ext uri="{FF2B5EF4-FFF2-40B4-BE49-F238E27FC236}">
                    <a16:creationId xmlns:a16="http://schemas.microsoft.com/office/drawing/2014/main" id="{D7DBA83D-0BC9-F27F-3B8D-18F1ACF5D9B3}"/>
                  </a:ext>
                </a:extLst>
              </p:cNvPr>
              <p:cNvCxnSpPr>
                <a:cxnSpLocks/>
                <a:stCxn id="357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93EDCD27-3CAE-59D7-068F-033516690CE6}"/>
                  </a:ext>
                </a:extLst>
              </p:cNvPr>
              <p:cNvCxnSpPr>
                <a:cxnSpLocks/>
                <a:endCxn id="357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Straight Connector 343">
                <a:extLst>
                  <a:ext uri="{FF2B5EF4-FFF2-40B4-BE49-F238E27FC236}">
                    <a16:creationId xmlns:a16="http://schemas.microsoft.com/office/drawing/2014/main" id="{E4D52A43-7A99-AF5F-7636-483779AA495F}"/>
                  </a:ext>
                </a:extLst>
              </p:cNvPr>
              <p:cNvCxnSpPr>
                <a:cxnSpLocks/>
                <a:endCxn id="357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67C15060-58B9-DE62-1CE6-57088CBA7295}"/>
                  </a:ext>
                </a:extLst>
              </p:cNvPr>
              <p:cNvCxnSpPr>
                <a:cxnSpLocks/>
                <a:stCxn id="357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>
                <a:extLst>
                  <a:ext uri="{FF2B5EF4-FFF2-40B4-BE49-F238E27FC236}">
                    <a16:creationId xmlns:a16="http://schemas.microsoft.com/office/drawing/2014/main" id="{E72B6B10-A18B-F77F-23E2-05B170C111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Straight Connector 346">
                <a:extLst>
                  <a:ext uri="{FF2B5EF4-FFF2-40B4-BE49-F238E27FC236}">
                    <a16:creationId xmlns:a16="http://schemas.microsoft.com/office/drawing/2014/main" id="{8440440A-80A6-C916-AFA0-8DA9C8842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Connector 347">
                <a:extLst>
                  <a:ext uri="{FF2B5EF4-FFF2-40B4-BE49-F238E27FC236}">
                    <a16:creationId xmlns:a16="http://schemas.microsoft.com/office/drawing/2014/main" id="{3E77A874-56D3-BDF7-6EA3-E369E0A226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Straight Connector 348">
                <a:extLst>
                  <a:ext uri="{FF2B5EF4-FFF2-40B4-BE49-F238E27FC236}">
                    <a16:creationId xmlns:a16="http://schemas.microsoft.com/office/drawing/2014/main" id="{9A7E9D62-4822-25BA-1814-EEA90CC734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B19F3A2F-5622-0D6A-3A95-C02578435278}"/>
              </a:ext>
            </a:extLst>
          </p:cNvPr>
          <p:cNvGrpSpPr>
            <a:grpSpLocks noChangeAspect="1"/>
          </p:cNvGrpSpPr>
          <p:nvPr/>
        </p:nvGrpSpPr>
        <p:grpSpPr>
          <a:xfrm>
            <a:off x="9723649" y="4313750"/>
            <a:ext cx="1829682" cy="1828800"/>
            <a:chOff x="1534969" y="1748670"/>
            <a:chExt cx="3675396" cy="3673627"/>
          </a:xfrm>
        </p:grpSpPr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C15618CC-6E0B-6C7E-5B38-C49C5BB02A89}"/>
                </a:ext>
              </a:extLst>
            </p:cNvPr>
            <p:cNvGrpSpPr/>
            <p:nvPr/>
          </p:nvGrpSpPr>
          <p:grpSpPr>
            <a:xfrm>
              <a:off x="1536956" y="1748670"/>
              <a:ext cx="3658110" cy="3661772"/>
              <a:chOff x="1536956" y="1748670"/>
              <a:chExt cx="3658110" cy="3661772"/>
            </a:xfrm>
          </p:grpSpPr>
          <p:sp>
            <p:nvSpPr>
              <p:cNvPr id="371" name="Oval 370">
                <a:extLst>
                  <a:ext uri="{FF2B5EF4-FFF2-40B4-BE49-F238E27FC236}">
                    <a16:creationId xmlns:a16="http://schemas.microsoft.com/office/drawing/2014/main" id="{28999108-7ABA-1EF7-499F-063794FDCB44}"/>
                  </a:ext>
                </a:extLst>
              </p:cNvPr>
              <p:cNvSpPr/>
              <p:nvPr/>
            </p:nvSpPr>
            <p:spPr>
              <a:xfrm>
                <a:off x="1537467" y="1752842"/>
                <a:ext cx="3657599" cy="3657600"/>
              </a:xfrm>
              <a:prstGeom prst="ellipse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2BF80A3D-C890-BD86-4FEB-69B5D9C13E2A}"/>
                  </a:ext>
                </a:extLst>
              </p:cNvPr>
              <p:cNvSpPr/>
              <p:nvPr/>
            </p:nvSpPr>
            <p:spPr>
              <a:xfrm>
                <a:off x="1536956" y="1752842"/>
                <a:ext cx="3657600" cy="3657600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C7025623-5F20-2E39-AE1C-0B6A8C4DC37A}"/>
                  </a:ext>
                </a:extLst>
              </p:cNvPr>
              <p:cNvCxnSpPr>
                <a:cxnSpLocks/>
                <a:stCxn id="372" idx="0"/>
                <a:endCxn id="372" idx="2"/>
              </p:cNvCxnSpPr>
              <p:nvPr/>
            </p:nvCxnSpPr>
            <p:spPr>
              <a:xfrm>
                <a:off x="3365756" y="1752842"/>
                <a:ext cx="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49168D8E-2732-1A14-1822-D4A2214B1766}"/>
                  </a:ext>
                </a:extLst>
              </p:cNvPr>
              <p:cNvCxnSpPr>
                <a:cxnSpLocks/>
                <a:stCxn id="372" idx="1"/>
                <a:endCxn id="372" idx="3"/>
              </p:cNvCxnSpPr>
              <p:nvPr/>
            </p:nvCxnSpPr>
            <p:spPr>
              <a:xfrm>
                <a:off x="1536956" y="3581642"/>
                <a:ext cx="3657600" cy="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AE36C54F-A3FB-A0B2-93EE-9FA281F0FB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6956" y="1752842"/>
                <a:ext cx="3657600" cy="3657600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E6B0BEE7-B6A9-C528-4957-BD16EEA8E5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5855" y="1752842"/>
                <a:ext cx="3639803" cy="3640914"/>
              </a:xfrm>
              <a:prstGeom prst="line">
                <a:avLst/>
              </a:prstGeom>
              <a:ln w="63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5AC2812C-292F-2E0D-B993-344A6B8B5826}"/>
                  </a:ext>
                </a:extLst>
              </p:cNvPr>
              <p:cNvSpPr/>
              <p:nvPr/>
            </p:nvSpPr>
            <p:spPr>
              <a:xfrm rot="2700000">
                <a:off x="2084950" y="2284611"/>
                <a:ext cx="2587752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AAC9A1BA-B0C7-ACED-AC37-526947583E50}"/>
                  </a:ext>
                </a:extLst>
              </p:cNvPr>
              <p:cNvSpPr/>
              <p:nvPr/>
            </p:nvSpPr>
            <p:spPr>
              <a:xfrm>
                <a:off x="2076644" y="2290972"/>
                <a:ext cx="2588218" cy="2587752"/>
              </a:xfrm>
              <a:prstGeom prst="rect">
                <a:avLst/>
              </a:prstGeom>
              <a:noFill/>
              <a:ln w="635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379" name="Straight Connector 378">
                <a:extLst>
                  <a:ext uri="{FF2B5EF4-FFF2-40B4-BE49-F238E27FC236}">
                    <a16:creationId xmlns:a16="http://schemas.microsoft.com/office/drawing/2014/main" id="{C501DFB5-19AA-0BEE-7D52-0E138A378A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5016" y="1750755"/>
                <a:ext cx="0" cy="36575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94776F21-EDC7-6D54-2A92-AB2F1B8A1A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477" y="1748670"/>
                <a:ext cx="0" cy="36596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F680239B-F0E7-01E1-B5F1-A89C53A57026}"/>
                </a:ext>
              </a:extLst>
            </p:cNvPr>
            <p:cNvGrpSpPr/>
            <p:nvPr/>
          </p:nvGrpSpPr>
          <p:grpSpPr>
            <a:xfrm>
              <a:off x="1534969" y="1754113"/>
              <a:ext cx="3675396" cy="3668184"/>
              <a:chOff x="1529153" y="1748670"/>
              <a:chExt cx="3675396" cy="3668184"/>
            </a:xfrm>
          </p:grpSpPr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6D8B968C-1A01-93E5-5779-E109263C5AA6}"/>
                  </a:ext>
                </a:extLst>
              </p:cNvPr>
              <p:cNvCxnSpPr>
                <a:cxnSpLocks/>
                <a:stCxn id="378" idx="0"/>
              </p:cNvCxnSpPr>
              <p:nvPr/>
            </p:nvCxnSpPr>
            <p:spPr>
              <a:xfrm flipH="1">
                <a:off x="1529153" y="2290972"/>
                <a:ext cx="1841600" cy="75847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C31BC03A-9E82-BCEE-0BFD-FF7CC67B6A37}"/>
                  </a:ext>
                </a:extLst>
              </p:cNvPr>
              <p:cNvCxnSpPr>
                <a:cxnSpLocks/>
                <a:endCxn id="378" idx="0"/>
              </p:cNvCxnSpPr>
              <p:nvPr/>
            </p:nvCxnSpPr>
            <p:spPr>
              <a:xfrm flipH="1" flipV="1">
                <a:off x="3370753" y="2290972"/>
                <a:ext cx="1833796" cy="7207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id="{0A66457F-118A-663F-F20D-007B47CB4A44}"/>
                  </a:ext>
                </a:extLst>
              </p:cNvPr>
              <p:cNvCxnSpPr>
                <a:cxnSpLocks/>
                <a:endCxn id="378" idx="2"/>
              </p:cNvCxnSpPr>
              <p:nvPr/>
            </p:nvCxnSpPr>
            <p:spPr>
              <a:xfrm flipH="1">
                <a:off x="3370753" y="4086403"/>
                <a:ext cx="1815999" cy="792321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365">
                <a:extLst>
                  <a:ext uri="{FF2B5EF4-FFF2-40B4-BE49-F238E27FC236}">
                    <a16:creationId xmlns:a16="http://schemas.microsoft.com/office/drawing/2014/main" id="{3F8DC40A-8052-CDDC-F4F9-CAA503F813B0}"/>
                  </a:ext>
                </a:extLst>
              </p:cNvPr>
              <p:cNvCxnSpPr>
                <a:cxnSpLocks/>
                <a:stCxn id="378" idx="2"/>
              </p:cNvCxnSpPr>
              <p:nvPr/>
            </p:nvCxnSpPr>
            <p:spPr>
              <a:xfrm flipH="1" flipV="1">
                <a:off x="1529153" y="4069717"/>
                <a:ext cx="1841600" cy="809007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>
                <a:extLst>
                  <a:ext uri="{FF2B5EF4-FFF2-40B4-BE49-F238E27FC236}">
                    <a16:creationId xmlns:a16="http://schemas.microsoft.com/office/drawing/2014/main" id="{92A153B8-E476-E05F-52FB-B642CCB9B6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1473" y="1748670"/>
                <a:ext cx="658649" cy="1841316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51F0AE8A-4AC5-AB0B-7216-E52D032AE9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1473" y="3581642"/>
                <a:ext cx="687007" cy="1835212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4CC61A98-EEF0-0A76-4490-9DE9BC191E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5637" y="1748670"/>
                <a:ext cx="719378" cy="1824629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35F6EB89-2D79-6E48-3DB3-2CC0A6F05C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67161" y="3573299"/>
                <a:ext cx="757854" cy="1837143"/>
              </a:xfrm>
              <a:prstGeom prst="line">
                <a:avLst/>
              </a:prstGeom>
              <a:ln w="1016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18804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6F4D1-13C4-CA48-4273-CE3C7F834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7272E36F-1FBE-0FCB-9445-48CBD8B4D5F9}"/>
              </a:ext>
            </a:extLst>
          </p:cNvPr>
          <p:cNvSpPr txBox="1"/>
          <p:nvPr/>
        </p:nvSpPr>
        <p:spPr>
          <a:xfrm>
            <a:off x="324542" y="373802"/>
            <a:ext cx="1715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Sixfold Pattern 7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D719651-E84C-AB29-795C-F7143ECA8B46}"/>
              </a:ext>
            </a:extLst>
          </p:cNvPr>
          <p:cNvGrpSpPr/>
          <p:nvPr/>
        </p:nvGrpSpPr>
        <p:grpSpPr>
          <a:xfrm>
            <a:off x="2970622" y="462512"/>
            <a:ext cx="6579000" cy="6115708"/>
            <a:chOff x="2970622" y="462512"/>
            <a:chExt cx="6579000" cy="6115708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BB0B35C-C288-8852-BC6C-BB93E13C0B09}"/>
                </a:ext>
              </a:extLst>
            </p:cNvPr>
            <p:cNvCxnSpPr>
              <a:cxnSpLocks/>
            </p:cNvCxnSpPr>
            <p:nvPr/>
          </p:nvCxnSpPr>
          <p:spPr>
            <a:xfrm rot="3600000" flipH="1">
              <a:off x="5390905" y="184729"/>
              <a:ext cx="1738435" cy="30103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71344C08-456E-567A-1FCE-E212C2F2D048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4" y="465924"/>
              <a:chExt cx="6579000" cy="6115708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F5496274-594A-92F2-0B6B-73983558DCA7}"/>
                  </a:ext>
                </a:extLst>
              </p:cNvPr>
              <p:cNvGrpSpPr/>
              <p:nvPr/>
            </p:nvGrpSpPr>
            <p:grpSpPr>
              <a:xfrm>
                <a:off x="3248510" y="685800"/>
                <a:ext cx="6023228" cy="5486400"/>
                <a:chOff x="3248510" y="685800"/>
                <a:chExt cx="6023228" cy="5486400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6F600623-62F5-497F-0F23-91574453B516}"/>
                    </a:ext>
                  </a:extLst>
                </p:cNvPr>
                <p:cNvGrpSpPr/>
                <p:nvPr/>
              </p:nvGrpSpPr>
              <p:grpSpPr>
                <a:xfrm>
                  <a:off x="3516924" y="685800"/>
                  <a:ext cx="5486400" cy="5486400"/>
                  <a:chOff x="3352800" y="685800"/>
                  <a:chExt cx="5486400" cy="5486400"/>
                </a:xfrm>
              </p:grpSpPr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3E9319B6-1DA8-D5F3-690A-3A6A9FA45F7F}"/>
                      </a:ext>
                    </a:extLst>
                  </p:cNvPr>
                  <p:cNvGrpSpPr/>
                  <p:nvPr/>
                </p:nvGrpSpPr>
                <p:grpSpPr>
                  <a:xfrm>
                    <a:off x="3352800" y="685800"/>
                    <a:ext cx="5486400" cy="5486400"/>
                    <a:chOff x="3352800" y="685800"/>
                    <a:chExt cx="5486400" cy="5486400"/>
                  </a:xfrm>
                </p:grpSpPr>
                <p:sp>
                  <p:nvSpPr>
                    <p:cNvPr id="3" name="Oval 2">
                      <a:extLst>
                        <a:ext uri="{FF2B5EF4-FFF2-40B4-BE49-F238E27FC236}">
                          <a16:creationId xmlns:a16="http://schemas.microsoft.com/office/drawing/2014/main" id="{0EF06115-640A-E938-58B1-2900FA86E2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352800" y="685800"/>
                      <a:ext cx="5486400" cy="5486400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7" name="Straight Connector 6">
                      <a:extLst>
                        <a:ext uri="{FF2B5EF4-FFF2-40B4-BE49-F238E27FC236}">
                          <a16:creationId xmlns:a16="http://schemas.microsoft.com/office/drawing/2014/main" id="{4344F97A-F3C2-496F-80F0-A82EB0386E98}"/>
                        </a:ext>
                      </a:extLst>
                    </p:cNvPr>
                    <p:cNvCxnSpPr>
                      <a:stCxn id="3" idx="0"/>
                      <a:endCxn id="3" idx="4"/>
                    </p:cNvCxnSpPr>
                    <p:nvPr/>
                  </p:nvCxnSpPr>
                  <p:spPr>
                    <a:xfrm>
                      <a:off x="6096000" y="685800"/>
                      <a:ext cx="0" cy="54864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" name="Straight Connector 10">
                      <a:extLst>
                        <a:ext uri="{FF2B5EF4-FFF2-40B4-BE49-F238E27FC236}">
                          <a16:creationId xmlns:a16="http://schemas.microsoft.com/office/drawing/2014/main" id="{80B3AC88-699F-6D48-F6B7-E5ADAC2BA301}"/>
                        </a:ext>
                      </a:extLst>
                    </p:cNvPr>
                    <p:cNvCxnSpPr>
                      <a:stCxn id="3" idx="2"/>
                      <a:endCxn id="3" idx="6"/>
                    </p:cNvCxnSpPr>
                    <p:nvPr/>
                  </p:nvCxnSpPr>
                  <p:spPr>
                    <a:xfrm>
                      <a:off x="3352800" y="3429000"/>
                      <a:ext cx="54864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Straight Connector 16">
                      <a:extLst>
                        <a:ext uri="{FF2B5EF4-FFF2-40B4-BE49-F238E27FC236}">
                          <a16:creationId xmlns:a16="http://schemas.microsoft.com/office/drawing/2014/main" id="{5833035D-D7BF-828F-BC05-9ED878C9733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724400" y="1053319"/>
                      <a:ext cx="2743200" cy="4751362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D63D5575-AC15-AD83-96C9-851EBEF102B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720319" y="2057400"/>
                      <a:ext cx="4751362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Straight Connector 26">
                      <a:extLst>
                        <a:ext uri="{FF2B5EF4-FFF2-40B4-BE49-F238E27FC236}">
                          <a16:creationId xmlns:a16="http://schemas.microsoft.com/office/drawing/2014/main" id="{6AB2B92C-8B3C-9378-876B-3C2EC3FFA72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724400" y="1053319"/>
                      <a:ext cx="2743200" cy="4751362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Straight Connector 29">
                      <a:extLst>
                        <a:ext uri="{FF2B5EF4-FFF2-40B4-BE49-F238E27FC236}">
                          <a16:creationId xmlns:a16="http://schemas.microsoft.com/office/drawing/2014/main" id="{C1B32916-FB35-EC9F-21A9-03FA6D2633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720319" y="2057400"/>
                      <a:ext cx="4751362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33688493-6D7F-BF54-FC64-6A1C07411804}"/>
                      </a:ext>
                    </a:extLst>
                  </p:cNvPr>
                  <p:cNvCxnSpPr>
                    <a:endCxn id="3" idx="0"/>
                  </p:cNvCxnSpPr>
                  <p:nvPr/>
                </p:nvCxnSpPr>
                <p:spPr>
                  <a:xfrm flipV="1">
                    <a:off x="3720319" y="685800"/>
                    <a:ext cx="2375681" cy="13716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62352C80-9D9B-9859-2CD4-843F88C92AF0}"/>
                      </a:ext>
                    </a:extLst>
                  </p:cNvPr>
                  <p:cNvCxnSpPr>
                    <a:stCxn id="3" idx="0"/>
                  </p:cNvCxnSpPr>
                  <p:nvPr/>
                </p:nvCxnSpPr>
                <p:spPr>
                  <a:xfrm>
                    <a:off x="6096000" y="685800"/>
                    <a:ext cx="2375681" cy="13716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A936AABD-ED1C-C77C-D1AD-0918D0C37AF8}"/>
                      </a:ext>
                    </a:extLst>
                  </p:cNvPr>
                  <p:cNvCxnSpPr>
                    <a:stCxn id="3" idx="4"/>
                  </p:cNvCxnSpPr>
                  <p:nvPr/>
                </p:nvCxnSpPr>
                <p:spPr>
                  <a:xfrm flipV="1">
                    <a:off x="6096000" y="4800600"/>
                    <a:ext cx="2375681" cy="13716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3FC522FE-27BC-3AC9-A8BE-A70B580CDE89}"/>
                      </a:ext>
                    </a:extLst>
                  </p:cNvPr>
                  <p:cNvCxnSpPr>
                    <a:stCxn id="3" idx="4"/>
                  </p:cNvCxnSpPr>
                  <p:nvPr/>
                </p:nvCxnSpPr>
                <p:spPr>
                  <a:xfrm flipH="1" flipV="1">
                    <a:off x="3720319" y="4800600"/>
                    <a:ext cx="2375681" cy="13716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47DFDF99-F8AE-EB0F-B0BD-3B86D9F9852F}"/>
                      </a:ext>
                    </a:extLst>
                  </p:cNvPr>
                  <p:cNvCxnSpPr/>
                  <p:nvPr/>
                </p:nvCxnSpPr>
                <p:spPr>
                  <a:xfrm>
                    <a:off x="3720319" y="2057400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90EC0143-36B9-C7A2-000C-66AA9465491C}"/>
                      </a:ext>
                    </a:extLst>
                  </p:cNvPr>
                  <p:cNvCxnSpPr/>
                  <p:nvPr/>
                </p:nvCxnSpPr>
                <p:spPr>
                  <a:xfrm>
                    <a:off x="8471681" y="2057400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AE58884C-A09D-16A3-AFA9-371F25515DCE}"/>
                      </a:ext>
                    </a:extLst>
                  </p:cNvPr>
                  <p:cNvCxnSpPr>
                    <a:stCxn id="3" idx="2"/>
                  </p:cNvCxnSpPr>
                  <p:nvPr/>
                </p:nvCxnSpPr>
                <p:spPr>
                  <a:xfrm flipV="1">
                    <a:off x="3352800" y="1053319"/>
                    <a:ext cx="1371600" cy="2375681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F92F74BF-0E33-311C-6273-4BDE1B7EC730}"/>
                      </a:ext>
                    </a:extLst>
                  </p:cNvPr>
                  <p:cNvCxnSpPr/>
                  <p:nvPr/>
                </p:nvCxnSpPr>
                <p:spPr>
                  <a:xfrm>
                    <a:off x="4724400" y="1053319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6242546E-A0E9-D65E-0DCD-626B903321DE}"/>
                      </a:ext>
                    </a:extLst>
                  </p:cNvPr>
                  <p:cNvCxnSpPr>
                    <a:endCxn id="3" idx="6"/>
                  </p:cNvCxnSpPr>
                  <p:nvPr/>
                </p:nvCxnSpPr>
                <p:spPr>
                  <a:xfrm>
                    <a:off x="7467600" y="1053319"/>
                    <a:ext cx="1371600" cy="2375681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Straight Connector 76">
                    <a:extLst>
                      <a:ext uri="{FF2B5EF4-FFF2-40B4-BE49-F238E27FC236}">
                        <a16:creationId xmlns:a16="http://schemas.microsoft.com/office/drawing/2014/main" id="{7AC16D5B-AA72-0E8B-A425-6C2685F2928F}"/>
                      </a:ext>
                    </a:extLst>
                  </p:cNvPr>
                  <p:cNvCxnSpPr>
                    <a:stCxn id="3" idx="6"/>
                  </p:cNvCxnSpPr>
                  <p:nvPr/>
                </p:nvCxnSpPr>
                <p:spPr>
                  <a:xfrm flipH="1">
                    <a:off x="7467600" y="3429000"/>
                    <a:ext cx="1371600" cy="2375681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3792315E-CF35-40CC-053B-D342DFFC69C9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724400" y="5804681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6C4DE33B-8A75-BB85-09A6-7662EDD9EAC4}"/>
                      </a:ext>
                    </a:extLst>
                  </p:cNvPr>
                  <p:cNvCxnSpPr>
                    <a:endCxn id="3" idx="2"/>
                  </p:cNvCxnSpPr>
                  <p:nvPr/>
                </p:nvCxnSpPr>
                <p:spPr>
                  <a:xfrm flipH="1" flipV="1">
                    <a:off x="3352800" y="3429000"/>
                    <a:ext cx="1371600" cy="2375681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6454BBCD-041C-3A58-EC21-50D876C11C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84443" y="1053318"/>
                  <a:ext cx="1738435" cy="30103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3CEE9078-4CE3-4A6E-2D46-DAC6F5876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97370" y="2794378"/>
                  <a:ext cx="1738435" cy="30103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756D0FC5-9341-41E1-D369-B06CCD5B54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 flipH="1">
                  <a:off x="5390579" y="3659136"/>
                  <a:ext cx="1738435" cy="30103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96210F91-07F8-EAF2-3CA4-89D9B87A2B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H="1">
                  <a:off x="6897369" y="1053507"/>
                  <a:ext cx="1738435" cy="30103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DF028CD1-342E-291C-093F-E1A66E04BD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H="1">
                  <a:off x="3884444" y="2788415"/>
                  <a:ext cx="1738435" cy="30103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41A8A262-3E7D-D088-C666-AF00EF2F9F75}"/>
                  </a:ext>
                </a:extLst>
              </p:cNvPr>
              <p:cNvSpPr/>
              <p:nvPr/>
            </p:nvSpPr>
            <p:spPr>
              <a:xfrm>
                <a:off x="4521687" y="1689187"/>
                <a:ext cx="3474720" cy="3474720"/>
              </a:xfrm>
              <a:prstGeom prst="ellipse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Isosceles Triangle 108">
                <a:extLst>
                  <a:ext uri="{FF2B5EF4-FFF2-40B4-BE49-F238E27FC236}">
                    <a16:creationId xmlns:a16="http://schemas.microsoft.com/office/drawing/2014/main" id="{2AAA5C39-D925-C9E8-729D-4C5FDE2A1D61}"/>
                  </a:ext>
                </a:extLst>
              </p:cNvPr>
              <p:cNvSpPr/>
              <p:nvPr/>
            </p:nvSpPr>
            <p:spPr>
              <a:xfrm>
                <a:off x="4753429" y="1694299"/>
                <a:ext cx="3017520" cy="2606040"/>
              </a:xfrm>
              <a:prstGeom prst="triangle">
                <a:avLst>
                  <a:gd name="adj" fmla="val 49922"/>
                </a:avLst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Isosceles Triangle 109">
                <a:extLst>
                  <a:ext uri="{FF2B5EF4-FFF2-40B4-BE49-F238E27FC236}">
                    <a16:creationId xmlns:a16="http://schemas.microsoft.com/office/drawing/2014/main" id="{5D20B42D-ACB3-DB8E-28B2-A566FE2576A6}"/>
                  </a:ext>
                </a:extLst>
              </p:cNvPr>
              <p:cNvSpPr/>
              <p:nvPr/>
            </p:nvSpPr>
            <p:spPr>
              <a:xfrm rot="10800000">
                <a:off x="4749066" y="2557661"/>
                <a:ext cx="3017520" cy="2606040"/>
              </a:xfrm>
              <a:prstGeom prst="triangle">
                <a:avLst>
                  <a:gd name="adj" fmla="val 49922"/>
                </a:avLst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Isosceles Triangle 110">
                <a:extLst>
                  <a:ext uri="{FF2B5EF4-FFF2-40B4-BE49-F238E27FC236}">
                    <a16:creationId xmlns:a16="http://schemas.microsoft.com/office/drawing/2014/main" id="{2626B057-41DE-6B19-FCBC-EC924C75BB10}"/>
                  </a:ext>
                </a:extLst>
              </p:cNvPr>
              <p:cNvSpPr/>
              <p:nvPr/>
            </p:nvSpPr>
            <p:spPr>
              <a:xfrm rot="1800000">
                <a:off x="4966110" y="1748113"/>
                <a:ext cx="3017520" cy="2606040"/>
              </a:xfrm>
              <a:prstGeom prst="triangle">
                <a:avLst>
                  <a:gd name="adj" fmla="val 49922"/>
                </a:avLst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Isosceles Triangle 111">
                <a:extLst>
                  <a:ext uri="{FF2B5EF4-FFF2-40B4-BE49-F238E27FC236}">
                    <a16:creationId xmlns:a16="http://schemas.microsoft.com/office/drawing/2014/main" id="{6963F459-9364-2ADD-8183-668EDEB557EB}"/>
                  </a:ext>
                </a:extLst>
              </p:cNvPr>
              <p:cNvSpPr/>
              <p:nvPr/>
            </p:nvSpPr>
            <p:spPr>
              <a:xfrm rot="12600000">
                <a:off x="4529513" y="2503861"/>
                <a:ext cx="3017520" cy="2606040"/>
              </a:xfrm>
              <a:prstGeom prst="triangle">
                <a:avLst>
                  <a:gd name="adj" fmla="val 49922"/>
                </a:avLst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18F6CE64-7BB0-B4D7-D92E-C29ABEE8FD61}"/>
                  </a:ext>
                </a:extLst>
              </p:cNvPr>
              <p:cNvCxnSpPr/>
              <p:nvPr/>
            </p:nvCxnSpPr>
            <p:spPr>
              <a:xfrm>
                <a:off x="5943600" y="465924"/>
                <a:ext cx="0" cy="61157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407B9EB2-778C-38C5-3FB8-EF0B360F3C15}"/>
                  </a:ext>
                </a:extLst>
              </p:cNvPr>
              <p:cNvCxnSpPr/>
              <p:nvPr/>
            </p:nvCxnSpPr>
            <p:spPr>
              <a:xfrm>
                <a:off x="6580495" y="465924"/>
                <a:ext cx="0" cy="61157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C33733BB-91A5-16CE-ECB3-A47F1F7DB973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028478" y="133529"/>
                <a:ext cx="0" cy="61157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7F7A4FC0-BC8F-F12F-1AF0-FF417FCF48F2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395656" y="669248"/>
                <a:ext cx="0" cy="61157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A8FF2B42-55CA-30EB-59C3-950315A552F8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491770" y="121697"/>
                <a:ext cx="0" cy="61157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9567F01E-F035-2C34-075E-B0C82F19ED0E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048735" y="600899"/>
                <a:ext cx="0" cy="61157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903A595-8CD6-E973-F3E2-9DB2A4382C2A}"/>
              </a:ext>
            </a:extLst>
          </p:cNvPr>
          <p:cNvGrpSpPr/>
          <p:nvPr/>
        </p:nvGrpSpPr>
        <p:grpSpPr>
          <a:xfrm>
            <a:off x="3869886" y="1043248"/>
            <a:ext cx="4775873" cy="4866131"/>
            <a:chOff x="-860386" y="746693"/>
            <a:chExt cx="4775873" cy="4866131"/>
          </a:xfrm>
        </p:grpSpPr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EA27FD12-6FFD-CFD6-2080-3D92FC675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A31520A-057B-99F6-8C4E-40FBFFCBD1F8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C87AEAF0-021E-6623-AF4A-D65F586192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5E933D44-C122-ADCC-5EF4-F3117E013B5D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9BBB9D24-C564-FED0-36C1-44C9F15B0F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6CEF41B4-AA9E-81C3-3999-268C9D2FF0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F481F279-8AD2-E57E-3434-D007EADFA9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DD1ECA1D-1A5B-AC94-7A88-BA90D1A03106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03DCB028-5ABC-1BC2-4544-EBA0889436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353C6770-5B5A-70AA-492E-5CD4A78FC1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A03F08CD-60B1-0659-9CAF-75F224C9E0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E3D3EB3E-423B-8FFD-2878-11C875E8EBDE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ED9E89E7-5B26-D49A-E1FF-8304C40C6D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DC206F42-6C1A-7455-719E-010004F62C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13FDC152-2FFC-2074-060E-557C9241BC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07329161-D4B7-6785-C292-D3A7C415F02D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FA909B9A-AA17-0E11-F764-DF6D5AA94B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F044E957-9806-9693-E8BF-0BC1DE88C5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F9FC5EF3-3E19-936A-357C-5FCFF5E595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E24A26D0-D852-04AC-7B4A-ACDEFE1C6F5B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93B1CEEF-AB36-50FC-DA49-E4BC8AFF56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22AF7016-5489-5902-ECC8-508D9DB43A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1287E2D1-6808-5892-0514-CF4C2F5204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D5472207-7D91-75F2-8634-315ACFF23258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6808BCBB-04FA-3F33-F9F1-14E5A786AC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E53F3737-BB3C-AAC9-5F89-3324236EC1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E24F6098-F396-117D-CB9A-82B1EC52D9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6EDB8C1E-570E-4349-D184-DBD86F168F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DFE85CF9-B4EB-642A-2101-755F4FF95F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BEFDA63C-7FB7-8832-C1FF-E738E311EE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BDAA39ED-377B-04BB-3EA8-6ABB91D4852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AAB2E6D6-1682-2BE4-AE39-952D94D00DE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C3D137BC-492F-1EED-AD8F-3F6D46A20FE1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6D39DD19-BE68-FD91-AC27-ADD2D3CAC114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567E3AAB-AFC4-2E3E-73EA-90E926B6197B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610E4C45-C622-3F4D-6436-43172F067C6F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868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8FA45-47DA-BEF7-CD26-9942A50EC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D6361702-185F-153B-5CBF-2C99DECF9F67}"/>
              </a:ext>
            </a:extLst>
          </p:cNvPr>
          <p:cNvSpPr txBox="1"/>
          <p:nvPr/>
        </p:nvSpPr>
        <p:spPr>
          <a:xfrm>
            <a:off x="41734" y="6410226"/>
            <a:ext cx="1715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Sixfold Pattern 7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1F64BF-B311-4DB2-9C9F-3313468B3BDC}"/>
              </a:ext>
            </a:extLst>
          </p:cNvPr>
          <p:cNvGrpSpPr>
            <a:grpSpLocks noChangeAspect="1"/>
          </p:cNvGrpSpPr>
          <p:nvPr/>
        </p:nvGrpSpPr>
        <p:grpSpPr>
          <a:xfrm>
            <a:off x="-18684" y="2337502"/>
            <a:ext cx="2951010" cy="2743200"/>
            <a:chOff x="2970622" y="462512"/>
            <a:chExt cx="6579000" cy="6115708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AAC15565-74C3-1C17-FBF9-CEBDF7E2BA5F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4EAF8B60-8C42-580D-18DB-9D8175B3BBD8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7290B943-708B-FA52-D3A4-C72460CCB540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21D2F9D1-C51A-1674-B67A-7252A81ECA2A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88" name="Group 87">
                    <a:extLst>
                      <a:ext uri="{FF2B5EF4-FFF2-40B4-BE49-F238E27FC236}">
                        <a16:creationId xmlns:a16="http://schemas.microsoft.com/office/drawing/2014/main" id="{BE72D03B-CACF-8B0E-74D2-2FD036126623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A418AA65-57D5-7AA8-94E9-3B79832709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3" name="Oval 2">
                        <a:extLst>
                          <a:ext uri="{FF2B5EF4-FFF2-40B4-BE49-F238E27FC236}">
                            <a16:creationId xmlns:a16="http://schemas.microsoft.com/office/drawing/2014/main" id="{A19C9AA9-2B8B-B257-2A36-931F4503527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" name="Straight Connector 6">
                        <a:extLst>
                          <a:ext uri="{FF2B5EF4-FFF2-40B4-BE49-F238E27FC236}">
                            <a16:creationId xmlns:a16="http://schemas.microsoft.com/office/drawing/2014/main" id="{29700806-FBF9-57C6-C1E9-E485DA66E5FB}"/>
                          </a:ext>
                        </a:extLst>
                      </p:cNvPr>
                      <p:cNvCxnSpPr>
                        <a:stCxn id="3" idx="0"/>
                        <a:endCxn id="3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" name="Straight Connector 10">
                        <a:extLst>
                          <a:ext uri="{FF2B5EF4-FFF2-40B4-BE49-F238E27FC236}">
                            <a16:creationId xmlns:a16="http://schemas.microsoft.com/office/drawing/2014/main" id="{2B9B7B0E-3FA3-64DF-BA28-9F2637C181D4}"/>
                          </a:ext>
                        </a:extLst>
                      </p:cNvPr>
                      <p:cNvCxnSpPr>
                        <a:stCxn id="3" idx="2"/>
                        <a:endCxn id="3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" name="Straight Connector 16">
                        <a:extLst>
                          <a:ext uri="{FF2B5EF4-FFF2-40B4-BE49-F238E27FC236}">
                            <a16:creationId xmlns:a16="http://schemas.microsoft.com/office/drawing/2014/main" id="{9EFE9BF2-433F-33EB-4E18-6FC90389DF0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" name="Straight Connector 22">
                        <a:extLst>
                          <a:ext uri="{FF2B5EF4-FFF2-40B4-BE49-F238E27FC236}">
                            <a16:creationId xmlns:a16="http://schemas.microsoft.com/office/drawing/2014/main" id="{9E7E2A73-EB59-41B0-2118-38F79DBC63A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7" name="Straight Connector 26">
                        <a:extLst>
                          <a:ext uri="{FF2B5EF4-FFF2-40B4-BE49-F238E27FC236}">
                            <a16:creationId xmlns:a16="http://schemas.microsoft.com/office/drawing/2014/main" id="{7B4C77B0-ED1B-15B6-9279-60FF3A85FBC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0" name="Straight Connector 29">
                        <a:extLst>
                          <a:ext uri="{FF2B5EF4-FFF2-40B4-BE49-F238E27FC236}">
                            <a16:creationId xmlns:a16="http://schemas.microsoft.com/office/drawing/2014/main" id="{64CBCF7E-8825-D443-6F1B-06E2197B4EE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41" name="Straight Connector 40">
                      <a:extLst>
                        <a:ext uri="{FF2B5EF4-FFF2-40B4-BE49-F238E27FC236}">
                          <a16:creationId xmlns:a16="http://schemas.microsoft.com/office/drawing/2014/main" id="{0419A9C2-9471-33D1-0AC8-67F2745584B5}"/>
                        </a:ext>
                      </a:extLst>
                    </p:cNvPr>
                    <p:cNvCxnSpPr>
                      <a:endCxn id="3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Straight Connector 42">
                      <a:extLst>
                        <a:ext uri="{FF2B5EF4-FFF2-40B4-BE49-F238E27FC236}">
                          <a16:creationId xmlns:a16="http://schemas.microsoft.com/office/drawing/2014/main" id="{9394A53C-04E1-B641-E462-3CB84ED7AAD4}"/>
                        </a:ext>
                      </a:extLst>
                    </p:cNvPr>
                    <p:cNvCxnSpPr>
                      <a:stCxn id="3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" name="Straight Connector 53">
                      <a:extLst>
                        <a:ext uri="{FF2B5EF4-FFF2-40B4-BE49-F238E27FC236}">
                          <a16:creationId xmlns:a16="http://schemas.microsoft.com/office/drawing/2014/main" id="{BD088467-213C-948D-F691-AE1FEFFAB9B0}"/>
                        </a:ext>
                      </a:extLst>
                    </p:cNvPr>
                    <p:cNvCxnSpPr>
                      <a:stCxn id="3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" name="Straight Connector 58">
                      <a:extLst>
                        <a:ext uri="{FF2B5EF4-FFF2-40B4-BE49-F238E27FC236}">
                          <a16:creationId xmlns:a16="http://schemas.microsoft.com/office/drawing/2014/main" id="{97C63AB8-A25F-7126-3F36-04371F066C9E}"/>
                        </a:ext>
                      </a:extLst>
                    </p:cNvPr>
                    <p:cNvCxnSpPr>
                      <a:stCxn id="3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" name="Straight Connector 61">
                      <a:extLst>
                        <a:ext uri="{FF2B5EF4-FFF2-40B4-BE49-F238E27FC236}">
                          <a16:creationId xmlns:a16="http://schemas.microsoft.com/office/drawing/2014/main" id="{9F31B800-67AE-EFC2-2FF6-8DDBDF9644E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" name="Straight Connector 64">
                      <a:extLst>
                        <a:ext uri="{FF2B5EF4-FFF2-40B4-BE49-F238E27FC236}">
                          <a16:creationId xmlns:a16="http://schemas.microsoft.com/office/drawing/2014/main" id="{7518E841-D3AA-262B-DD29-D1111B81B90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" name="Straight Connector 68">
                      <a:extLst>
                        <a:ext uri="{FF2B5EF4-FFF2-40B4-BE49-F238E27FC236}">
                          <a16:creationId xmlns:a16="http://schemas.microsoft.com/office/drawing/2014/main" id="{0DCC2D7C-80FB-E97B-5036-5A622830EFA9}"/>
                        </a:ext>
                      </a:extLst>
                    </p:cNvPr>
                    <p:cNvCxnSpPr>
                      <a:stCxn id="3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" name="Straight Connector 70">
                      <a:extLst>
                        <a:ext uri="{FF2B5EF4-FFF2-40B4-BE49-F238E27FC236}">
                          <a16:creationId xmlns:a16="http://schemas.microsoft.com/office/drawing/2014/main" id="{48E135E9-4A0C-4C80-F421-212CB3B82FE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Straight Connector 73">
                      <a:extLst>
                        <a:ext uri="{FF2B5EF4-FFF2-40B4-BE49-F238E27FC236}">
                          <a16:creationId xmlns:a16="http://schemas.microsoft.com/office/drawing/2014/main" id="{80497E07-1B7F-33F2-A28B-26B48A4C2508}"/>
                        </a:ext>
                      </a:extLst>
                    </p:cNvPr>
                    <p:cNvCxnSpPr>
                      <a:endCxn id="3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Straight Connector 76">
                      <a:extLst>
                        <a:ext uri="{FF2B5EF4-FFF2-40B4-BE49-F238E27FC236}">
                          <a16:creationId xmlns:a16="http://schemas.microsoft.com/office/drawing/2014/main" id="{CF6363DB-F8B9-01D0-D82B-DF4131B0650F}"/>
                        </a:ext>
                      </a:extLst>
                    </p:cNvPr>
                    <p:cNvCxnSpPr>
                      <a:stCxn id="3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" name="Straight Connector 82">
                      <a:extLst>
                        <a:ext uri="{FF2B5EF4-FFF2-40B4-BE49-F238E27FC236}">
                          <a16:creationId xmlns:a16="http://schemas.microsoft.com/office/drawing/2014/main" id="{F618D2CE-827E-F356-8387-6417609C35A0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Straight Connector 86">
                      <a:extLst>
                        <a:ext uri="{FF2B5EF4-FFF2-40B4-BE49-F238E27FC236}">
                          <a16:creationId xmlns:a16="http://schemas.microsoft.com/office/drawing/2014/main" id="{509F7FA7-000F-2125-35C2-EB7E6A7EB57F}"/>
                        </a:ext>
                      </a:extLst>
                    </p:cNvPr>
                    <p:cNvCxnSpPr>
                      <a:endCxn id="3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77A99B2C-241E-46DE-3DD6-31D8ACD19A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0B18F555-9460-9E18-0B27-1EA6CBB03C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F6EE7440-695F-2EE6-B27B-5C20A12FA2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418AB5B2-2AF6-679E-217B-A6618D7A95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C5CECB3A-A424-9907-8217-3C18918D98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A6F0E899-45C2-841A-9C78-ABD750F334BD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Isosceles Triangle 108">
                  <a:extLst>
                    <a:ext uri="{FF2B5EF4-FFF2-40B4-BE49-F238E27FC236}">
                      <a16:creationId xmlns:a16="http://schemas.microsoft.com/office/drawing/2014/main" id="{847168EB-A8A3-D250-D16A-554213970A31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Isosceles Triangle 109">
                  <a:extLst>
                    <a:ext uri="{FF2B5EF4-FFF2-40B4-BE49-F238E27FC236}">
                      <a16:creationId xmlns:a16="http://schemas.microsoft.com/office/drawing/2014/main" id="{76E70F89-6BEB-21B8-DED0-6C521A01DFEE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Isosceles Triangle 110">
                  <a:extLst>
                    <a:ext uri="{FF2B5EF4-FFF2-40B4-BE49-F238E27FC236}">
                      <a16:creationId xmlns:a16="http://schemas.microsoft.com/office/drawing/2014/main" id="{C59E9FA2-BAAC-8C65-F302-3F493593111D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Isosceles Triangle 111">
                  <a:extLst>
                    <a:ext uri="{FF2B5EF4-FFF2-40B4-BE49-F238E27FC236}">
                      <a16:creationId xmlns:a16="http://schemas.microsoft.com/office/drawing/2014/main" id="{D43A77FB-FA6E-F92C-3503-7BBD0DA8DF08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46CD5149-B225-68A5-75EE-3596D8002C1D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3478F5FA-68B4-0D20-41BC-D84988A9CAD9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2DCD6973-1A25-D17D-392C-A328135D97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1FB2C6BC-9DB1-CF7D-6C39-A098CC4EE4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11D4570A-8107-10EE-365C-E90AB5BD4B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D9300647-33CE-534A-3F86-FF22001282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3B8707E-45FA-F259-FC24-DAFD8F538141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E206D6D4-C284-D00D-3A20-7DBAE5F753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63EEAA5-5236-C654-9BA0-C91D0BED72DE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8BB87710-3901-8605-6888-8A14C1B3C0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9E73C6AB-42E5-AC2F-87D8-D0CA9E9D2CDC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7D02D420-1272-A3FA-DEC3-9D743048F8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B16085C8-1196-4359-6258-B85CC98159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F83050C1-9E97-25C2-5801-379D93B18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7" name="Group 156">
                  <a:extLst>
                    <a:ext uri="{FF2B5EF4-FFF2-40B4-BE49-F238E27FC236}">
                      <a16:creationId xmlns:a16="http://schemas.microsoft.com/office/drawing/2014/main" id="{3E7510F9-43DB-7568-AF39-D28C26488064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A851D689-55B0-3D6B-4F6A-CB50392EEA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8381D704-8BFC-6D74-E115-15FB3176F5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Straight Connector 153">
                    <a:extLst>
                      <a:ext uri="{FF2B5EF4-FFF2-40B4-BE49-F238E27FC236}">
                        <a16:creationId xmlns:a16="http://schemas.microsoft.com/office/drawing/2014/main" id="{D5C92418-DE5D-E265-4533-1FC1BCDA10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8" name="Group 157">
                  <a:extLst>
                    <a:ext uri="{FF2B5EF4-FFF2-40B4-BE49-F238E27FC236}">
                      <a16:creationId xmlns:a16="http://schemas.microsoft.com/office/drawing/2014/main" id="{DB77B476-6BB0-80D8-25ED-60BDC5995957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59" name="Straight Connector 158">
                    <a:extLst>
                      <a:ext uri="{FF2B5EF4-FFF2-40B4-BE49-F238E27FC236}">
                        <a16:creationId xmlns:a16="http://schemas.microsoft.com/office/drawing/2014/main" id="{15B56C85-1D78-04ED-9827-DD2029797B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Straight Connector 159">
                    <a:extLst>
                      <a:ext uri="{FF2B5EF4-FFF2-40B4-BE49-F238E27FC236}">
                        <a16:creationId xmlns:a16="http://schemas.microsoft.com/office/drawing/2014/main" id="{0FA3DBC1-FCC8-CB1B-B8D2-B44D497A89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>
                    <a:extLst>
                      <a:ext uri="{FF2B5EF4-FFF2-40B4-BE49-F238E27FC236}">
                        <a16:creationId xmlns:a16="http://schemas.microsoft.com/office/drawing/2014/main" id="{385054B1-CCA9-49D3-CC6D-F57F880FE8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F70B7CB4-1624-9D5D-A731-55784628F0CE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63" name="Straight Connector 162">
                    <a:extLst>
                      <a:ext uri="{FF2B5EF4-FFF2-40B4-BE49-F238E27FC236}">
                        <a16:creationId xmlns:a16="http://schemas.microsoft.com/office/drawing/2014/main" id="{F835C248-80EE-1C19-8F11-2ADA20A0C3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2EB81ACA-69F9-E037-9D28-6A2ABAF6D3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10D276D0-8760-6393-8F16-CE17101CEA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8088C255-864B-82CF-D5B2-35D74704A07D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67" name="Straight Connector 166">
                    <a:extLst>
                      <a:ext uri="{FF2B5EF4-FFF2-40B4-BE49-F238E27FC236}">
                        <a16:creationId xmlns:a16="http://schemas.microsoft.com/office/drawing/2014/main" id="{D60B1D1E-A1B4-DF10-5951-1482EF5D39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>
                    <a:extLst>
                      <a:ext uri="{FF2B5EF4-FFF2-40B4-BE49-F238E27FC236}">
                        <a16:creationId xmlns:a16="http://schemas.microsoft.com/office/drawing/2014/main" id="{56284EDA-24AA-C3E3-89BD-576E8606AD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91A8109F-BF20-B6F1-CC60-885B25156B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8" name="Group 177">
                  <a:extLst>
                    <a:ext uri="{FF2B5EF4-FFF2-40B4-BE49-F238E27FC236}">
                      <a16:creationId xmlns:a16="http://schemas.microsoft.com/office/drawing/2014/main" id="{8517AB03-24ED-48C2-3BD2-8A5D745B2E30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171" name="Straight Connector 170">
                    <a:extLst>
                      <a:ext uri="{FF2B5EF4-FFF2-40B4-BE49-F238E27FC236}">
                        <a16:creationId xmlns:a16="http://schemas.microsoft.com/office/drawing/2014/main" id="{04B215CF-DD10-187D-7FD8-303048925F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Connector 172">
                    <a:extLst>
                      <a:ext uri="{FF2B5EF4-FFF2-40B4-BE49-F238E27FC236}">
                        <a16:creationId xmlns:a16="http://schemas.microsoft.com/office/drawing/2014/main" id="{F0D4C67B-BFBA-946C-154A-6D075655FA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>
                    <a:extLst>
                      <a:ext uri="{FF2B5EF4-FFF2-40B4-BE49-F238E27FC236}">
                        <a16:creationId xmlns:a16="http://schemas.microsoft.com/office/drawing/2014/main" id="{409DA28F-968E-8561-B9EB-DEBFA1B56C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Straight Connector 174">
                    <a:extLst>
                      <a:ext uri="{FF2B5EF4-FFF2-40B4-BE49-F238E27FC236}">
                        <a16:creationId xmlns:a16="http://schemas.microsoft.com/office/drawing/2014/main" id="{7EC954BF-6A14-A217-801E-247AF066FB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Straight Connector 175">
                    <a:extLst>
                      <a:ext uri="{FF2B5EF4-FFF2-40B4-BE49-F238E27FC236}">
                        <a16:creationId xmlns:a16="http://schemas.microsoft.com/office/drawing/2014/main" id="{0B4847F9-3951-CFD7-5341-0D08A511EF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Straight Connector 176">
                    <a:extLst>
                      <a:ext uri="{FF2B5EF4-FFF2-40B4-BE49-F238E27FC236}">
                        <a16:creationId xmlns:a16="http://schemas.microsoft.com/office/drawing/2014/main" id="{44A5FAE5-14A4-A78E-CA38-1D10C7DE41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EA69B692-215D-E4BA-2CFF-28387C6D9A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830D8358-83FC-6F95-3AF3-7C8AED31ADE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38204BF9-991E-2499-FD51-AEA8D3ED9F5D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F66FEA2F-25D5-C45F-BEF4-41BC6995EED0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FE67573F-260E-96D3-80D6-4A0D25B65EB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BEC2A18D-C4CC-C554-2BA0-1D3FDD38FE2B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8B51FA7-7DCD-D73F-2946-21DCAD48A8AC}"/>
              </a:ext>
            </a:extLst>
          </p:cNvPr>
          <p:cNvGrpSpPr>
            <a:grpSpLocks noChangeAspect="1"/>
          </p:cNvGrpSpPr>
          <p:nvPr/>
        </p:nvGrpSpPr>
        <p:grpSpPr>
          <a:xfrm>
            <a:off x="2113696" y="2336386"/>
            <a:ext cx="2951010" cy="2743200"/>
            <a:chOff x="2970622" y="462512"/>
            <a:chExt cx="6579000" cy="611570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846D228-E76D-C82D-6296-32DFE02914BB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800F4D5-1C62-9622-1C9E-50D4B72F1711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95DF6C20-85ED-CE43-22F0-9F38E1CD8103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38B4B19-9472-8DF8-B3A3-0A07121D6B78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75" name="Group 74">
                    <a:extLst>
                      <a:ext uri="{FF2B5EF4-FFF2-40B4-BE49-F238E27FC236}">
                        <a16:creationId xmlns:a16="http://schemas.microsoft.com/office/drawing/2014/main" id="{763325FB-F266-750F-9410-B0503BD8A470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82" name="Group 81">
                      <a:extLst>
                        <a:ext uri="{FF2B5EF4-FFF2-40B4-BE49-F238E27FC236}">
                          <a16:creationId xmlns:a16="http://schemas.microsoft.com/office/drawing/2014/main" id="{53F49121-13FD-C93C-EE0A-56E18E589E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99" name="Oval 98">
                        <a:extLst>
                          <a:ext uri="{FF2B5EF4-FFF2-40B4-BE49-F238E27FC236}">
                            <a16:creationId xmlns:a16="http://schemas.microsoft.com/office/drawing/2014/main" id="{E1DDBE17-F461-174A-FDD6-7CDEB6F37D4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100" name="Straight Connector 99">
                        <a:extLst>
                          <a:ext uri="{FF2B5EF4-FFF2-40B4-BE49-F238E27FC236}">
                            <a16:creationId xmlns:a16="http://schemas.microsoft.com/office/drawing/2014/main" id="{7D6F90B9-5EC0-FF7D-145E-9F2F4ADC68D8}"/>
                          </a:ext>
                        </a:extLst>
                      </p:cNvPr>
                      <p:cNvCxnSpPr>
                        <a:stCxn id="99" idx="0"/>
                        <a:endCxn id="99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1" name="Straight Connector 100">
                        <a:extLst>
                          <a:ext uri="{FF2B5EF4-FFF2-40B4-BE49-F238E27FC236}">
                            <a16:creationId xmlns:a16="http://schemas.microsoft.com/office/drawing/2014/main" id="{53632B69-9717-EF05-1361-F9218946D1D0}"/>
                          </a:ext>
                        </a:extLst>
                      </p:cNvPr>
                      <p:cNvCxnSpPr>
                        <a:stCxn id="99" idx="2"/>
                        <a:endCxn id="99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3" name="Straight Connector 112">
                        <a:extLst>
                          <a:ext uri="{FF2B5EF4-FFF2-40B4-BE49-F238E27FC236}">
                            <a16:creationId xmlns:a16="http://schemas.microsoft.com/office/drawing/2014/main" id="{F1C4E784-B4A9-9F3D-583A-5D1DE5585B4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2" name="Straight Connector 121">
                        <a:extLst>
                          <a:ext uri="{FF2B5EF4-FFF2-40B4-BE49-F238E27FC236}">
                            <a16:creationId xmlns:a16="http://schemas.microsoft.com/office/drawing/2014/main" id="{106D62C0-C784-029B-9DF1-90D9555D031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4" name="Straight Connector 123">
                        <a:extLst>
                          <a:ext uri="{FF2B5EF4-FFF2-40B4-BE49-F238E27FC236}">
                            <a16:creationId xmlns:a16="http://schemas.microsoft.com/office/drawing/2014/main" id="{05039E81-527A-667B-EB29-270C0F854FD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5" name="Straight Connector 124">
                        <a:extLst>
                          <a:ext uri="{FF2B5EF4-FFF2-40B4-BE49-F238E27FC236}">
                            <a16:creationId xmlns:a16="http://schemas.microsoft.com/office/drawing/2014/main" id="{44BEFED9-D3E2-F3FD-5D34-FF76A4DD447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84" name="Straight Connector 83">
                      <a:extLst>
                        <a:ext uri="{FF2B5EF4-FFF2-40B4-BE49-F238E27FC236}">
                          <a16:creationId xmlns:a16="http://schemas.microsoft.com/office/drawing/2014/main" id="{751FE3EB-CFA8-AA91-8C4E-36A411440850}"/>
                        </a:ext>
                      </a:extLst>
                    </p:cNvPr>
                    <p:cNvCxnSpPr>
                      <a:endCxn id="99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" name="Straight Connector 84">
                      <a:extLst>
                        <a:ext uri="{FF2B5EF4-FFF2-40B4-BE49-F238E27FC236}">
                          <a16:creationId xmlns:a16="http://schemas.microsoft.com/office/drawing/2014/main" id="{5563B9C2-307E-22B5-7D74-13E86CCAA113}"/>
                        </a:ext>
                      </a:extLst>
                    </p:cNvPr>
                    <p:cNvCxnSpPr>
                      <a:stCxn id="99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Straight Connector 85">
                      <a:extLst>
                        <a:ext uri="{FF2B5EF4-FFF2-40B4-BE49-F238E27FC236}">
                          <a16:creationId xmlns:a16="http://schemas.microsoft.com/office/drawing/2014/main" id="{E59DB65B-B059-2650-F395-1F3DB000E94B}"/>
                        </a:ext>
                      </a:extLst>
                    </p:cNvPr>
                    <p:cNvCxnSpPr>
                      <a:stCxn id="99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Straight Connector 88">
                      <a:extLst>
                        <a:ext uri="{FF2B5EF4-FFF2-40B4-BE49-F238E27FC236}">
                          <a16:creationId xmlns:a16="http://schemas.microsoft.com/office/drawing/2014/main" id="{716E4F8A-71C5-BBF0-75C1-67CD736EC3E4}"/>
                        </a:ext>
                      </a:extLst>
                    </p:cNvPr>
                    <p:cNvCxnSpPr>
                      <a:stCxn id="99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Straight Connector 89">
                      <a:extLst>
                        <a:ext uri="{FF2B5EF4-FFF2-40B4-BE49-F238E27FC236}">
                          <a16:creationId xmlns:a16="http://schemas.microsoft.com/office/drawing/2014/main" id="{C08C80AB-E015-BB0D-C218-669FD7844B4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Straight Connector 91">
                      <a:extLst>
                        <a:ext uri="{FF2B5EF4-FFF2-40B4-BE49-F238E27FC236}">
                          <a16:creationId xmlns:a16="http://schemas.microsoft.com/office/drawing/2014/main" id="{572EEFE6-0AB6-63FC-DA72-8F0647649D1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Straight Connector 92">
                      <a:extLst>
                        <a:ext uri="{FF2B5EF4-FFF2-40B4-BE49-F238E27FC236}">
                          <a16:creationId xmlns:a16="http://schemas.microsoft.com/office/drawing/2014/main" id="{A1168323-B55A-230C-5D8E-F40262A6103C}"/>
                        </a:ext>
                      </a:extLst>
                    </p:cNvPr>
                    <p:cNvCxnSpPr>
                      <a:stCxn id="99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" name="Straight Connector 93">
                      <a:extLst>
                        <a:ext uri="{FF2B5EF4-FFF2-40B4-BE49-F238E27FC236}">
                          <a16:creationId xmlns:a16="http://schemas.microsoft.com/office/drawing/2014/main" id="{8DE9DEDA-DA66-F4DF-9912-494576705B3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Straight Connector 94">
                      <a:extLst>
                        <a:ext uri="{FF2B5EF4-FFF2-40B4-BE49-F238E27FC236}">
                          <a16:creationId xmlns:a16="http://schemas.microsoft.com/office/drawing/2014/main" id="{6E6F1A01-6E8B-8781-21B0-8020503B938F}"/>
                        </a:ext>
                      </a:extLst>
                    </p:cNvPr>
                    <p:cNvCxnSpPr>
                      <a:endCxn id="99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" name="Straight Connector 95">
                      <a:extLst>
                        <a:ext uri="{FF2B5EF4-FFF2-40B4-BE49-F238E27FC236}">
                          <a16:creationId xmlns:a16="http://schemas.microsoft.com/office/drawing/2014/main" id="{D6965BCC-2686-5DDB-C24C-7F87C77DDA48}"/>
                        </a:ext>
                      </a:extLst>
                    </p:cNvPr>
                    <p:cNvCxnSpPr>
                      <a:stCxn id="99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" name="Straight Connector 96">
                      <a:extLst>
                        <a:ext uri="{FF2B5EF4-FFF2-40B4-BE49-F238E27FC236}">
                          <a16:creationId xmlns:a16="http://schemas.microsoft.com/office/drawing/2014/main" id="{94FEEB93-3441-32E2-D8F2-7678F87139FC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" name="Straight Connector 97">
                      <a:extLst>
                        <a:ext uri="{FF2B5EF4-FFF2-40B4-BE49-F238E27FC236}">
                          <a16:creationId xmlns:a16="http://schemas.microsoft.com/office/drawing/2014/main" id="{8915935C-A744-C31A-61B2-D5C74524F16E}"/>
                        </a:ext>
                      </a:extLst>
                    </p:cNvPr>
                    <p:cNvCxnSpPr>
                      <a:endCxn id="99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7415EAB6-790C-4610-4979-7123AB00B9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Straight Connector 77">
                    <a:extLst>
                      <a:ext uri="{FF2B5EF4-FFF2-40B4-BE49-F238E27FC236}">
                        <a16:creationId xmlns:a16="http://schemas.microsoft.com/office/drawing/2014/main" id="{B4855523-E9A9-9CDA-3FA5-759ED8D8DE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66D6E625-CEBD-E858-734D-4EAC616A64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0415DA07-2581-114A-85CC-B04651DBA6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Connector 80">
                    <a:extLst>
                      <a:ext uri="{FF2B5EF4-FFF2-40B4-BE49-F238E27FC236}">
                        <a16:creationId xmlns:a16="http://schemas.microsoft.com/office/drawing/2014/main" id="{4CA768DA-F18D-B430-69E4-5BEF657B2F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F96E5380-3212-7BAB-0D49-63455EE413FE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Isosceles Triangle 59">
                  <a:extLst>
                    <a:ext uri="{FF2B5EF4-FFF2-40B4-BE49-F238E27FC236}">
                      <a16:creationId xmlns:a16="http://schemas.microsoft.com/office/drawing/2014/main" id="{18BB2A0B-92E6-F38E-5A15-95B17D2A73E9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Isosceles Triangle 60">
                  <a:extLst>
                    <a:ext uri="{FF2B5EF4-FFF2-40B4-BE49-F238E27FC236}">
                      <a16:creationId xmlns:a16="http://schemas.microsoft.com/office/drawing/2014/main" id="{F07D44E9-CCD6-B08D-2083-7DD814E9478C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Isosceles Triangle 62">
                  <a:extLst>
                    <a:ext uri="{FF2B5EF4-FFF2-40B4-BE49-F238E27FC236}">
                      <a16:creationId xmlns:a16="http://schemas.microsoft.com/office/drawing/2014/main" id="{EB506715-8FC7-95B8-EC5E-401BEE0A8E72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Isosceles Triangle 63">
                  <a:extLst>
                    <a:ext uri="{FF2B5EF4-FFF2-40B4-BE49-F238E27FC236}">
                      <a16:creationId xmlns:a16="http://schemas.microsoft.com/office/drawing/2014/main" id="{AD73949F-5D90-517C-78A6-3E76AA586391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4E7E6C38-1865-6AA9-BFF9-283397A68F15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5702FB17-B4EC-B068-EBC2-7A7FC827E73D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D3368342-2366-BF71-157E-FCD20C34E7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A539E2A9-627D-B6FE-5D5D-F4B24BE9A0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3B0ECD21-1FF8-593C-ABB2-5835A14C61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BEC045E-1597-71D6-F7E4-2E0E0ABB9E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EB1AAA-93EA-E51C-9F80-F1995E970856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9BB854B3-FEE1-17AC-57F4-62ED1A7C05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1BF181B-869F-EF1E-0FAF-B3C9E4F4E27E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1E6D0254-B2CE-C815-2389-CB6929CA73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5816401C-E4BC-0F9E-C381-4CF46D06DD6C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7DFF4BFD-992A-31C5-8BB6-258CA735D4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5E2C2B76-5F34-47D7-9B68-7374ABAEC9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F8F4E3DA-3896-B4E8-B37A-864C623CA3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309A956A-A6B1-578D-F950-52C4DF2CA599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25AAB0B2-C4CF-6208-20C6-7D0E213FF6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5AC59FF4-534F-CCD5-9CBF-FC33410CF6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72803FB9-A6AA-86C3-07E2-79DF3340C2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80C354C2-86EC-5775-C695-1DB86C0FBC34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BB4607D0-D03F-80A1-E892-71EA8CA00A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4477C7F4-B75D-36D0-69AA-2832FAC792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9B4B30FE-72B3-8D1C-D4AC-7313424DDD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2270184E-4853-88AD-EFEE-049CC08C6B6A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DC65D2E0-8202-3F27-1D82-3A86D0E604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91EC0DEC-6B3B-D16B-15E3-768CFEC68C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D8EFD2B5-74E7-8EEA-77AE-080B0C22DD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0032DD11-4ACF-A11C-648E-AC16C516F933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94F35355-D295-90E4-49BC-CF7345E9AB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E2DF0D8C-285C-0346-8009-E4E3D35497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7EDAB253-44C6-9906-BE7C-C5502EE37F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D32AA026-68BB-31D5-D58C-3754EAB8512D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FFA61E92-A970-46B7-5C5A-4BB6FB9B9F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FCBA2CC3-B6EC-282C-58FA-EA94972576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5DD2FAC5-26A4-0B60-8E32-97F7C92529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85C9CD20-803B-96C5-7A47-4DF8D65861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40046EE0-7810-DA69-EBF9-199A75999F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397158DD-BD55-E54E-CA25-2AEC60D056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762B5F95-F6C4-19E6-EB30-92AC25AD9B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1A569A6-D813-82A0-A8D5-F59236FBCA7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F05F2CD-CA1C-7F5A-CE11-82EC4E49442F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9798AB9-5B52-3E99-5F56-2B3FAAF676B0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5485C27-9BAD-86FF-311F-797875704EAF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FF90834-92DF-1BED-A1EE-B107BB1D2692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1F93BF9-1AA6-B17C-E1D5-094461DE722E}"/>
              </a:ext>
            </a:extLst>
          </p:cNvPr>
          <p:cNvGrpSpPr>
            <a:grpSpLocks noChangeAspect="1"/>
          </p:cNvGrpSpPr>
          <p:nvPr/>
        </p:nvGrpSpPr>
        <p:grpSpPr>
          <a:xfrm>
            <a:off x="4241297" y="2336386"/>
            <a:ext cx="2951010" cy="2743200"/>
            <a:chOff x="2970622" y="462512"/>
            <a:chExt cx="6579000" cy="6115708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8EE66E85-5859-2ED7-5498-613255799BB6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3D5CF01F-91C1-1D1B-1E52-08032BA0E71C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>
                <a:extLst>
                  <a:ext uri="{FF2B5EF4-FFF2-40B4-BE49-F238E27FC236}">
                    <a16:creationId xmlns:a16="http://schemas.microsoft.com/office/drawing/2014/main" id="{845FDC1B-ECA2-3685-C540-D095AEB68F9D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id="{97CDB43D-E67F-BAE3-F854-05E5D74D57B8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214" name="Group 213">
                    <a:extLst>
                      <a:ext uri="{FF2B5EF4-FFF2-40B4-BE49-F238E27FC236}">
                        <a16:creationId xmlns:a16="http://schemas.microsoft.com/office/drawing/2014/main" id="{07DD5A0E-E0A7-6814-80C4-2F0349F0212A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220" name="Group 219">
                      <a:extLst>
                        <a:ext uri="{FF2B5EF4-FFF2-40B4-BE49-F238E27FC236}">
                          <a16:creationId xmlns:a16="http://schemas.microsoft.com/office/drawing/2014/main" id="{59865B34-FCFF-4E37-9E79-A69F61E012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233" name="Oval 232">
                        <a:extLst>
                          <a:ext uri="{FF2B5EF4-FFF2-40B4-BE49-F238E27FC236}">
                            <a16:creationId xmlns:a16="http://schemas.microsoft.com/office/drawing/2014/main" id="{089FF6AB-C1DE-DB1C-CCD3-DC315248DDF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234" name="Straight Connector 233">
                        <a:extLst>
                          <a:ext uri="{FF2B5EF4-FFF2-40B4-BE49-F238E27FC236}">
                            <a16:creationId xmlns:a16="http://schemas.microsoft.com/office/drawing/2014/main" id="{125C353D-6207-050D-2B01-B9ADD1BCF702}"/>
                          </a:ext>
                        </a:extLst>
                      </p:cNvPr>
                      <p:cNvCxnSpPr>
                        <a:stCxn id="233" idx="0"/>
                        <a:endCxn id="233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5" name="Straight Connector 234">
                        <a:extLst>
                          <a:ext uri="{FF2B5EF4-FFF2-40B4-BE49-F238E27FC236}">
                            <a16:creationId xmlns:a16="http://schemas.microsoft.com/office/drawing/2014/main" id="{2EAFDF89-9096-CF50-EDB5-CC47CADD60D2}"/>
                          </a:ext>
                        </a:extLst>
                      </p:cNvPr>
                      <p:cNvCxnSpPr>
                        <a:stCxn id="233" idx="2"/>
                        <a:endCxn id="233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6" name="Straight Connector 235">
                        <a:extLst>
                          <a:ext uri="{FF2B5EF4-FFF2-40B4-BE49-F238E27FC236}">
                            <a16:creationId xmlns:a16="http://schemas.microsoft.com/office/drawing/2014/main" id="{93DBE885-9404-1345-DEAD-5DC95E8A95F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7" name="Straight Connector 236">
                        <a:extLst>
                          <a:ext uri="{FF2B5EF4-FFF2-40B4-BE49-F238E27FC236}">
                            <a16:creationId xmlns:a16="http://schemas.microsoft.com/office/drawing/2014/main" id="{904F200D-0F72-8C02-CE61-479B724C0A6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8" name="Straight Connector 237">
                        <a:extLst>
                          <a:ext uri="{FF2B5EF4-FFF2-40B4-BE49-F238E27FC236}">
                            <a16:creationId xmlns:a16="http://schemas.microsoft.com/office/drawing/2014/main" id="{F9A88668-6D48-72E7-F93F-CFC131A2CA3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9" name="Straight Connector 238">
                        <a:extLst>
                          <a:ext uri="{FF2B5EF4-FFF2-40B4-BE49-F238E27FC236}">
                            <a16:creationId xmlns:a16="http://schemas.microsoft.com/office/drawing/2014/main" id="{8A84D3D7-1B72-1AB3-CC40-65724B36ABF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221" name="Straight Connector 220">
                      <a:extLst>
                        <a:ext uri="{FF2B5EF4-FFF2-40B4-BE49-F238E27FC236}">
                          <a16:creationId xmlns:a16="http://schemas.microsoft.com/office/drawing/2014/main" id="{2B857624-C355-42FE-0007-C69210F9D770}"/>
                        </a:ext>
                      </a:extLst>
                    </p:cNvPr>
                    <p:cNvCxnSpPr>
                      <a:endCxn id="233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2" name="Straight Connector 221">
                      <a:extLst>
                        <a:ext uri="{FF2B5EF4-FFF2-40B4-BE49-F238E27FC236}">
                          <a16:creationId xmlns:a16="http://schemas.microsoft.com/office/drawing/2014/main" id="{EEC0CB09-9C92-98B7-19CB-6DE3FA91F05F}"/>
                        </a:ext>
                      </a:extLst>
                    </p:cNvPr>
                    <p:cNvCxnSpPr>
                      <a:stCxn id="233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3" name="Straight Connector 222">
                      <a:extLst>
                        <a:ext uri="{FF2B5EF4-FFF2-40B4-BE49-F238E27FC236}">
                          <a16:creationId xmlns:a16="http://schemas.microsoft.com/office/drawing/2014/main" id="{230DC7D7-260B-F24E-8840-E81DB081B0E6}"/>
                        </a:ext>
                      </a:extLst>
                    </p:cNvPr>
                    <p:cNvCxnSpPr>
                      <a:stCxn id="233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4" name="Straight Connector 223">
                      <a:extLst>
                        <a:ext uri="{FF2B5EF4-FFF2-40B4-BE49-F238E27FC236}">
                          <a16:creationId xmlns:a16="http://schemas.microsoft.com/office/drawing/2014/main" id="{F6ABB51C-47F7-DE17-3D4C-B13A12665330}"/>
                        </a:ext>
                      </a:extLst>
                    </p:cNvPr>
                    <p:cNvCxnSpPr>
                      <a:stCxn id="233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5" name="Straight Connector 224">
                      <a:extLst>
                        <a:ext uri="{FF2B5EF4-FFF2-40B4-BE49-F238E27FC236}">
                          <a16:creationId xmlns:a16="http://schemas.microsoft.com/office/drawing/2014/main" id="{1C12FC4C-AFCF-6457-4B6D-E32BAF47F69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6" name="Straight Connector 225">
                      <a:extLst>
                        <a:ext uri="{FF2B5EF4-FFF2-40B4-BE49-F238E27FC236}">
                          <a16:creationId xmlns:a16="http://schemas.microsoft.com/office/drawing/2014/main" id="{31A38924-2B98-2C99-FD72-A2EBDD2835A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7" name="Straight Connector 226">
                      <a:extLst>
                        <a:ext uri="{FF2B5EF4-FFF2-40B4-BE49-F238E27FC236}">
                          <a16:creationId xmlns:a16="http://schemas.microsoft.com/office/drawing/2014/main" id="{D694FF1C-B659-B048-D142-9FDAB7EF06F9}"/>
                        </a:ext>
                      </a:extLst>
                    </p:cNvPr>
                    <p:cNvCxnSpPr>
                      <a:stCxn id="233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8" name="Straight Connector 227">
                      <a:extLst>
                        <a:ext uri="{FF2B5EF4-FFF2-40B4-BE49-F238E27FC236}">
                          <a16:creationId xmlns:a16="http://schemas.microsoft.com/office/drawing/2014/main" id="{17574C5D-A8DF-5C74-5CEB-DE2F4DEFCED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9" name="Straight Connector 228">
                      <a:extLst>
                        <a:ext uri="{FF2B5EF4-FFF2-40B4-BE49-F238E27FC236}">
                          <a16:creationId xmlns:a16="http://schemas.microsoft.com/office/drawing/2014/main" id="{83761552-14B1-BA74-208E-281EB4085919}"/>
                        </a:ext>
                      </a:extLst>
                    </p:cNvPr>
                    <p:cNvCxnSpPr>
                      <a:endCxn id="233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0" name="Straight Connector 229">
                      <a:extLst>
                        <a:ext uri="{FF2B5EF4-FFF2-40B4-BE49-F238E27FC236}">
                          <a16:creationId xmlns:a16="http://schemas.microsoft.com/office/drawing/2014/main" id="{74095EE6-0B4D-7BCA-62CE-1C847034185E}"/>
                        </a:ext>
                      </a:extLst>
                    </p:cNvPr>
                    <p:cNvCxnSpPr>
                      <a:stCxn id="233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1" name="Straight Connector 230">
                      <a:extLst>
                        <a:ext uri="{FF2B5EF4-FFF2-40B4-BE49-F238E27FC236}">
                          <a16:creationId xmlns:a16="http://schemas.microsoft.com/office/drawing/2014/main" id="{F4E3E6DD-E2DC-A279-CCFE-C1950409CCCB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2" name="Straight Connector 231">
                      <a:extLst>
                        <a:ext uri="{FF2B5EF4-FFF2-40B4-BE49-F238E27FC236}">
                          <a16:creationId xmlns:a16="http://schemas.microsoft.com/office/drawing/2014/main" id="{E059ECCB-E032-E189-AB44-6B358F868F09}"/>
                        </a:ext>
                      </a:extLst>
                    </p:cNvPr>
                    <p:cNvCxnSpPr>
                      <a:endCxn id="233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15" name="Straight Connector 214">
                    <a:extLst>
                      <a:ext uri="{FF2B5EF4-FFF2-40B4-BE49-F238E27FC236}">
                        <a16:creationId xmlns:a16="http://schemas.microsoft.com/office/drawing/2014/main" id="{A7E4D164-F533-6F7F-275B-37260894C9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>
                    <a:extLst>
                      <a:ext uri="{FF2B5EF4-FFF2-40B4-BE49-F238E27FC236}">
                        <a16:creationId xmlns:a16="http://schemas.microsoft.com/office/drawing/2014/main" id="{1847263A-6827-A3A4-B88E-D463F2FDE1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Connector 216">
                    <a:extLst>
                      <a:ext uri="{FF2B5EF4-FFF2-40B4-BE49-F238E27FC236}">
                        <a16:creationId xmlns:a16="http://schemas.microsoft.com/office/drawing/2014/main" id="{4682BD5B-A975-C6A4-CA03-A2CD4F2BD5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Straight Connector 217">
                    <a:extLst>
                      <a:ext uri="{FF2B5EF4-FFF2-40B4-BE49-F238E27FC236}">
                        <a16:creationId xmlns:a16="http://schemas.microsoft.com/office/drawing/2014/main" id="{8FD77428-FE07-3E9B-9937-C94A786CE8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9" name="Straight Connector 218">
                    <a:extLst>
                      <a:ext uri="{FF2B5EF4-FFF2-40B4-BE49-F238E27FC236}">
                        <a16:creationId xmlns:a16="http://schemas.microsoft.com/office/drawing/2014/main" id="{F9C1A652-4420-0CB3-93A7-1FCE67AEC6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69595B24-F2FE-0888-AC39-0531E151E4FD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" name="Isosceles Triangle 203">
                  <a:extLst>
                    <a:ext uri="{FF2B5EF4-FFF2-40B4-BE49-F238E27FC236}">
                      <a16:creationId xmlns:a16="http://schemas.microsoft.com/office/drawing/2014/main" id="{5C98369A-A7ED-EC30-9386-189037D10807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Isosceles Triangle 204">
                  <a:extLst>
                    <a:ext uri="{FF2B5EF4-FFF2-40B4-BE49-F238E27FC236}">
                      <a16:creationId xmlns:a16="http://schemas.microsoft.com/office/drawing/2014/main" id="{F762D97E-BAE8-1D2E-E949-E4CB47C14498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" name="Isosceles Triangle 205">
                  <a:extLst>
                    <a:ext uri="{FF2B5EF4-FFF2-40B4-BE49-F238E27FC236}">
                      <a16:creationId xmlns:a16="http://schemas.microsoft.com/office/drawing/2014/main" id="{CDF4692F-8A10-DDBE-B555-9C0E00EC4463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Isosceles Triangle 206">
                  <a:extLst>
                    <a:ext uri="{FF2B5EF4-FFF2-40B4-BE49-F238E27FC236}">
                      <a16:creationId xmlns:a16="http://schemas.microsoft.com/office/drawing/2014/main" id="{7C805A97-117E-BE82-2F25-25C2EDB2870E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FDAF5573-A0C8-FE12-DF9D-D318D13DD532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35C976E6-B470-860B-D24C-DDEF1F03E4A0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A67F4C65-26BF-46E3-E10D-9D09FE821B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3585EBF3-02CC-61AF-D273-3CA8268F57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409DCD89-65E8-EA70-1320-BD972D89D6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120B8C79-8DA6-8845-AADA-14C6C76719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1BB86821-1A57-5FC7-4F74-274D86598D0F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3FA80D39-C568-B04D-E01C-EDE54037A4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41247406-646B-A66B-54DF-0B9B2DA2FE2B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D39DE9D3-85F7-0910-E807-5C28878BEA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D640478A-B81E-7A8E-B2E7-FBB8B6311066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14228204-EAA8-1916-8837-52D3BF6C6D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72F618E8-60CC-C1D7-85F8-25ECC561F5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52CD4DFA-7270-ADE3-5125-E26178C823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B95889BA-28E4-E18B-FBC0-DCE7F9846CB3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97" name="Straight Connector 196">
                    <a:extLst>
                      <a:ext uri="{FF2B5EF4-FFF2-40B4-BE49-F238E27FC236}">
                        <a16:creationId xmlns:a16="http://schemas.microsoft.com/office/drawing/2014/main" id="{1F18761E-71D9-CE22-144D-73659511F4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>
                    <a:extLst>
                      <a:ext uri="{FF2B5EF4-FFF2-40B4-BE49-F238E27FC236}">
                        <a16:creationId xmlns:a16="http://schemas.microsoft.com/office/drawing/2014/main" id="{461F54EE-15B0-D832-D09F-616770599B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Connector 198">
                    <a:extLst>
                      <a:ext uri="{FF2B5EF4-FFF2-40B4-BE49-F238E27FC236}">
                        <a16:creationId xmlns:a16="http://schemas.microsoft.com/office/drawing/2014/main" id="{C714EBC0-F363-2B84-A5EA-486E0AE9E0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784F7B97-8E8C-EA54-1293-3CA20BE7EA9D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94" name="Straight Connector 193">
                    <a:extLst>
                      <a:ext uri="{FF2B5EF4-FFF2-40B4-BE49-F238E27FC236}">
                        <a16:creationId xmlns:a16="http://schemas.microsoft.com/office/drawing/2014/main" id="{A67E1B7E-F714-443C-F617-0F7ACBFFE1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5" name="Straight Connector 194">
                    <a:extLst>
                      <a:ext uri="{FF2B5EF4-FFF2-40B4-BE49-F238E27FC236}">
                        <a16:creationId xmlns:a16="http://schemas.microsoft.com/office/drawing/2014/main" id="{C7CAE164-46E6-66CA-F685-39F3D91BFE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Straight Connector 195">
                    <a:extLst>
                      <a:ext uri="{FF2B5EF4-FFF2-40B4-BE49-F238E27FC236}">
                        <a16:creationId xmlns:a16="http://schemas.microsoft.com/office/drawing/2014/main" id="{0BDCB64A-EFA0-CA62-EF0E-68658B7AC2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71E54657-F591-6B8A-B323-0D80CC7B233C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91" name="Straight Connector 190">
                    <a:extLst>
                      <a:ext uri="{FF2B5EF4-FFF2-40B4-BE49-F238E27FC236}">
                        <a16:creationId xmlns:a16="http://schemas.microsoft.com/office/drawing/2014/main" id="{604FA7F2-1BFE-5B0C-D52B-85782F2604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" name="Straight Connector 191">
                    <a:extLst>
                      <a:ext uri="{FF2B5EF4-FFF2-40B4-BE49-F238E27FC236}">
                        <a16:creationId xmlns:a16="http://schemas.microsoft.com/office/drawing/2014/main" id="{4A3420E7-E971-B6BC-9455-8316514324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3" name="Straight Connector 192">
                    <a:extLst>
                      <a:ext uri="{FF2B5EF4-FFF2-40B4-BE49-F238E27FC236}">
                        <a16:creationId xmlns:a16="http://schemas.microsoft.com/office/drawing/2014/main" id="{C86C5054-34EB-579A-7D35-36A93BC9A6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7BEBAAB2-674F-BA3C-F100-506D7B3704EB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88" name="Straight Connector 187">
                    <a:extLst>
                      <a:ext uri="{FF2B5EF4-FFF2-40B4-BE49-F238E27FC236}">
                        <a16:creationId xmlns:a16="http://schemas.microsoft.com/office/drawing/2014/main" id="{F5E1E0C9-4F6C-4D1B-9DE8-0DF29A9BC4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FF3FE8CE-4E5A-45A8-AF7D-75C989423A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Straight Connector 189">
                    <a:extLst>
                      <a:ext uri="{FF2B5EF4-FFF2-40B4-BE49-F238E27FC236}">
                        <a16:creationId xmlns:a16="http://schemas.microsoft.com/office/drawing/2014/main" id="{A7CCDF1D-59F6-FC19-862C-3BF99F5E1D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D098619A-637A-C053-A354-390503B92CB7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26475D48-82CC-41E6-A416-D36FD1F84B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BDB5B821-D406-7BA3-1940-9991D42425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Connector 171">
                    <a:extLst>
                      <a:ext uri="{FF2B5EF4-FFF2-40B4-BE49-F238E27FC236}">
                        <a16:creationId xmlns:a16="http://schemas.microsoft.com/office/drawing/2014/main" id="{12C2D76D-0831-4E2E-EDCD-43E227CFB4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Straight Connector 178">
                    <a:extLst>
                      <a:ext uri="{FF2B5EF4-FFF2-40B4-BE49-F238E27FC236}">
                        <a16:creationId xmlns:a16="http://schemas.microsoft.com/office/drawing/2014/main" id="{4FB88A08-FEE0-64F4-AC1F-18E58BF82E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6" name="Straight Connector 185">
                    <a:extLst>
                      <a:ext uri="{FF2B5EF4-FFF2-40B4-BE49-F238E27FC236}">
                        <a16:creationId xmlns:a16="http://schemas.microsoft.com/office/drawing/2014/main" id="{249A7260-2DD4-1A11-06B3-5EADCCD81F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Connector 186">
                    <a:extLst>
                      <a:ext uri="{FF2B5EF4-FFF2-40B4-BE49-F238E27FC236}">
                        <a16:creationId xmlns:a16="http://schemas.microsoft.com/office/drawing/2014/main" id="{946D8532-2246-B5FE-8F82-96F0163EC8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CA423680-5A01-D688-9BD6-1D4DC4BC45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11A4F256-5AD6-C45C-A562-3D797DCE780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4DF86043-D9F3-B2E1-A8B9-880F68C9C8DA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C66158D4-866F-76EB-4EDE-FEAFC66CD1D9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07A69AFB-6981-2D6A-A81C-39ED485AAC32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C52807AA-7188-8FAA-647F-447295A96EEA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1DCE589B-6444-E454-B84B-E0CB962A64C0}"/>
              </a:ext>
            </a:extLst>
          </p:cNvPr>
          <p:cNvGrpSpPr>
            <a:grpSpLocks noChangeAspect="1"/>
          </p:cNvGrpSpPr>
          <p:nvPr/>
        </p:nvGrpSpPr>
        <p:grpSpPr>
          <a:xfrm>
            <a:off x="6374954" y="2336386"/>
            <a:ext cx="2951010" cy="2743200"/>
            <a:chOff x="2970622" y="462512"/>
            <a:chExt cx="6579000" cy="6115708"/>
          </a:xfrm>
        </p:grpSpPr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B88D3560-3E52-0E2A-94A4-C485D9578E33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C7A8E997-0256-B52A-44DD-1C48A92E31D9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0" name="Group 279">
                <a:extLst>
                  <a:ext uri="{FF2B5EF4-FFF2-40B4-BE49-F238E27FC236}">
                    <a16:creationId xmlns:a16="http://schemas.microsoft.com/office/drawing/2014/main" id="{864DD2F3-01BA-B188-05E4-BD616B1DCF0D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281" name="Group 280">
                  <a:extLst>
                    <a:ext uri="{FF2B5EF4-FFF2-40B4-BE49-F238E27FC236}">
                      <a16:creationId xmlns:a16="http://schemas.microsoft.com/office/drawing/2014/main" id="{42DD343A-40EB-1F50-DBD1-9950574421E5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293" name="Group 292">
                    <a:extLst>
                      <a:ext uri="{FF2B5EF4-FFF2-40B4-BE49-F238E27FC236}">
                        <a16:creationId xmlns:a16="http://schemas.microsoft.com/office/drawing/2014/main" id="{22144AA6-C80C-2BA7-D363-90F7D9B2812B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299" name="Group 298">
                      <a:extLst>
                        <a:ext uri="{FF2B5EF4-FFF2-40B4-BE49-F238E27FC236}">
                          <a16:creationId xmlns:a16="http://schemas.microsoft.com/office/drawing/2014/main" id="{9E40D205-2251-6B1E-F127-2F7A6E71DB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312" name="Oval 311">
                        <a:extLst>
                          <a:ext uri="{FF2B5EF4-FFF2-40B4-BE49-F238E27FC236}">
                            <a16:creationId xmlns:a16="http://schemas.microsoft.com/office/drawing/2014/main" id="{A8414B4B-02B6-672B-CAF6-61166A7102F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313" name="Straight Connector 312">
                        <a:extLst>
                          <a:ext uri="{FF2B5EF4-FFF2-40B4-BE49-F238E27FC236}">
                            <a16:creationId xmlns:a16="http://schemas.microsoft.com/office/drawing/2014/main" id="{DF54A620-E049-2D23-2EEF-27C744934183}"/>
                          </a:ext>
                        </a:extLst>
                      </p:cNvPr>
                      <p:cNvCxnSpPr>
                        <a:stCxn id="312" idx="0"/>
                        <a:endCxn id="312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4" name="Straight Connector 313">
                        <a:extLst>
                          <a:ext uri="{FF2B5EF4-FFF2-40B4-BE49-F238E27FC236}">
                            <a16:creationId xmlns:a16="http://schemas.microsoft.com/office/drawing/2014/main" id="{1192EE93-BF07-9404-EC5D-FA31A0B4DB12}"/>
                          </a:ext>
                        </a:extLst>
                      </p:cNvPr>
                      <p:cNvCxnSpPr>
                        <a:stCxn id="312" idx="2"/>
                        <a:endCxn id="312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5" name="Straight Connector 314">
                        <a:extLst>
                          <a:ext uri="{FF2B5EF4-FFF2-40B4-BE49-F238E27FC236}">
                            <a16:creationId xmlns:a16="http://schemas.microsoft.com/office/drawing/2014/main" id="{8BC35AAD-483D-1FB4-D9A3-BE5D7DBD56A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6" name="Straight Connector 315">
                        <a:extLst>
                          <a:ext uri="{FF2B5EF4-FFF2-40B4-BE49-F238E27FC236}">
                            <a16:creationId xmlns:a16="http://schemas.microsoft.com/office/drawing/2014/main" id="{353F85E2-AA63-F2BA-44AE-86E050542F5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7" name="Straight Connector 316">
                        <a:extLst>
                          <a:ext uri="{FF2B5EF4-FFF2-40B4-BE49-F238E27FC236}">
                            <a16:creationId xmlns:a16="http://schemas.microsoft.com/office/drawing/2014/main" id="{3FC17436-975A-7BDD-BD34-36F404192D6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8" name="Straight Connector 317">
                        <a:extLst>
                          <a:ext uri="{FF2B5EF4-FFF2-40B4-BE49-F238E27FC236}">
                            <a16:creationId xmlns:a16="http://schemas.microsoft.com/office/drawing/2014/main" id="{F4E977C2-8AE0-8F95-56FD-841EF2956F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300" name="Straight Connector 299">
                      <a:extLst>
                        <a:ext uri="{FF2B5EF4-FFF2-40B4-BE49-F238E27FC236}">
                          <a16:creationId xmlns:a16="http://schemas.microsoft.com/office/drawing/2014/main" id="{CFED9739-CB5E-768B-116C-0F1965321E82}"/>
                        </a:ext>
                      </a:extLst>
                    </p:cNvPr>
                    <p:cNvCxnSpPr>
                      <a:endCxn id="312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1" name="Straight Connector 300">
                      <a:extLst>
                        <a:ext uri="{FF2B5EF4-FFF2-40B4-BE49-F238E27FC236}">
                          <a16:creationId xmlns:a16="http://schemas.microsoft.com/office/drawing/2014/main" id="{ADC19BA5-A3A3-E200-6FA6-0935A6777D0B}"/>
                        </a:ext>
                      </a:extLst>
                    </p:cNvPr>
                    <p:cNvCxnSpPr>
                      <a:stCxn id="312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2" name="Straight Connector 301">
                      <a:extLst>
                        <a:ext uri="{FF2B5EF4-FFF2-40B4-BE49-F238E27FC236}">
                          <a16:creationId xmlns:a16="http://schemas.microsoft.com/office/drawing/2014/main" id="{2F2B74E3-034C-E499-4D6A-4DF3F6CF1F10}"/>
                        </a:ext>
                      </a:extLst>
                    </p:cNvPr>
                    <p:cNvCxnSpPr>
                      <a:stCxn id="312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3" name="Straight Connector 302">
                      <a:extLst>
                        <a:ext uri="{FF2B5EF4-FFF2-40B4-BE49-F238E27FC236}">
                          <a16:creationId xmlns:a16="http://schemas.microsoft.com/office/drawing/2014/main" id="{15DD63C1-8458-64BE-7478-E1E0E2431528}"/>
                        </a:ext>
                      </a:extLst>
                    </p:cNvPr>
                    <p:cNvCxnSpPr>
                      <a:stCxn id="312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4" name="Straight Connector 303">
                      <a:extLst>
                        <a:ext uri="{FF2B5EF4-FFF2-40B4-BE49-F238E27FC236}">
                          <a16:creationId xmlns:a16="http://schemas.microsoft.com/office/drawing/2014/main" id="{D764574A-B2D2-D88A-6C24-0953D4844B6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5" name="Straight Connector 304">
                      <a:extLst>
                        <a:ext uri="{FF2B5EF4-FFF2-40B4-BE49-F238E27FC236}">
                          <a16:creationId xmlns:a16="http://schemas.microsoft.com/office/drawing/2014/main" id="{667EFF22-7029-DAEA-34CF-47EAC0065B6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6" name="Straight Connector 305">
                      <a:extLst>
                        <a:ext uri="{FF2B5EF4-FFF2-40B4-BE49-F238E27FC236}">
                          <a16:creationId xmlns:a16="http://schemas.microsoft.com/office/drawing/2014/main" id="{ACE0326C-FB90-50DA-408C-B9DD30B19B23}"/>
                        </a:ext>
                      </a:extLst>
                    </p:cNvPr>
                    <p:cNvCxnSpPr>
                      <a:stCxn id="312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7" name="Straight Connector 306">
                      <a:extLst>
                        <a:ext uri="{FF2B5EF4-FFF2-40B4-BE49-F238E27FC236}">
                          <a16:creationId xmlns:a16="http://schemas.microsoft.com/office/drawing/2014/main" id="{74C8AC84-E4F7-5A9E-EAFD-457AAF75CA2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8" name="Straight Connector 307">
                      <a:extLst>
                        <a:ext uri="{FF2B5EF4-FFF2-40B4-BE49-F238E27FC236}">
                          <a16:creationId xmlns:a16="http://schemas.microsoft.com/office/drawing/2014/main" id="{FB127460-E706-BBCD-240B-3A31DB63BCB5}"/>
                        </a:ext>
                      </a:extLst>
                    </p:cNvPr>
                    <p:cNvCxnSpPr>
                      <a:endCxn id="312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9" name="Straight Connector 308">
                      <a:extLst>
                        <a:ext uri="{FF2B5EF4-FFF2-40B4-BE49-F238E27FC236}">
                          <a16:creationId xmlns:a16="http://schemas.microsoft.com/office/drawing/2014/main" id="{6BB29071-2873-7DDD-CAC9-08E2E94E62D1}"/>
                        </a:ext>
                      </a:extLst>
                    </p:cNvPr>
                    <p:cNvCxnSpPr>
                      <a:stCxn id="312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0" name="Straight Connector 309">
                      <a:extLst>
                        <a:ext uri="{FF2B5EF4-FFF2-40B4-BE49-F238E27FC236}">
                          <a16:creationId xmlns:a16="http://schemas.microsoft.com/office/drawing/2014/main" id="{B2B8FF21-D5EF-5E47-95EE-EA53EC9A4844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1" name="Straight Connector 310">
                      <a:extLst>
                        <a:ext uri="{FF2B5EF4-FFF2-40B4-BE49-F238E27FC236}">
                          <a16:creationId xmlns:a16="http://schemas.microsoft.com/office/drawing/2014/main" id="{B0ADE10A-23C8-9114-8AFC-4E80742E2AC1}"/>
                        </a:ext>
                      </a:extLst>
                    </p:cNvPr>
                    <p:cNvCxnSpPr>
                      <a:endCxn id="312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94" name="Straight Connector 293">
                    <a:extLst>
                      <a:ext uri="{FF2B5EF4-FFF2-40B4-BE49-F238E27FC236}">
                        <a16:creationId xmlns:a16="http://schemas.microsoft.com/office/drawing/2014/main" id="{2C96893E-C079-7CD1-7D54-D46949E0B5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5" name="Straight Connector 294">
                    <a:extLst>
                      <a:ext uri="{FF2B5EF4-FFF2-40B4-BE49-F238E27FC236}">
                        <a16:creationId xmlns:a16="http://schemas.microsoft.com/office/drawing/2014/main" id="{C1E3EBDB-E274-80CC-2545-641F905F71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6" name="Straight Connector 295">
                    <a:extLst>
                      <a:ext uri="{FF2B5EF4-FFF2-40B4-BE49-F238E27FC236}">
                        <a16:creationId xmlns:a16="http://schemas.microsoft.com/office/drawing/2014/main" id="{0346067D-41DD-A37C-29BA-84E8871B9B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7" name="Straight Connector 296">
                    <a:extLst>
                      <a:ext uri="{FF2B5EF4-FFF2-40B4-BE49-F238E27FC236}">
                        <a16:creationId xmlns:a16="http://schemas.microsoft.com/office/drawing/2014/main" id="{C8C7BE4C-758E-AFAD-9CB2-A4C07D7F48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" name="Straight Connector 297">
                    <a:extLst>
                      <a:ext uri="{FF2B5EF4-FFF2-40B4-BE49-F238E27FC236}">
                        <a16:creationId xmlns:a16="http://schemas.microsoft.com/office/drawing/2014/main" id="{DDDC4E14-ED97-0484-5752-0D4F852543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6F6FDCBD-A26E-5FFD-A772-41A1B95CC76C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3" name="Isosceles Triangle 282">
                  <a:extLst>
                    <a:ext uri="{FF2B5EF4-FFF2-40B4-BE49-F238E27FC236}">
                      <a16:creationId xmlns:a16="http://schemas.microsoft.com/office/drawing/2014/main" id="{DEF3DA53-19E8-6AC7-7037-D0C2E18184C3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4" name="Isosceles Triangle 283">
                  <a:extLst>
                    <a:ext uri="{FF2B5EF4-FFF2-40B4-BE49-F238E27FC236}">
                      <a16:creationId xmlns:a16="http://schemas.microsoft.com/office/drawing/2014/main" id="{47306E4D-AFD0-74CC-606C-2919300CFB17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5" name="Isosceles Triangle 284">
                  <a:extLst>
                    <a:ext uri="{FF2B5EF4-FFF2-40B4-BE49-F238E27FC236}">
                      <a16:creationId xmlns:a16="http://schemas.microsoft.com/office/drawing/2014/main" id="{EA43503E-B8B9-EAE8-8D79-2692F6EE57FA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6" name="Isosceles Triangle 285">
                  <a:extLst>
                    <a:ext uri="{FF2B5EF4-FFF2-40B4-BE49-F238E27FC236}">
                      <a16:creationId xmlns:a16="http://schemas.microsoft.com/office/drawing/2014/main" id="{A065CD34-5B1F-4F2E-0D39-D069C98EBBA1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7" name="Straight Connector 286">
                  <a:extLst>
                    <a:ext uri="{FF2B5EF4-FFF2-40B4-BE49-F238E27FC236}">
                      <a16:creationId xmlns:a16="http://schemas.microsoft.com/office/drawing/2014/main" id="{11FDF8CF-FBA2-D027-0278-EB276E025578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>
                  <a:extLst>
                    <a:ext uri="{FF2B5EF4-FFF2-40B4-BE49-F238E27FC236}">
                      <a16:creationId xmlns:a16="http://schemas.microsoft.com/office/drawing/2014/main" id="{096EE08B-CD78-8973-125B-5830273FDD1A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>
                  <a:extLst>
                    <a:ext uri="{FF2B5EF4-FFF2-40B4-BE49-F238E27FC236}">
                      <a16:creationId xmlns:a16="http://schemas.microsoft.com/office/drawing/2014/main" id="{9C712A94-D3CD-4401-F359-BEC8ACEF20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>
                  <a:extLst>
                    <a:ext uri="{FF2B5EF4-FFF2-40B4-BE49-F238E27FC236}">
                      <a16:creationId xmlns:a16="http://schemas.microsoft.com/office/drawing/2014/main" id="{689641E5-2A59-BC46-C575-C60B1D7C13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86841DED-CEA5-7058-E4AE-A5A6058DB0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>
                  <a:extLst>
                    <a:ext uri="{FF2B5EF4-FFF2-40B4-BE49-F238E27FC236}">
                      <a16:creationId xmlns:a16="http://schemas.microsoft.com/office/drawing/2014/main" id="{5F13B11F-EE69-90AC-3BCA-B3CF7D7879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547046FC-ED94-58AA-890E-C8A0E3A7AC32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52A4E272-17C2-7D73-902C-30923E8C34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1E7FC1B4-CEB1-04AB-0BDA-5CFA8D8B738D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250" name="Straight Connector 249">
                  <a:extLst>
                    <a:ext uri="{FF2B5EF4-FFF2-40B4-BE49-F238E27FC236}">
                      <a16:creationId xmlns:a16="http://schemas.microsoft.com/office/drawing/2014/main" id="{C4E1FE6D-67BC-45EC-E329-ED8E55F878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36B0915E-EBDF-C905-F565-A2A6CFA745A7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31BBF723-D864-A147-8247-D7B8F3C6DF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B4E2463E-0C47-D090-9285-89A40D7224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>
                  <a:extLst>
                    <a:ext uri="{FF2B5EF4-FFF2-40B4-BE49-F238E27FC236}">
                      <a16:creationId xmlns:a16="http://schemas.microsoft.com/office/drawing/2014/main" id="{D8F418B8-72BC-55B0-64A3-B879897429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5" name="Group 254">
                  <a:extLst>
                    <a:ext uri="{FF2B5EF4-FFF2-40B4-BE49-F238E27FC236}">
                      <a16:creationId xmlns:a16="http://schemas.microsoft.com/office/drawing/2014/main" id="{3DA9D7F2-EB25-79EA-994C-FFEF12258C8E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276" name="Straight Connector 275">
                    <a:extLst>
                      <a:ext uri="{FF2B5EF4-FFF2-40B4-BE49-F238E27FC236}">
                        <a16:creationId xmlns:a16="http://schemas.microsoft.com/office/drawing/2014/main" id="{3DCFAFC0-5779-2D4B-4BB5-B91AD00349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Straight Connector 276">
                    <a:extLst>
                      <a:ext uri="{FF2B5EF4-FFF2-40B4-BE49-F238E27FC236}">
                        <a16:creationId xmlns:a16="http://schemas.microsoft.com/office/drawing/2014/main" id="{6F857C9E-716F-6420-4D09-82C5C613D7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" name="Straight Connector 277">
                    <a:extLst>
                      <a:ext uri="{FF2B5EF4-FFF2-40B4-BE49-F238E27FC236}">
                        <a16:creationId xmlns:a16="http://schemas.microsoft.com/office/drawing/2014/main" id="{797DF291-0264-8312-C808-5EF58DFBDE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6" name="Group 255">
                  <a:extLst>
                    <a:ext uri="{FF2B5EF4-FFF2-40B4-BE49-F238E27FC236}">
                      <a16:creationId xmlns:a16="http://schemas.microsoft.com/office/drawing/2014/main" id="{BE92DEAB-C670-0BFD-C70A-743B2E64BF57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273" name="Straight Connector 272">
                    <a:extLst>
                      <a:ext uri="{FF2B5EF4-FFF2-40B4-BE49-F238E27FC236}">
                        <a16:creationId xmlns:a16="http://schemas.microsoft.com/office/drawing/2014/main" id="{B53DC5E6-292B-F089-F623-F85B2FDE45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4" name="Straight Connector 273">
                    <a:extLst>
                      <a:ext uri="{FF2B5EF4-FFF2-40B4-BE49-F238E27FC236}">
                        <a16:creationId xmlns:a16="http://schemas.microsoft.com/office/drawing/2014/main" id="{3723EE1B-9356-8423-084B-3ABA0532DE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" name="Straight Connector 274">
                    <a:extLst>
                      <a:ext uri="{FF2B5EF4-FFF2-40B4-BE49-F238E27FC236}">
                        <a16:creationId xmlns:a16="http://schemas.microsoft.com/office/drawing/2014/main" id="{AE9C5964-BC87-BBA3-5FE8-46122B260B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7" name="Group 256">
                  <a:extLst>
                    <a:ext uri="{FF2B5EF4-FFF2-40B4-BE49-F238E27FC236}">
                      <a16:creationId xmlns:a16="http://schemas.microsoft.com/office/drawing/2014/main" id="{BC009FB5-9BB1-27FA-18BE-BB9B449C81ED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270" name="Straight Connector 269">
                    <a:extLst>
                      <a:ext uri="{FF2B5EF4-FFF2-40B4-BE49-F238E27FC236}">
                        <a16:creationId xmlns:a16="http://schemas.microsoft.com/office/drawing/2014/main" id="{7B147FB4-7D77-1B87-81F3-9505743AF1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Straight Connector 270">
                    <a:extLst>
                      <a:ext uri="{FF2B5EF4-FFF2-40B4-BE49-F238E27FC236}">
                        <a16:creationId xmlns:a16="http://schemas.microsoft.com/office/drawing/2014/main" id="{8BD67268-533E-EFA8-D68F-492E42F427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" name="Straight Connector 271">
                    <a:extLst>
                      <a:ext uri="{FF2B5EF4-FFF2-40B4-BE49-F238E27FC236}">
                        <a16:creationId xmlns:a16="http://schemas.microsoft.com/office/drawing/2014/main" id="{D7780F70-1189-B3AD-5B68-6E16E65F39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8" name="Group 257">
                  <a:extLst>
                    <a:ext uri="{FF2B5EF4-FFF2-40B4-BE49-F238E27FC236}">
                      <a16:creationId xmlns:a16="http://schemas.microsoft.com/office/drawing/2014/main" id="{1BFEA58C-55C3-EFDC-B936-545979374AAB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267" name="Straight Connector 266">
                    <a:extLst>
                      <a:ext uri="{FF2B5EF4-FFF2-40B4-BE49-F238E27FC236}">
                        <a16:creationId xmlns:a16="http://schemas.microsoft.com/office/drawing/2014/main" id="{2F09A5AD-DA1A-771D-6C70-3EC8434617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Straight Connector 267">
                    <a:extLst>
                      <a:ext uri="{FF2B5EF4-FFF2-40B4-BE49-F238E27FC236}">
                        <a16:creationId xmlns:a16="http://schemas.microsoft.com/office/drawing/2014/main" id="{746E6FEF-D85E-ABCB-3336-A2700B6D52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" name="Straight Connector 268">
                    <a:extLst>
                      <a:ext uri="{FF2B5EF4-FFF2-40B4-BE49-F238E27FC236}">
                        <a16:creationId xmlns:a16="http://schemas.microsoft.com/office/drawing/2014/main" id="{ABDD8CD7-AF71-AFEB-113C-F5B27BB07F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9" name="Group 258">
                  <a:extLst>
                    <a:ext uri="{FF2B5EF4-FFF2-40B4-BE49-F238E27FC236}">
                      <a16:creationId xmlns:a16="http://schemas.microsoft.com/office/drawing/2014/main" id="{A59CD395-A725-45E1-5FD7-6176FE65101D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261" name="Straight Connector 260">
                    <a:extLst>
                      <a:ext uri="{FF2B5EF4-FFF2-40B4-BE49-F238E27FC236}">
                        <a16:creationId xmlns:a16="http://schemas.microsoft.com/office/drawing/2014/main" id="{66400138-94FB-0296-2371-4AC86ACF63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" name="Straight Connector 261">
                    <a:extLst>
                      <a:ext uri="{FF2B5EF4-FFF2-40B4-BE49-F238E27FC236}">
                        <a16:creationId xmlns:a16="http://schemas.microsoft.com/office/drawing/2014/main" id="{67ED09D8-0EC8-D765-29E7-AB52D58DCF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" name="Straight Connector 262">
                    <a:extLst>
                      <a:ext uri="{FF2B5EF4-FFF2-40B4-BE49-F238E27FC236}">
                        <a16:creationId xmlns:a16="http://schemas.microsoft.com/office/drawing/2014/main" id="{B74C8BA0-FA09-CCB6-4244-15082DC05C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" name="Straight Connector 263">
                    <a:extLst>
                      <a:ext uri="{FF2B5EF4-FFF2-40B4-BE49-F238E27FC236}">
                        <a16:creationId xmlns:a16="http://schemas.microsoft.com/office/drawing/2014/main" id="{2A9BD6C1-4862-D958-6F75-0AD8B2FD9A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" name="Straight Connector 264">
                    <a:extLst>
                      <a:ext uri="{FF2B5EF4-FFF2-40B4-BE49-F238E27FC236}">
                        <a16:creationId xmlns:a16="http://schemas.microsoft.com/office/drawing/2014/main" id="{91A8E829-0517-84C5-1F68-4DB25057A4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" name="Straight Connector 265">
                    <a:extLst>
                      <a:ext uri="{FF2B5EF4-FFF2-40B4-BE49-F238E27FC236}">
                        <a16:creationId xmlns:a16="http://schemas.microsoft.com/office/drawing/2014/main" id="{DED04F29-1FEC-4213-1DC5-1AF76077C1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0" name="Straight Connector 259">
                  <a:extLst>
                    <a:ext uri="{FF2B5EF4-FFF2-40B4-BE49-F238E27FC236}">
                      <a16:creationId xmlns:a16="http://schemas.microsoft.com/office/drawing/2014/main" id="{39119FE2-5222-C8BC-B260-FEFEB856C3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A6AF3C39-0367-D830-9631-2FFF0E2EB14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49B1DF44-9F8F-B579-1BE4-754D6A0BA502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BA5C4DAB-B9BB-4C58-28A6-FD4F770306E2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EA982220-11F0-6BEB-6C7F-03CF7515DF7E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5107EFA1-654F-1503-2C59-CE318AE812C2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7E4822B3-13F1-690C-07D2-A953D9E5C464}"/>
              </a:ext>
            </a:extLst>
          </p:cNvPr>
          <p:cNvGrpSpPr>
            <a:grpSpLocks noChangeAspect="1"/>
          </p:cNvGrpSpPr>
          <p:nvPr/>
        </p:nvGrpSpPr>
        <p:grpSpPr>
          <a:xfrm>
            <a:off x="8508894" y="2335556"/>
            <a:ext cx="2951010" cy="2743200"/>
            <a:chOff x="2970622" y="462512"/>
            <a:chExt cx="6579000" cy="6115708"/>
          </a:xfrm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BB38424E-58DD-6400-5767-FA0D76F1F202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494DA116-BF55-DC9A-19EB-E485485B034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59" name="Group 358">
                <a:extLst>
                  <a:ext uri="{FF2B5EF4-FFF2-40B4-BE49-F238E27FC236}">
                    <a16:creationId xmlns:a16="http://schemas.microsoft.com/office/drawing/2014/main" id="{0EC77DE8-17FA-C230-967C-44044227FD35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360" name="Group 359">
                  <a:extLst>
                    <a:ext uri="{FF2B5EF4-FFF2-40B4-BE49-F238E27FC236}">
                      <a16:creationId xmlns:a16="http://schemas.microsoft.com/office/drawing/2014/main" id="{C82F88BF-C889-99F1-F1A7-9DA792E9F46B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372" name="Group 371">
                    <a:extLst>
                      <a:ext uri="{FF2B5EF4-FFF2-40B4-BE49-F238E27FC236}">
                        <a16:creationId xmlns:a16="http://schemas.microsoft.com/office/drawing/2014/main" id="{9C82AA75-496C-19C2-5D22-8D01F67FCE01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378" name="Group 377">
                      <a:extLst>
                        <a:ext uri="{FF2B5EF4-FFF2-40B4-BE49-F238E27FC236}">
                          <a16:creationId xmlns:a16="http://schemas.microsoft.com/office/drawing/2014/main" id="{A21164D6-7245-DD75-D701-33E2FE6179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391" name="Oval 390">
                        <a:extLst>
                          <a:ext uri="{FF2B5EF4-FFF2-40B4-BE49-F238E27FC236}">
                            <a16:creationId xmlns:a16="http://schemas.microsoft.com/office/drawing/2014/main" id="{B70BBECC-5078-EF61-F154-5899C3343ED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392" name="Straight Connector 391">
                        <a:extLst>
                          <a:ext uri="{FF2B5EF4-FFF2-40B4-BE49-F238E27FC236}">
                            <a16:creationId xmlns:a16="http://schemas.microsoft.com/office/drawing/2014/main" id="{2BF913A0-4587-43AD-9F54-570ED2F5CFBC}"/>
                          </a:ext>
                        </a:extLst>
                      </p:cNvPr>
                      <p:cNvCxnSpPr>
                        <a:stCxn id="391" idx="0"/>
                        <a:endCxn id="391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3" name="Straight Connector 392">
                        <a:extLst>
                          <a:ext uri="{FF2B5EF4-FFF2-40B4-BE49-F238E27FC236}">
                            <a16:creationId xmlns:a16="http://schemas.microsoft.com/office/drawing/2014/main" id="{F0425284-34A4-F7FC-36D9-EF37D5104F8E}"/>
                          </a:ext>
                        </a:extLst>
                      </p:cNvPr>
                      <p:cNvCxnSpPr>
                        <a:stCxn id="391" idx="2"/>
                        <a:endCxn id="391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4" name="Straight Connector 393">
                        <a:extLst>
                          <a:ext uri="{FF2B5EF4-FFF2-40B4-BE49-F238E27FC236}">
                            <a16:creationId xmlns:a16="http://schemas.microsoft.com/office/drawing/2014/main" id="{3E43ED6B-61A2-CF23-BF55-E265D8C06A3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5" name="Straight Connector 394">
                        <a:extLst>
                          <a:ext uri="{FF2B5EF4-FFF2-40B4-BE49-F238E27FC236}">
                            <a16:creationId xmlns:a16="http://schemas.microsoft.com/office/drawing/2014/main" id="{F4799C81-6D36-FDC0-52DE-DFE83AD35EA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6" name="Straight Connector 395">
                        <a:extLst>
                          <a:ext uri="{FF2B5EF4-FFF2-40B4-BE49-F238E27FC236}">
                            <a16:creationId xmlns:a16="http://schemas.microsoft.com/office/drawing/2014/main" id="{78D5A55D-0ECD-6FED-C3D2-A6BA17CAFA0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7" name="Straight Connector 396">
                        <a:extLst>
                          <a:ext uri="{FF2B5EF4-FFF2-40B4-BE49-F238E27FC236}">
                            <a16:creationId xmlns:a16="http://schemas.microsoft.com/office/drawing/2014/main" id="{DCB6F24C-0485-A3B7-4B7A-144AAC342E5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379" name="Straight Connector 378">
                      <a:extLst>
                        <a:ext uri="{FF2B5EF4-FFF2-40B4-BE49-F238E27FC236}">
                          <a16:creationId xmlns:a16="http://schemas.microsoft.com/office/drawing/2014/main" id="{89B3ACE8-07E7-4EBC-1E48-93B17C71D7F1}"/>
                        </a:ext>
                      </a:extLst>
                    </p:cNvPr>
                    <p:cNvCxnSpPr>
                      <a:endCxn id="391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0" name="Straight Connector 379">
                      <a:extLst>
                        <a:ext uri="{FF2B5EF4-FFF2-40B4-BE49-F238E27FC236}">
                          <a16:creationId xmlns:a16="http://schemas.microsoft.com/office/drawing/2014/main" id="{1DEDDA23-480C-10F5-9483-ABF86AFE9955}"/>
                        </a:ext>
                      </a:extLst>
                    </p:cNvPr>
                    <p:cNvCxnSpPr>
                      <a:stCxn id="391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1" name="Straight Connector 380">
                      <a:extLst>
                        <a:ext uri="{FF2B5EF4-FFF2-40B4-BE49-F238E27FC236}">
                          <a16:creationId xmlns:a16="http://schemas.microsoft.com/office/drawing/2014/main" id="{56DF8DAA-4148-C195-77AD-074879CA9565}"/>
                        </a:ext>
                      </a:extLst>
                    </p:cNvPr>
                    <p:cNvCxnSpPr>
                      <a:stCxn id="391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2" name="Straight Connector 381">
                      <a:extLst>
                        <a:ext uri="{FF2B5EF4-FFF2-40B4-BE49-F238E27FC236}">
                          <a16:creationId xmlns:a16="http://schemas.microsoft.com/office/drawing/2014/main" id="{6F966677-5BBF-24FC-F8CE-984888DE568A}"/>
                        </a:ext>
                      </a:extLst>
                    </p:cNvPr>
                    <p:cNvCxnSpPr>
                      <a:stCxn id="391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3" name="Straight Connector 382">
                      <a:extLst>
                        <a:ext uri="{FF2B5EF4-FFF2-40B4-BE49-F238E27FC236}">
                          <a16:creationId xmlns:a16="http://schemas.microsoft.com/office/drawing/2014/main" id="{AB327333-3B22-F897-FF20-38C600663BB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4" name="Straight Connector 383">
                      <a:extLst>
                        <a:ext uri="{FF2B5EF4-FFF2-40B4-BE49-F238E27FC236}">
                          <a16:creationId xmlns:a16="http://schemas.microsoft.com/office/drawing/2014/main" id="{FD75BFEB-C8D2-EFB2-F5FF-59895DAB0BE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5" name="Straight Connector 384">
                      <a:extLst>
                        <a:ext uri="{FF2B5EF4-FFF2-40B4-BE49-F238E27FC236}">
                          <a16:creationId xmlns:a16="http://schemas.microsoft.com/office/drawing/2014/main" id="{19D57283-A1E5-0770-2CF4-8CA235A612BA}"/>
                        </a:ext>
                      </a:extLst>
                    </p:cNvPr>
                    <p:cNvCxnSpPr>
                      <a:stCxn id="391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6" name="Straight Connector 385">
                      <a:extLst>
                        <a:ext uri="{FF2B5EF4-FFF2-40B4-BE49-F238E27FC236}">
                          <a16:creationId xmlns:a16="http://schemas.microsoft.com/office/drawing/2014/main" id="{22E7BDE7-217B-3874-CC6A-3A8E1BBA8A4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7" name="Straight Connector 386">
                      <a:extLst>
                        <a:ext uri="{FF2B5EF4-FFF2-40B4-BE49-F238E27FC236}">
                          <a16:creationId xmlns:a16="http://schemas.microsoft.com/office/drawing/2014/main" id="{5ECF1CB7-CCE8-D2C3-63BD-62DDA6178D26}"/>
                        </a:ext>
                      </a:extLst>
                    </p:cNvPr>
                    <p:cNvCxnSpPr>
                      <a:endCxn id="391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8" name="Straight Connector 387">
                      <a:extLst>
                        <a:ext uri="{FF2B5EF4-FFF2-40B4-BE49-F238E27FC236}">
                          <a16:creationId xmlns:a16="http://schemas.microsoft.com/office/drawing/2014/main" id="{523FC17C-B98B-8216-FE6C-037692200D39}"/>
                        </a:ext>
                      </a:extLst>
                    </p:cNvPr>
                    <p:cNvCxnSpPr>
                      <a:stCxn id="391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9" name="Straight Connector 388">
                      <a:extLst>
                        <a:ext uri="{FF2B5EF4-FFF2-40B4-BE49-F238E27FC236}">
                          <a16:creationId xmlns:a16="http://schemas.microsoft.com/office/drawing/2014/main" id="{71B6A3A0-6B4B-A20F-C9F5-9839EF0B0138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0" name="Straight Connector 389">
                      <a:extLst>
                        <a:ext uri="{FF2B5EF4-FFF2-40B4-BE49-F238E27FC236}">
                          <a16:creationId xmlns:a16="http://schemas.microsoft.com/office/drawing/2014/main" id="{CC4F1C54-6BF3-6089-A8A6-322098BFE72C}"/>
                        </a:ext>
                      </a:extLst>
                    </p:cNvPr>
                    <p:cNvCxnSpPr>
                      <a:endCxn id="391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73" name="Straight Connector 372">
                    <a:extLst>
                      <a:ext uri="{FF2B5EF4-FFF2-40B4-BE49-F238E27FC236}">
                        <a16:creationId xmlns:a16="http://schemas.microsoft.com/office/drawing/2014/main" id="{E98E06BD-7949-93AE-7A78-22FC78ED9F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4" name="Straight Connector 373">
                    <a:extLst>
                      <a:ext uri="{FF2B5EF4-FFF2-40B4-BE49-F238E27FC236}">
                        <a16:creationId xmlns:a16="http://schemas.microsoft.com/office/drawing/2014/main" id="{C8116125-5AD8-227E-7759-19B873FD47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5" name="Straight Connector 374">
                    <a:extLst>
                      <a:ext uri="{FF2B5EF4-FFF2-40B4-BE49-F238E27FC236}">
                        <a16:creationId xmlns:a16="http://schemas.microsoft.com/office/drawing/2014/main" id="{209A3F08-01F2-C835-AFFE-0FAC09769DC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6" name="Straight Connector 375">
                    <a:extLst>
                      <a:ext uri="{FF2B5EF4-FFF2-40B4-BE49-F238E27FC236}">
                        <a16:creationId xmlns:a16="http://schemas.microsoft.com/office/drawing/2014/main" id="{DB8CD7EF-0761-912D-F3A9-E91924F840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7" name="Straight Connector 376">
                    <a:extLst>
                      <a:ext uri="{FF2B5EF4-FFF2-40B4-BE49-F238E27FC236}">
                        <a16:creationId xmlns:a16="http://schemas.microsoft.com/office/drawing/2014/main" id="{9F47F1AA-302D-2E57-B7E3-04BDE70B58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F717942B-5338-0B35-3220-744F8F58A758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2" name="Isosceles Triangle 361">
                  <a:extLst>
                    <a:ext uri="{FF2B5EF4-FFF2-40B4-BE49-F238E27FC236}">
                      <a16:creationId xmlns:a16="http://schemas.microsoft.com/office/drawing/2014/main" id="{A65D8D2B-2298-57D9-01A5-4670E61F6DF2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3" name="Isosceles Triangle 362">
                  <a:extLst>
                    <a:ext uri="{FF2B5EF4-FFF2-40B4-BE49-F238E27FC236}">
                      <a16:creationId xmlns:a16="http://schemas.microsoft.com/office/drawing/2014/main" id="{D9D732F3-FE9F-FAF8-9CCA-32E174126E71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4" name="Isosceles Triangle 363">
                  <a:extLst>
                    <a:ext uri="{FF2B5EF4-FFF2-40B4-BE49-F238E27FC236}">
                      <a16:creationId xmlns:a16="http://schemas.microsoft.com/office/drawing/2014/main" id="{3BC8A8F9-E1AC-9268-AFDB-C694377989BA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5" name="Isosceles Triangle 364">
                  <a:extLst>
                    <a:ext uri="{FF2B5EF4-FFF2-40B4-BE49-F238E27FC236}">
                      <a16:creationId xmlns:a16="http://schemas.microsoft.com/office/drawing/2014/main" id="{2877091E-292A-AF80-A969-42CCE811CCA4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6" name="Straight Connector 365">
                  <a:extLst>
                    <a:ext uri="{FF2B5EF4-FFF2-40B4-BE49-F238E27FC236}">
                      <a16:creationId xmlns:a16="http://schemas.microsoft.com/office/drawing/2014/main" id="{77B6E7FF-C0F7-FB8D-7418-6A9DAE099909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46E20F2B-7377-BC2E-5699-C4CE21B537F6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Straight Connector 367">
                  <a:extLst>
                    <a:ext uri="{FF2B5EF4-FFF2-40B4-BE49-F238E27FC236}">
                      <a16:creationId xmlns:a16="http://schemas.microsoft.com/office/drawing/2014/main" id="{B9B20002-2C15-197F-2BEF-315B768BB2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2490BB40-5FB1-37E9-1FE7-77D3B636A0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478E2E47-2E2D-5E58-8153-B8CCE2A766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4903DDFD-40E8-33E6-2F1B-AC49192918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AD1897D9-8617-7F52-D925-2D12542272A5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C0EC2158-DB0E-05A3-13AD-AEBC52DD84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323" name="Group 322">
                <a:extLst>
                  <a:ext uri="{FF2B5EF4-FFF2-40B4-BE49-F238E27FC236}">
                    <a16:creationId xmlns:a16="http://schemas.microsoft.com/office/drawing/2014/main" id="{9CE10C57-DDA2-2F5B-2B0B-ECDB77EFAF56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329" name="Straight Connector 328">
                  <a:extLst>
                    <a:ext uri="{FF2B5EF4-FFF2-40B4-BE49-F238E27FC236}">
                      <a16:creationId xmlns:a16="http://schemas.microsoft.com/office/drawing/2014/main" id="{802F30FB-69DA-95D5-9F7C-F3B3C063B0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>
                  <a:extLst>
                    <a:ext uri="{FF2B5EF4-FFF2-40B4-BE49-F238E27FC236}">
                      <a16:creationId xmlns:a16="http://schemas.microsoft.com/office/drawing/2014/main" id="{5140825F-8460-1CFC-C2F1-2D66DD31B176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Straight Connector 330">
                  <a:extLst>
                    <a:ext uri="{FF2B5EF4-FFF2-40B4-BE49-F238E27FC236}">
                      <a16:creationId xmlns:a16="http://schemas.microsoft.com/office/drawing/2014/main" id="{94BB9318-EC44-CD61-F650-6D4D911014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Straight Connector 331">
                  <a:extLst>
                    <a:ext uri="{FF2B5EF4-FFF2-40B4-BE49-F238E27FC236}">
                      <a16:creationId xmlns:a16="http://schemas.microsoft.com/office/drawing/2014/main" id="{11317784-1CF7-DE93-B2BD-4C3A8C7903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6E33369A-6D36-7D7F-7265-03FAD78407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34" name="Group 333">
                  <a:extLst>
                    <a:ext uri="{FF2B5EF4-FFF2-40B4-BE49-F238E27FC236}">
                      <a16:creationId xmlns:a16="http://schemas.microsoft.com/office/drawing/2014/main" id="{B747EDFC-ABA9-59C8-59EC-5BED1B47C903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355" name="Straight Connector 354">
                    <a:extLst>
                      <a:ext uri="{FF2B5EF4-FFF2-40B4-BE49-F238E27FC236}">
                        <a16:creationId xmlns:a16="http://schemas.microsoft.com/office/drawing/2014/main" id="{40C3FC10-0D8F-FE49-0146-1772C5795D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6" name="Straight Connector 355">
                    <a:extLst>
                      <a:ext uri="{FF2B5EF4-FFF2-40B4-BE49-F238E27FC236}">
                        <a16:creationId xmlns:a16="http://schemas.microsoft.com/office/drawing/2014/main" id="{6F3FD880-C950-D596-645E-E1E499D04E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7" name="Straight Connector 356">
                    <a:extLst>
                      <a:ext uri="{FF2B5EF4-FFF2-40B4-BE49-F238E27FC236}">
                        <a16:creationId xmlns:a16="http://schemas.microsoft.com/office/drawing/2014/main" id="{84440011-F31D-1979-F90B-475F38211A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35" name="Group 334">
                  <a:extLst>
                    <a:ext uri="{FF2B5EF4-FFF2-40B4-BE49-F238E27FC236}">
                      <a16:creationId xmlns:a16="http://schemas.microsoft.com/office/drawing/2014/main" id="{D6C42E32-A299-5EED-53C5-CCF319A24AD6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352" name="Straight Connector 351">
                    <a:extLst>
                      <a:ext uri="{FF2B5EF4-FFF2-40B4-BE49-F238E27FC236}">
                        <a16:creationId xmlns:a16="http://schemas.microsoft.com/office/drawing/2014/main" id="{28AF9DED-4755-8F03-6132-2537AEE6B2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3" name="Straight Connector 352">
                    <a:extLst>
                      <a:ext uri="{FF2B5EF4-FFF2-40B4-BE49-F238E27FC236}">
                        <a16:creationId xmlns:a16="http://schemas.microsoft.com/office/drawing/2014/main" id="{2499D799-5565-3649-153F-23A42A5450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4" name="Straight Connector 353">
                    <a:extLst>
                      <a:ext uri="{FF2B5EF4-FFF2-40B4-BE49-F238E27FC236}">
                        <a16:creationId xmlns:a16="http://schemas.microsoft.com/office/drawing/2014/main" id="{A4818DB9-0C56-672B-0EDB-3EC72B322D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36" name="Group 335">
                  <a:extLst>
                    <a:ext uri="{FF2B5EF4-FFF2-40B4-BE49-F238E27FC236}">
                      <a16:creationId xmlns:a16="http://schemas.microsoft.com/office/drawing/2014/main" id="{75310E58-6938-AA7B-8563-780D3F27407B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349" name="Straight Connector 348">
                    <a:extLst>
                      <a:ext uri="{FF2B5EF4-FFF2-40B4-BE49-F238E27FC236}">
                        <a16:creationId xmlns:a16="http://schemas.microsoft.com/office/drawing/2014/main" id="{3E9660BF-DE1D-ECCD-B79D-D4194AED54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0" name="Straight Connector 349">
                    <a:extLst>
                      <a:ext uri="{FF2B5EF4-FFF2-40B4-BE49-F238E27FC236}">
                        <a16:creationId xmlns:a16="http://schemas.microsoft.com/office/drawing/2014/main" id="{856995BA-EF46-6D81-7627-F3CECBFDBF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1" name="Straight Connector 350">
                    <a:extLst>
                      <a:ext uri="{FF2B5EF4-FFF2-40B4-BE49-F238E27FC236}">
                        <a16:creationId xmlns:a16="http://schemas.microsoft.com/office/drawing/2014/main" id="{46662F6A-BD39-7F94-D849-95BAEFD418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37" name="Group 336">
                  <a:extLst>
                    <a:ext uri="{FF2B5EF4-FFF2-40B4-BE49-F238E27FC236}">
                      <a16:creationId xmlns:a16="http://schemas.microsoft.com/office/drawing/2014/main" id="{A4780793-CF75-8714-C0D9-5842124D2696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346" name="Straight Connector 345">
                    <a:extLst>
                      <a:ext uri="{FF2B5EF4-FFF2-40B4-BE49-F238E27FC236}">
                        <a16:creationId xmlns:a16="http://schemas.microsoft.com/office/drawing/2014/main" id="{71C3C615-481C-648F-EC3A-A8B6EF89DC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7" name="Straight Connector 346">
                    <a:extLst>
                      <a:ext uri="{FF2B5EF4-FFF2-40B4-BE49-F238E27FC236}">
                        <a16:creationId xmlns:a16="http://schemas.microsoft.com/office/drawing/2014/main" id="{C26051E7-95A1-2164-3957-4F61F2B0D0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8" name="Straight Connector 347">
                    <a:extLst>
                      <a:ext uri="{FF2B5EF4-FFF2-40B4-BE49-F238E27FC236}">
                        <a16:creationId xmlns:a16="http://schemas.microsoft.com/office/drawing/2014/main" id="{46FD64C2-4EF3-3AAB-91DB-01010CC056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38" name="Group 337">
                  <a:extLst>
                    <a:ext uri="{FF2B5EF4-FFF2-40B4-BE49-F238E27FC236}">
                      <a16:creationId xmlns:a16="http://schemas.microsoft.com/office/drawing/2014/main" id="{E05535E4-AB31-875A-2032-18C36769DD99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340" name="Straight Connector 339">
                    <a:extLst>
                      <a:ext uri="{FF2B5EF4-FFF2-40B4-BE49-F238E27FC236}">
                        <a16:creationId xmlns:a16="http://schemas.microsoft.com/office/drawing/2014/main" id="{BCB54E9D-7ED2-C3B7-B9A2-A3AA7B5764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1" name="Straight Connector 340">
                    <a:extLst>
                      <a:ext uri="{FF2B5EF4-FFF2-40B4-BE49-F238E27FC236}">
                        <a16:creationId xmlns:a16="http://schemas.microsoft.com/office/drawing/2014/main" id="{DD90F0DF-FED0-832D-1BF9-3CF9E57F93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2" name="Straight Connector 341">
                    <a:extLst>
                      <a:ext uri="{FF2B5EF4-FFF2-40B4-BE49-F238E27FC236}">
                        <a16:creationId xmlns:a16="http://schemas.microsoft.com/office/drawing/2014/main" id="{6864922F-7B51-B96C-ECBD-9395D4AD61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3" name="Straight Connector 342">
                    <a:extLst>
                      <a:ext uri="{FF2B5EF4-FFF2-40B4-BE49-F238E27FC236}">
                        <a16:creationId xmlns:a16="http://schemas.microsoft.com/office/drawing/2014/main" id="{DA2B589F-3EEA-F0A8-5B0C-8BF368B1D2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Straight Connector 343">
                    <a:extLst>
                      <a:ext uri="{FF2B5EF4-FFF2-40B4-BE49-F238E27FC236}">
                        <a16:creationId xmlns:a16="http://schemas.microsoft.com/office/drawing/2014/main" id="{5DD5C6EE-3EEE-11E1-9B34-2DEEEEE345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5" name="Straight Connector 344">
                    <a:extLst>
                      <a:ext uri="{FF2B5EF4-FFF2-40B4-BE49-F238E27FC236}">
                        <a16:creationId xmlns:a16="http://schemas.microsoft.com/office/drawing/2014/main" id="{6D5B8F11-5495-BF4D-5B05-4B2CF46DD9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39" name="Straight Connector 338">
                  <a:extLst>
                    <a:ext uri="{FF2B5EF4-FFF2-40B4-BE49-F238E27FC236}">
                      <a16:creationId xmlns:a16="http://schemas.microsoft.com/office/drawing/2014/main" id="{A01F731D-4678-796C-4365-2DED39E4A0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5D07B9F0-FDA9-9674-C8A2-BC248FB1545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3F749CBC-97EE-9A05-5B9B-3BEA6F556163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F4A9A652-B8A4-BAEA-1DBB-E3AA507F1A3F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E7E96661-20EB-1771-004B-AEA07F1DB5CE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9D85E4C1-20C6-3F04-6A03-6A37079CADF9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606E5993-C301-BA43-F557-228C4F7DEE7E}"/>
              </a:ext>
            </a:extLst>
          </p:cNvPr>
          <p:cNvGrpSpPr>
            <a:grpSpLocks noChangeAspect="1"/>
          </p:cNvGrpSpPr>
          <p:nvPr/>
        </p:nvGrpSpPr>
        <p:grpSpPr>
          <a:xfrm>
            <a:off x="1045403" y="4180235"/>
            <a:ext cx="2951010" cy="2743200"/>
            <a:chOff x="2970622" y="462512"/>
            <a:chExt cx="6579000" cy="6115708"/>
          </a:xfrm>
        </p:grpSpPr>
        <p:grpSp>
          <p:nvGrpSpPr>
            <p:cNvPr id="399" name="Group 398">
              <a:extLst>
                <a:ext uri="{FF2B5EF4-FFF2-40B4-BE49-F238E27FC236}">
                  <a16:creationId xmlns:a16="http://schemas.microsoft.com/office/drawing/2014/main" id="{1F0B7C9E-FAB6-A5CA-D15B-683DFCD8A889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437" name="Straight Connector 436">
                <a:extLst>
                  <a:ext uri="{FF2B5EF4-FFF2-40B4-BE49-F238E27FC236}">
                    <a16:creationId xmlns:a16="http://schemas.microsoft.com/office/drawing/2014/main" id="{54993AF8-132F-7CF8-7CC4-B9FB6F9E121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8" name="Group 437">
                <a:extLst>
                  <a:ext uri="{FF2B5EF4-FFF2-40B4-BE49-F238E27FC236}">
                    <a16:creationId xmlns:a16="http://schemas.microsoft.com/office/drawing/2014/main" id="{878852BF-416C-4B84-63BB-8752BD5D596A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439" name="Group 438">
                  <a:extLst>
                    <a:ext uri="{FF2B5EF4-FFF2-40B4-BE49-F238E27FC236}">
                      <a16:creationId xmlns:a16="http://schemas.microsoft.com/office/drawing/2014/main" id="{1926F430-6A36-E758-E675-D27126AF9F8D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451" name="Group 450">
                    <a:extLst>
                      <a:ext uri="{FF2B5EF4-FFF2-40B4-BE49-F238E27FC236}">
                        <a16:creationId xmlns:a16="http://schemas.microsoft.com/office/drawing/2014/main" id="{F71CCD7B-0950-6452-D066-4E55BCAA57CD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457" name="Group 456">
                      <a:extLst>
                        <a:ext uri="{FF2B5EF4-FFF2-40B4-BE49-F238E27FC236}">
                          <a16:creationId xmlns:a16="http://schemas.microsoft.com/office/drawing/2014/main" id="{3054F649-CBAC-C90A-9084-07AB78DC1A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470" name="Oval 469">
                        <a:extLst>
                          <a:ext uri="{FF2B5EF4-FFF2-40B4-BE49-F238E27FC236}">
                            <a16:creationId xmlns:a16="http://schemas.microsoft.com/office/drawing/2014/main" id="{E9084F62-1D7E-28FE-EE60-CBE8A00BB12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471" name="Straight Connector 470">
                        <a:extLst>
                          <a:ext uri="{FF2B5EF4-FFF2-40B4-BE49-F238E27FC236}">
                            <a16:creationId xmlns:a16="http://schemas.microsoft.com/office/drawing/2014/main" id="{0B7CE514-B496-DFB7-D18C-1B2049400843}"/>
                          </a:ext>
                        </a:extLst>
                      </p:cNvPr>
                      <p:cNvCxnSpPr>
                        <a:stCxn id="470" idx="0"/>
                        <a:endCxn id="470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2" name="Straight Connector 471">
                        <a:extLst>
                          <a:ext uri="{FF2B5EF4-FFF2-40B4-BE49-F238E27FC236}">
                            <a16:creationId xmlns:a16="http://schemas.microsoft.com/office/drawing/2014/main" id="{12CCFE01-0C4C-B3F2-768D-76917FC99324}"/>
                          </a:ext>
                        </a:extLst>
                      </p:cNvPr>
                      <p:cNvCxnSpPr>
                        <a:stCxn id="470" idx="2"/>
                        <a:endCxn id="470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3" name="Straight Connector 472">
                        <a:extLst>
                          <a:ext uri="{FF2B5EF4-FFF2-40B4-BE49-F238E27FC236}">
                            <a16:creationId xmlns:a16="http://schemas.microsoft.com/office/drawing/2014/main" id="{2A4D49C7-1F73-5F80-6FD1-90A634DCE3C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4" name="Straight Connector 473">
                        <a:extLst>
                          <a:ext uri="{FF2B5EF4-FFF2-40B4-BE49-F238E27FC236}">
                            <a16:creationId xmlns:a16="http://schemas.microsoft.com/office/drawing/2014/main" id="{76791224-18AC-48B7-4258-6DC499A28D2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5" name="Straight Connector 474">
                        <a:extLst>
                          <a:ext uri="{FF2B5EF4-FFF2-40B4-BE49-F238E27FC236}">
                            <a16:creationId xmlns:a16="http://schemas.microsoft.com/office/drawing/2014/main" id="{3107176F-50F8-02E6-507E-19DDAA0086F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6" name="Straight Connector 475">
                        <a:extLst>
                          <a:ext uri="{FF2B5EF4-FFF2-40B4-BE49-F238E27FC236}">
                            <a16:creationId xmlns:a16="http://schemas.microsoft.com/office/drawing/2014/main" id="{2AA0C3FC-FA24-01F4-7A4B-F0AA7A64047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458" name="Straight Connector 457">
                      <a:extLst>
                        <a:ext uri="{FF2B5EF4-FFF2-40B4-BE49-F238E27FC236}">
                          <a16:creationId xmlns:a16="http://schemas.microsoft.com/office/drawing/2014/main" id="{E8B2716F-3455-7835-47E4-D440A50DF7FE}"/>
                        </a:ext>
                      </a:extLst>
                    </p:cNvPr>
                    <p:cNvCxnSpPr>
                      <a:endCxn id="470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9" name="Straight Connector 458">
                      <a:extLst>
                        <a:ext uri="{FF2B5EF4-FFF2-40B4-BE49-F238E27FC236}">
                          <a16:creationId xmlns:a16="http://schemas.microsoft.com/office/drawing/2014/main" id="{B771D41B-9049-B751-5C09-17FC9C62B075}"/>
                        </a:ext>
                      </a:extLst>
                    </p:cNvPr>
                    <p:cNvCxnSpPr>
                      <a:stCxn id="470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0" name="Straight Connector 459">
                      <a:extLst>
                        <a:ext uri="{FF2B5EF4-FFF2-40B4-BE49-F238E27FC236}">
                          <a16:creationId xmlns:a16="http://schemas.microsoft.com/office/drawing/2014/main" id="{DBB7C4F6-8C66-D93C-88D6-737A26DC098E}"/>
                        </a:ext>
                      </a:extLst>
                    </p:cNvPr>
                    <p:cNvCxnSpPr>
                      <a:stCxn id="470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1" name="Straight Connector 460">
                      <a:extLst>
                        <a:ext uri="{FF2B5EF4-FFF2-40B4-BE49-F238E27FC236}">
                          <a16:creationId xmlns:a16="http://schemas.microsoft.com/office/drawing/2014/main" id="{0FEBB4FA-DAA6-F115-B575-41CF0A1830F6}"/>
                        </a:ext>
                      </a:extLst>
                    </p:cNvPr>
                    <p:cNvCxnSpPr>
                      <a:stCxn id="470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2" name="Straight Connector 461">
                      <a:extLst>
                        <a:ext uri="{FF2B5EF4-FFF2-40B4-BE49-F238E27FC236}">
                          <a16:creationId xmlns:a16="http://schemas.microsoft.com/office/drawing/2014/main" id="{9A89A2F9-B4A9-F980-F7C5-EF2187A2B32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3" name="Straight Connector 462">
                      <a:extLst>
                        <a:ext uri="{FF2B5EF4-FFF2-40B4-BE49-F238E27FC236}">
                          <a16:creationId xmlns:a16="http://schemas.microsoft.com/office/drawing/2014/main" id="{99A64FAF-6EDA-E1BA-9F86-3FC547BD3D5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4" name="Straight Connector 463">
                      <a:extLst>
                        <a:ext uri="{FF2B5EF4-FFF2-40B4-BE49-F238E27FC236}">
                          <a16:creationId xmlns:a16="http://schemas.microsoft.com/office/drawing/2014/main" id="{702C07D5-10C1-DF21-8D9B-5D847C33A633}"/>
                        </a:ext>
                      </a:extLst>
                    </p:cNvPr>
                    <p:cNvCxnSpPr>
                      <a:stCxn id="470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5" name="Straight Connector 464">
                      <a:extLst>
                        <a:ext uri="{FF2B5EF4-FFF2-40B4-BE49-F238E27FC236}">
                          <a16:creationId xmlns:a16="http://schemas.microsoft.com/office/drawing/2014/main" id="{FEA5F552-BEDE-C71F-C7FA-9CD6D6FEE9D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6" name="Straight Connector 465">
                      <a:extLst>
                        <a:ext uri="{FF2B5EF4-FFF2-40B4-BE49-F238E27FC236}">
                          <a16:creationId xmlns:a16="http://schemas.microsoft.com/office/drawing/2014/main" id="{DDA421C0-294C-0857-5F18-595CA3751AB2}"/>
                        </a:ext>
                      </a:extLst>
                    </p:cNvPr>
                    <p:cNvCxnSpPr>
                      <a:endCxn id="470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7" name="Straight Connector 466">
                      <a:extLst>
                        <a:ext uri="{FF2B5EF4-FFF2-40B4-BE49-F238E27FC236}">
                          <a16:creationId xmlns:a16="http://schemas.microsoft.com/office/drawing/2014/main" id="{BC5EFC0D-E33C-96A4-ADD7-74FED44BBEEB}"/>
                        </a:ext>
                      </a:extLst>
                    </p:cNvPr>
                    <p:cNvCxnSpPr>
                      <a:stCxn id="470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8" name="Straight Connector 467">
                      <a:extLst>
                        <a:ext uri="{FF2B5EF4-FFF2-40B4-BE49-F238E27FC236}">
                          <a16:creationId xmlns:a16="http://schemas.microsoft.com/office/drawing/2014/main" id="{17D2679F-FACF-D85A-2AA7-F5312259683F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9" name="Straight Connector 468">
                      <a:extLst>
                        <a:ext uri="{FF2B5EF4-FFF2-40B4-BE49-F238E27FC236}">
                          <a16:creationId xmlns:a16="http://schemas.microsoft.com/office/drawing/2014/main" id="{A3564567-699C-4FB5-BCDF-6E19C53E6C5B}"/>
                        </a:ext>
                      </a:extLst>
                    </p:cNvPr>
                    <p:cNvCxnSpPr>
                      <a:endCxn id="470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52" name="Straight Connector 451">
                    <a:extLst>
                      <a:ext uri="{FF2B5EF4-FFF2-40B4-BE49-F238E27FC236}">
                        <a16:creationId xmlns:a16="http://schemas.microsoft.com/office/drawing/2014/main" id="{3EE071FE-CF85-A581-E83B-9F77F38DAF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3" name="Straight Connector 452">
                    <a:extLst>
                      <a:ext uri="{FF2B5EF4-FFF2-40B4-BE49-F238E27FC236}">
                        <a16:creationId xmlns:a16="http://schemas.microsoft.com/office/drawing/2014/main" id="{458A3630-AC68-4719-9474-522D7C578D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4" name="Straight Connector 453">
                    <a:extLst>
                      <a:ext uri="{FF2B5EF4-FFF2-40B4-BE49-F238E27FC236}">
                        <a16:creationId xmlns:a16="http://schemas.microsoft.com/office/drawing/2014/main" id="{979C3011-6A18-F087-550E-0A1589DCA8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5" name="Straight Connector 454">
                    <a:extLst>
                      <a:ext uri="{FF2B5EF4-FFF2-40B4-BE49-F238E27FC236}">
                        <a16:creationId xmlns:a16="http://schemas.microsoft.com/office/drawing/2014/main" id="{3F02234B-C6EE-897A-89F5-3851647973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6" name="Straight Connector 455">
                    <a:extLst>
                      <a:ext uri="{FF2B5EF4-FFF2-40B4-BE49-F238E27FC236}">
                        <a16:creationId xmlns:a16="http://schemas.microsoft.com/office/drawing/2014/main" id="{2EA50D64-FA87-0DA6-E09C-962A3C3EDA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047136B6-3A43-E36C-68DB-5158DC8D263A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1" name="Isosceles Triangle 440">
                  <a:extLst>
                    <a:ext uri="{FF2B5EF4-FFF2-40B4-BE49-F238E27FC236}">
                      <a16:creationId xmlns:a16="http://schemas.microsoft.com/office/drawing/2014/main" id="{C1BD85B0-110D-48E1-748B-8E77E289C575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2" name="Isosceles Triangle 441">
                  <a:extLst>
                    <a:ext uri="{FF2B5EF4-FFF2-40B4-BE49-F238E27FC236}">
                      <a16:creationId xmlns:a16="http://schemas.microsoft.com/office/drawing/2014/main" id="{B0E7045B-D74D-C470-5598-C4C8DFE29061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3" name="Isosceles Triangle 442">
                  <a:extLst>
                    <a:ext uri="{FF2B5EF4-FFF2-40B4-BE49-F238E27FC236}">
                      <a16:creationId xmlns:a16="http://schemas.microsoft.com/office/drawing/2014/main" id="{BF2A4FBE-45F2-2153-3C89-3A7E4E502DDC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4" name="Isosceles Triangle 443">
                  <a:extLst>
                    <a:ext uri="{FF2B5EF4-FFF2-40B4-BE49-F238E27FC236}">
                      <a16:creationId xmlns:a16="http://schemas.microsoft.com/office/drawing/2014/main" id="{B4200F1A-2787-3200-AB2A-CE68E867B292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45" name="Straight Connector 444">
                  <a:extLst>
                    <a:ext uri="{FF2B5EF4-FFF2-40B4-BE49-F238E27FC236}">
                      <a16:creationId xmlns:a16="http://schemas.microsoft.com/office/drawing/2014/main" id="{CE6AB2BE-E917-0867-661D-985CCE1033BF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6" name="Straight Connector 445">
                  <a:extLst>
                    <a:ext uri="{FF2B5EF4-FFF2-40B4-BE49-F238E27FC236}">
                      <a16:creationId xmlns:a16="http://schemas.microsoft.com/office/drawing/2014/main" id="{19F8E60E-15F4-D52F-3F67-37C99871FD62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>
                  <a:extLst>
                    <a:ext uri="{FF2B5EF4-FFF2-40B4-BE49-F238E27FC236}">
                      <a16:creationId xmlns:a16="http://schemas.microsoft.com/office/drawing/2014/main" id="{50C929AC-02F6-FBB6-0F23-7AA34509FF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8" name="Straight Connector 447">
                  <a:extLst>
                    <a:ext uri="{FF2B5EF4-FFF2-40B4-BE49-F238E27FC236}">
                      <a16:creationId xmlns:a16="http://schemas.microsoft.com/office/drawing/2014/main" id="{E894937E-4275-0A3B-A008-3043559062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Straight Connector 448">
                  <a:extLst>
                    <a:ext uri="{FF2B5EF4-FFF2-40B4-BE49-F238E27FC236}">
                      <a16:creationId xmlns:a16="http://schemas.microsoft.com/office/drawing/2014/main" id="{581F361D-F932-95B9-EB81-0A74A40E25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Straight Connector 449">
                  <a:extLst>
                    <a:ext uri="{FF2B5EF4-FFF2-40B4-BE49-F238E27FC236}">
                      <a16:creationId xmlns:a16="http://schemas.microsoft.com/office/drawing/2014/main" id="{D5F074DC-7D7B-67ED-FB73-35F7087975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015B616C-D7A3-A0F6-FCCA-2C8328B66B64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00D48DAD-2AC2-D289-098F-8F950ADCFD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402" name="Group 401">
                <a:extLst>
                  <a:ext uri="{FF2B5EF4-FFF2-40B4-BE49-F238E27FC236}">
                    <a16:creationId xmlns:a16="http://schemas.microsoft.com/office/drawing/2014/main" id="{61D25993-C2E2-C158-6782-E01EF6E1D165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408" name="Straight Connector 407">
                  <a:extLst>
                    <a:ext uri="{FF2B5EF4-FFF2-40B4-BE49-F238E27FC236}">
                      <a16:creationId xmlns:a16="http://schemas.microsoft.com/office/drawing/2014/main" id="{B30D5973-DC36-F65E-2291-864F3BA08E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Straight Connector 408">
                  <a:extLst>
                    <a:ext uri="{FF2B5EF4-FFF2-40B4-BE49-F238E27FC236}">
                      <a16:creationId xmlns:a16="http://schemas.microsoft.com/office/drawing/2014/main" id="{8E7745D7-0997-BF33-A988-D292F6A9E0A8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>
                  <a:extLst>
                    <a:ext uri="{FF2B5EF4-FFF2-40B4-BE49-F238E27FC236}">
                      <a16:creationId xmlns:a16="http://schemas.microsoft.com/office/drawing/2014/main" id="{07D3127F-2FEC-A9F1-3B25-7A2DF1CEAE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Straight Connector 410">
                  <a:extLst>
                    <a:ext uri="{FF2B5EF4-FFF2-40B4-BE49-F238E27FC236}">
                      <a16:creationId xmlns:a16="http://schemas.microsoft.com/office/drawing/2014/main" id="{2266A115-71D1-BA04-B9B7-EEC90598F6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>
                  <a:extLst>
                    <a:ext uri="{FF2B5EF4-FFF2-40B4-BE49-F238E27FC236}">
                      <a16:creationId xmlns:a16="http://schemas.microsoft.com/office/drawing/2014/main" id="{2B5C67C7-BC84-9C99-750B-A8867A4BEB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13" name="Group 412">
                  <a:extLst>
                    <a:ext uri="{FF2B5EF4-FFF2-40B4-BE49-F238E27FC236}">
                      <a16:creationId xmlns:a16="http://schemas.microsoft.com/office/drawing/2014/main" id="{E0FDE40C-EE81-3DB9-DD3B-5F83B9FB1D2B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434" name="Straight Connector 433">
                    <a:extLst>
                      <a:ext uri="{FF2B5EF4-FFF2-40B4-BE49-F238E27FC236}">
                        <a16:creationId xmlns:a16="http://schemas.microsoft.com/office/drawing/2014/main" id="{F9B9CF94-C6FA-D6EF-E0E5-0D3D208269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5" name="Straight Connector 434">
                    <a:extLst>
                      <a:ext uri="{FF2B5EF4-FFF2-40B4-BE49-F238E27FC236}">
                        <a16:creationId xmlns:a16="http://schemas.microsoft.com/office/drawing/2014/main" id="{03A43EE1-5216-E787-0DA9-929402E912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6" name="Straight Connector 435">
                    <a:extLst>
                      <a:ext uri="{FF2B5EF4-FFF2-40B4-BE49-F238E27FC236}">
                        <a16:creationId xmlns:a16="http://schemas.microsoft.com/office/drawing/2014/main" id="{5A0D3AAB-E41E-0A7B-C681-DC212965A4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4" name="Group 413">
                  <a:extLst>
                    <a:ext uri="{FF2B5EF4-FFF2-40B4-BE49-F238E27FC236}">
                      <a16:creationId xmlns:a16="http://schemas.microsoft.com/office/drawing/2014/main" id="{39730F5D-2DBC-FBE8-D96B-9B4B9CCA2E74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431" name="Straight Connector 430">
                    <a:extLst>
                      <a:ext uri="{FF2B5EF4-FFF2-40B4-BE49-F238E27FC236}">
                        <a16:creationId xmlns:a16="http://schemas.microsoft.com/office/drawing/2014/main" id="{C3A96529-5B69-7B10-273D-74C54FA392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2" name="Straight Connector 431">
                    <a:extLst>
                      <a:ext uri="{FF2B5EF4-FFF2-40B4-BE49-F238E27FC236}">
                        <a16:creationId xmlns:a16="http://schemas.microsoft.com/office/drawing/2014/main" id="{2F5BE31D-5C32-D364-B277-A31ACB1728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3" name="Straight Connector 432">
                    <a:extLst>
                      <a:ext uri="{FF2B5EF4-FFF2-40B4-BE49-F238E27FC236}">
                        <a16:creationId xmlns:a16="http://schemas.microsoft.com/office/drawing/2014/main" id="{6E90C9C3-A2DD-772C-9393-0C2E54C82E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5" name="Group 414">
                  <a:extLst>
                    <a:ext uri="{FF2B5EF4-FFF2-40B4-BE49-F238E27FC236}">
                      <a16:creationId xmlns:a16="http://schemas.microsoft.com/office/drawing/2014/main" id="{FCB3CCFF-573F-84B9-DFFE-C945A9A366BA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428" name="Straight Connector 427">
                    <a:extLst>
                      <a:ext uri="{FF2B5EF4-FFF2-40B4-BE49-F238E27FC236}">
                        <a16:creationId xmlns:a16="http://schemas.microsoft.com/office/drawing/2014/main" id="{35D17E48-8DDB-2460-DD61-FA86085BD7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9" name="Straight Connector 428">
                    <a:extLst>
                      <a:ext uri="{FF2B5EF4-FFF2-40B4-BE49-F238E27FC236}">
                        <a16:creationId xmlns:a16="http://schemas.microsoft.com/office/drawing/2014/main" id="{7EDD8C84-6C43-243F-FA1D-A2241EC818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0" name="Straight Connector 429">
                    <a:extLst>
                      <a:ext uri="{FF2B5EF4-FFF2-40B4-BE49-F238E27FC236}">
                        <a16:creationId xmlns:a16="http://schemas.microsoft.com/office/drawing/2014/main" id="{CFE102EC-3ED9-752A-F1FB-2FCFD32039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6" name="Group 415">
                  <a:extLst>
                    <a:ext uri="{FF2B5EF4-FFF2-40B4-BE49-F238E27FC236}">
                      <a16:creationId xmlns:a16="http://schemas.microsoft.com/office/drawing/2014/main" id="{554A0805-1ECB-BB40-D725-7F041957F2F6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425" name="Straight Connector 424">
                    <a:extLst>
                      <a:ext uri="{FF2B5EF4-FFF2-40B4-BE49-F238E27FC236}">
                        <a16:creationId xmlns:a16="http://schemas.microsoft.com/office/drawing/2014/main" id="{8D25959B-A40D-913B-F06E-92B4DC5C3D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6" name="Straight Connector 425">
                    <a:extLst>
                      <a:ext uri="{FF2B5EF4-FFF2-40B4-BE49-F238E27FC236}">
                        <a16:creationId xmlns:a16="http://schemas.microsoft.com/office/drawing/2014/main" id="{B8C43C1D-F84A-7C62-1A78-9253EBBD37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7" name="Straight Connector 426">
                    <a:extLst>
                      <a:ext uri="{FF2B5EF4-FFF2-40B4-BE49-F238E27FC236}">
                        <a16:creationId xmlns:a16="http://schemas.microsoft.com/office/drawing/2014/main" id="{EC06998F-3509-ADD5-8369-E34DEAA900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7" name="Group 416">
                  <a:extLst>
                    <a:ext uri="{FF2B5EF4-FFF2-40B4-BE49-F238E27FC236}">
                      <a16:creationId xmlns:a16="http://schemas.microsoft.com/office/drawing/2014/main" id="{27F36919-1B61-F4ED-9695-BEFEB91C3D73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419" name="Straight Connector 418">
                    <a:extLst>
                      <a:ext uri="{FF2B5EF4-FFF2-40B4-BE49-F238E27FC236}">
                        <a16:creationId xmlns:a16="http://schemas.microsoft.com/office/drawing/2014/main" id="{D0A0B8CB-A0CC-D427-BA67-67477ACDCB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Straight Connector 419">
                    <a:extLst>
                      <a:ext uri="{FF2B5EF4-FFF2-40B4-BE49-F238E27FC236}">
                        <a16:creationId xmlns:a16="http://schemas.microsoft.com/office/drawing/2014/main" id="{812B4649-56C7-2C5D-D2FA-0C73FB3803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1" name="Straight Connector 420">
                    <a:extLst>
                      <a:ext uri="{FF2B5EF4-FFF2-40B4-BE49-F238E27FC236}">
                        <a16:creationId xmlns:a16="http://schemas.microsoft.com/office/drawing/2014/main" id="{6B2BA9D6-936E-8A2D-49A7-A88BEBA955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2" name="Straight Connector 421">
                    <a:extLst>
                      <a:ext uri="{FF2B5EF4-FFF2-40B4-BE49-F238E27FC236}">
                        <a16:creationId xmlns:a16="http://schemas.microsoft.com/office/drawing/2014/main" id="{FAD577EB-09FE-5EC5-785E-6BF51AD188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3" name="Straight Connector 422">
                    <a:extLst>
                      <a:ext uri="{FF2B5EF4-FFF2-40B4-BE49-F238E27FC236}">
                        <a16:creationId xmlns:a16="http://schemas.microsoft.com/office/drawing/2014/main" id="{32D31770-70DB-5105-FB26-17B809F3B4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4" name="Straight Connector 423">
                    <a:extLst>
                      <a:ext uri="{FF2B5EF4-FFF2-40B4-BE49-F238E27FC236}">
                        <a16:creationId xmlns:a16="http://schemas.microsoft.com/office/drawing/2014/main" id="{2C08E783-1A94-FEB4-B2C3-549006C168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18" name="Straight Connector 417">
                  <a:extLst>
                    <a:ext uri="{FF2B5EF4-FFF2-40B4-BE49-F238E27FC236}">
                      <a16:creationId xmlns:a16="http://schemas.microsoft.com/office/drawing/2014/main" id="{5EC03A8A-EE1C-6DDF-CE31-127AFD022A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03" name="Straight Connector 402">
                <a:extLst>
                  <a:ext uri="{FF2B5EF4-FFF2-40B4-BE49-F238E27FC236}">
                    <a16:creationId xmlns:a16="http://schemas.microsoft.com/office/drawing/2014/main" id="{C1835E72-88DA-70E5-3C0C-FB48DE0ACE4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8F63CC48-4A40-BD4A-C357-7DF6EEDEBDFB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4FEDEB8A-E5CF-945B-0D8B-439372B5FA51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EFACC385-651E-8930-22F0-5B213DE1AB65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7" name="Straight Connector 406">
                <a:extLst>
                  <a:ext uri="{FF2B5EF4-FFF2-40B4-BE49-F238E27FC236}">
                    <a16:creationId xmlns:a16="http://schemas.microsoft.com/office/drawing/2014/main" id="{29077DCC-E035-4168-4297-7F930512B755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548D2326-2606-4D16-6B22-CAC95DC0BE8E}"/>
              </a:ext>
            </a:extLst>
          </p:cNvPr>
          <p:cNvGrpSpPr>
            <a:grpSpLocks noChangeAspect="1"/>
          </p:cNvGrpSpPr>
          <p:nvPr/>
        </p:nvGrpSpPr>
        <p:grpSpPr>
          <a:xfrm>
            <a:off x="3176873" y="4183344"/>
            <a:ext cx="2951010" cy="2743200"/>
            <a:chOff x="2970622" y="462512"/>
            <a:chExt cx="6579000" cy="6115708"/>
          </a:xfrm>
        </p:grpSpPr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34A1ED60-B867-71E7-644B-D7D77E69A937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516" name="Straight Connector 515">
                <a:extLst>
                  <a:ext uri="{FF2B5EF4-FFF2-40B4-BE49-F238E27FC236}">
                    <a16:creationId xmlns:a16="http://schemas.microsoft.com/office/drawing/2014/main" id="{7E21ADB7-7C7B-A8C5-86CC-DA256166A06C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CA3664F1-CA2E-248A-98C8-749A4858A431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518" name="Group 517">
                  <a:extLst>
                    <a:ext uri="{FF2B5EF4-FFF2-40B4-BE49-F238E27FC236}">
                      <a16:creationId xmlns:a16="http://schemas.microsoft.com/office/drawing/2014/main" id="{7C591518-60C1-3957-CB1E-CBFE29B5E0E6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530" name="Group 529">
                    <a:extLst>
                      <a:ext uri="{FF2B5EF4-FFF2-40B4-BE49-F238E27FC236}">
                        <a16:creationId xmlns:a16="http://schemas.microsoft.com/office/drawing/2014/main" id="{55AAB9FF-79EE-4CCE-1A3B-81839801A538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536" name="Group 535">
                      <a:extLst>
                        <a:ext uri="{FF2B5EF4-FFF2-40B4-BE49-F238E27FC236}">
                          <a16:creationId xmlns:a16="http://schemas.microsoft.com/office/drawing/2014/main" id="{F73F92E6-0B64-FA41-29C3-1483EEEE95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549" name="Oval 548">
                        <a:extLst>
                          <a:ext uri="{FF2B5EF4-FFF2-40B4-BE49-F238E27FC236}">
                            <a16:creationId xmlns:a16="http://schemas.microsoft.com/office/drawing/2014/main" id="{B09ABD73-05B0-2083-B2E9-6CFE753DA69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550" name="Straight Connector 549">
                        <a:extLst>
                          <a:ext uri="{FF2B5EF4-FFF2-40B4-BE49-F238E27FC236}">
                            <a16:creationId xmlns:a16="http://schemas.microsoft.com/office/drawing/2014/main" id="{7FBA2800-7DAE-8E30-2A9A-23388682198E}"/>
                          </a:ext>
                        </a:extLst>
                      </p:cNvPr>
                      <p:cNvCxnSpPr>
                        <a:stCxn id="549" idx="0"/>
                        <a:endCxn id="549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1" name="Straight Connector 550">
                        <a:extLst>
                          <a:ext uri="{FF2B5EF4-FFF2-40B4-BE49-F238E27FC236}">
                            <a16:creationId xmlns:a16="http://schemas.microsoft.com/office/drawing/2014/main" id="{7266206E-E3E8-DC54-192E-41B565B25E0C}"/>
                          </a:ext>
                        </a:extLst>
                      </p:cNvPr>
                      <p:cNvCxnSpPr>
                        <a:stCxn id="549" idx="2"/>
                        <a:endCxn id="549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2" name="Straight Connector 551">
                        <a:extLst>
                          <a:ext uri="{FF2B5EF4-FFF2-40B4-BE49-F238E27FC236}">
                            <a16:creationId xmlns:a16="http://schemas.microsoft.com/office/drawing/2014/main" id="{56CC5C65-7571-6472-34EE-25BEFC78592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3" name="Straight Connector 552">
                        <a:extLst>
                          <a:ext uri="{FF2B5EF4-FFF2-40B4-BE49-F238E27FC236}">
                            <a16:creationId xmlns:a16="http://schemas.microsoft.com/office/drawing/2014/main" id="{0B61BD92-0FE9-03AA-AE69-2ED724C28D0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4" name="Straight Connector 553">
                        <a:extLst>
                          <a:ext uri="{FF2B5EF4-FFF2-40B4-BE49-F238E27FC236}">
                            <a16:creationId xmlns:a16="http://schemas.microsoft.com/office/drawing/2014/main" id="{A15AD688-E6F0-67BA-1228-162DCC1848E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5" name="Straight Connector 554">
                        <a:extLst>
                          <a:ext uri="{FF2B5EF4-FFF2-40B4-BE49-F238E27FC236}">
                            <a16:creationId xmlns:a16="http://schemas.microsoft.com/office/drawing/2014/main" id="{450DB637-4664-D033-3EE1-8E4C83AFD59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537" name="Straight Connector 536">
                      <a:extLst>
                        <a:ext uri="{FF2B5EF4-FFF2-40B4-BE49-F238E27FC236}">
                          <a16:creationId xmlns:a16="http://schemas.microsoft.com/office/drawing/2014/main" id="{DFEB3ADC-276E-5648-300D-F1E8942AB1E0}"/>
                        </a:ext>
                      </a:extLst>
                    </p:cNvPr>
                    <p:cNvCxnSpPr>
                      <a:endCxn id="549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8" name="Straight Connector 537">
                      <a:extLst>
                        <a:ext uri="{FF2B5EF4-FFF2-40B4-BE49-F238E27FC236}">
                          <a16:creationId xmlns:a16="http://schemas.microsoft.com/office/drawing/2014/main" id="{D3AA4B39-833B-77C8-E622-7603A7B11354}"/>
                        </a:ext>
                      </a:extLst>
                    </p:cNvPr>
                    <p:cNvCxnSpPr>
                      <a:stCxn id="549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9" name="Straight Connector 538">
                      <a:extLst>
                        <a:ext uri="{FF2B5EF4-FFF2-40B4-BE49-F238E27FC236}">
                          <a16:creationId xmlns:a16="http://schemas.microsoft.com/office/drawing/2014/main" id="{D52042D1-76FB-96AA-FEEB-0EDF4FD7AB4F}"/>
                        </a:ext>
                      </a:extLst>
                    </p:cNvPr>
                    <p:cNvCxnSpPr>
                      <a:stCxn id="549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0" name="Straight Connector 539">
                      <a:extLst>
                        <a:ext uri="{FF2B5EF4-FFF2-40B4-BE49-F238E27FC236}">
                          <a16:creationId xmlns:a16="http://schemas.microsoft.com/office/drawing/2014/main" id="{382349EF-9A5A-6DA7-A8D5-2B3032C5BB9F}"/>
                        </a:ext>
                      </a:extLst>
                    </p:cNvPr>
                    <p:cNvCxnSpPr>
                      <a:stCxn id="549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1" name="Straight Connector 540">
                      <a:extLst>
                        <a:ext uri="{FF2B5EF4-FFF2-40B4-BE49-F238E27FC236}">
                          <a16:creationId xmlns:a16="http://schemas.microsoft.com/office/drawing/2014/main" id="{55E4F0D6-7938-5822-E41C-EEFA3C787AB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2" name="Straight Connector 541">
                      <a:extLst>
                        <a:ext uri="{FF2B5EF4-FFF2-40B4-BE49-F238E27FC236}">
                          <a16:creationId xmlns:a16="http://schemas.microsoft.com/office/drawing/2014/main" id="{B0997B49-2598-F0EF-0E0C-6663BBD7927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3" name="Straight Connector 542">
                      <a:extLst>
                        <a:ext uri="{FF2B5EF4-FFF2-40B4-BE49-F238E27FC236}">
                          <a16:creationId xmlns:a16="http://schemas.microsoft.com/office/drawing/2014/main" id="{49E00AC1-1B10-996A-65B4-6D9913979A7E}"/>
                        </a:ext>
                      </a:extLst>
                    </p:cNvPr>
                    <p:cNvCxnSpPr>
                      <a:stCxn id="549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4" name="Straight Connector 543">
                      <a:extLst>
                        <a:ext uri="{FF2B5EF4-FFF2-40B4-BE49-F238E27FC236}">
                          <a16:creationId xmlns:a16="http://schemas.microsoft.com/office/drawing/2014/main" id="{8161CAF8-0D89-030B-A2E7-81898094B14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5" name="Straight Connector 544">
                      <a:extLst>
                        <a:ext uri="{FF2B5EF4-FFF2-40B4-BE49-F238E27FC236}">
                          <a16:creationId xmlns:a16="http://schemas.microsoft.com/office/drawing/2014/main" id="{89A33CCF-262A-9F18-890A-FE33B7E796F3}"/>
                        </a:ext>
                      </a:extLst>
                    </p:cNvPr>
                    <p:cNvCxnSpPr>
                      <a:endCxn id="549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6" name="Straight Connector 545">
                      <a:extLst>
                        <a:ext uri="{FF2B5EF4-FFF2-40B4-BE49-F238E27FC236}">
                          <a16:creationId xmlns:a16="http://schemas.microsoft.com/office/drawing/2014/main" id="{EE4A65A5-E5AC-7D94-8990-A5B3B736A369}"/>
                        </a:ext>
                      </a:extLst>
                    </p:cNvPr>
                    <p:cNvCxnSpPr>
                      <a:stCxn id="549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7" name="Straight Connector 546">
                      <a:extLst>
                        <a:ext uri="{FF2B5EF4-FFF2-40B4-BE49-F238E27FC236}">
                          <a16:creationId xmlns:a16="http://schemas.microsoft.com/office/drawing/2014/main" id="{50018D4B-A11E-F12B-3E32-406360ADB577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8" name="Straight Connector 547">
                      <a:extLst>
                        <a:ext uri="{FF2B5EF4-FFF2-40B4-BE49-F238E27FC236}">
                          <a16:creationId xmlns:a16="http://schemas.microsoft.com/office/drawing/2014/main" id="{86C1C055-A5BA-F026-6FE4-0E7A2D82788D}"/>
                        </a:ext>
                      </a:extLst>
                    </p:cNvPr>
                    <p:cNvCxnSpPr>
                      <a:endCxn id="549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531" name="Straight Connector 530">
                    <a:extLst>
                      <a:ext uri="{FF2B5EF4-FFF2-40B4-BE49-F238E27FC236}">
                        <a16:creationId xmlns:a16="http://schemas.microsoft.com/office/drawing/2014/main" id="{CE8186FC-5DB4-8FC8-84E0-8A6A03EB1C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2" name="Straight Connector 531">
                    <a:extLst>
                      <a:ext uri="{FF2B5EF4-FFF2-40B4-BE49-F238E27FC236}">
                        <a16:creationId xmlns:a16="http://schemas.microsoft.com/office/drawing/2014/main" id="{86687294-17C7-E775-6F89-F1C8B648B6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3" name="Straight Connector 532">
                    <a:extLst>
                      <a:ext uri="{FF2B5EF4-FFF2-40B4-BE49-F238E27FC236}">
                        <a16:creationId xmlns:a16="http://schemas.microsoft.com/office/drawing/2014/main" id="{43DC2C6B-A4F5-8F22-3499-DB175FC91C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4" name="Straight Connector 533">
                    <a:extLst>
                      <a:ext uri="{FF2B5EF4-FFF2-40B4-BE49-F238E27FC236}">
                        <a16:creationId xmlns:a16="http://schemas.microsoft.com/office/drawing/2014/main" id="{220A0C7C-4286-C3BF-9564-3ECC998D3D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5" name="Straight Connector 534">
                    <a:extLst>
                      <a:ext uri="{FF2B5EF4-FFF2-40B4-BE49-F238E27FC236}">
                        <a16:creationId xmlns:a16="http://schemas.microsoft.com/office/drawing/2014/main" id="{AC3BEBBD-D20B-7ED6-7A5C-D4B5ACC288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A765FE6D-3704-A320-35E8-F1D9D2F4A738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0" name="Isosceles Triangle 519">
                  <a:extLst>
                    <a:ext uri="{FF2B5EF4-FFF2-40B4-BE49-F238E27FC236}">
                      <a16:creationId xmlns:a16="http://schemas.microsoft.com/office/drawing/2014/main" id="{797C301E-8770-F88D-1978-01B886E124D6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1" name="Isosceles Triangle 520">
                  <a:extLst>
                    <a:ext uri="{FF2B5EF4-FFF2-40B4-BE49-F238E27FC236}">
                      <a16:creationId xmlns:a16="http://schemas.microsoft.com/office/drawing/2014/main" id="{04438BB0-DF3B-F938-1248-4F9D1DAB66A5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2" name="Isosceles Triangle 521">
                  <a:extLst>
                    <a:ext uri="{FF2B5EF4-FFF2-40B4-BE49-F238E27FC236}">
                      <a16:creationId xmlns:a16="http://schemas.microsoft.com/office/drawing/2014/main" id="{923AB714-5E62-2A2C-DF0D-6A6F69360913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3" name="Isosceles Triangle 522">
                  <a:extLst>
                    <a:ext uri="{FF2B5EF4-FFF2-40B4-BE49-F238E27FC236}">
                      <a16:creationId xmlns:a16="http://schemas.microsoft.com/office/drawing/2014/main" id="{06B4910F-F9AC-3853-7EFF-9EEF71B7770D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24" name="Straight Connector 523">
                  <a:extLst>
                    <a:ext uri="{FF2B5EF4-FFF2-40B4-BE49-F238E27FC236}">
                      <a16:creationId xmlns:a16="http://schemas.microsoft.com/office/drawing/2014/main" id="{D8B84EE3-5321-F06C-90AC-41AB8049E757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5" name="Straight Connector 524">
                  <a:extLst>
                    <a:ext uri="{FF2B5EF4-FFF2-40B4-BE49-F238E27FC236}">
                      <a16:creationId xmlns:a16="http://schemas.microsoft.com/office/drawing/2014/main" id="{AB80389C-0B67-76D7-8471-D4F91B8D1EB8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Straight Connector 525">
                  <a:extLst>
                    <a:ext uri="{FF2B5EF4-FFF2-40B4-BE49-F238E27FC236}">
                      <a16:creationId xmlns:a16="http://schemas.microsoft.com/office/drawing/2014/main" id="{EE7D0382-E021-07C8-EC4D-A860DE3256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Straight Connector 526">
                  <a:extLst>
                    <a:ext uri="{FF2B5EF4-FFF2-40B4-BE49-F238E27FC236}">
                      <a16:creationId xmlns:a16="http://schemas.microsoft.com/office/drawing/2014/main" id="{36135C6B-4BB9-B47A-1F70-0992D6D849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Straight Connector 527">
                  <a:extLst>
                    <a:ext uri="{FF2B5EF4-FFF2-40B4-BE49-F238E27FC236}">
                      <a16:creationId xmlns:a16="http://schemas.microsoft.com/office/drawing/2014/main" id="{6790A8BD-8596-B9D7-191C-7D0EF4CC19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99B36EF9-8777-EA4D-06AB-E3AE9A4211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D49DAC27-67D6-30FB-3099-BB292B770840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480" name="Straight Connector 479">
                <a:extLst>
                  <a:ext uri="{FF2B5EF4-FFF2-40B4-BE49-F238E27FC236}">
                    <a16:creationId xmlns:a16="http://schemas.microsoft.com/office/drawing/2014/main" id="{DBFF78A0-1438-6119-12D1-8D5B916C1D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481" name="Group 480">
                <a:extLst>
                  <a:ext uri="{FF2B5EF4-FFF2-40B4-BE49-F238E27FC236}">
                    <a16:creationId xmlns:a16="http://schemas.microsoft.com/office/drawing/2014/main" id="{19EE0663-B2E7-0B7F-3B1E-D8000B226B8F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487" name="Straight Connector 486">
                  <a:extLst>
                    <a:ext uri="{FF2B5EF4-FFF2-40B4-BE49-F238E27FC236}">
                      <a16:creationId xmlns:a16="http://schemas.microsoft.com/office/drawing/2014/main" id="{0B323F3B-896A-4C97-C643-7797C51001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88" name="Straight Connector 487">
                  <a:extLst>
                    <a:ext uri="{FF2B5EF4-FFF2-40B4-BE49-F238E27FC236}">
                      <a16:creationId xmlns:a16="http://schemas.microsoft.com/office/drawing/2014/main" id="{2B4E7479-87A7-E509-3F3F-24D79D5B0A4E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9" name="Straight Connector 488">
                  <a:extLst>
                    <a:ext uri="{FF2B5EF4-FFF2-40B4-BE49-F238E27FC236}">
                      <a16:creationId xmlns:a16="http://schemas.microsoft.com/office/drawing/2014/main" id="{318AD4B2-6518-50D6-718C-D944CB2165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90" name="Straight Connector 489">
                  <a:extLst>
                    <a:ext uri="{FF2B5EF4-FFF2-40B4-BE49-F238E27FC236}">
                      <a16:creationId xmlns:a16="http://schemas.microsoft.com/office/drawing/2014/main" id="{F8C8E2B5-B310-F4A6-572F-191F257655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91" name="Straight Connector 490">
                  <a:extLst>
                    <a:ext uri="{FF2B5EF4-FFF2-40B4-BE49-F238E27FC236}">
                      <a16:creationId xmlns:a16="http://schemas.microsoft.com/office/drawing/2014/main" id="{B2EC9182-1AF8-FBF8-847A-D8EA922573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92" name="Group 491">
                  <a:extLst>
                    <a:ext uri="{FF2B5EF4-FFF2-40B4-BE49-F238E27FC236}">
                      <a16:creationId xmlns:a16="http://schemas.microsoft.com/office/drawing/2014/main" id="{A2E6C5E2-8627-3A9D-76FD-C1A6B96F06DE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13" name="Straight Connector 512">
                    <a:extLst>
                      <a:ext uri="{FF2B5EF4-FFF2-40B4-BE49-F238E27FC236}">
                        <a16:creationId xmlns:a16="http://schemas.microsoft.com/office/drawing/2014/main" id="{69C8FB8C-7FF2-7A0D-8DC2-73F22516B2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4" name="Straight Connector 513">
                    <a:extLst>
                      <a:ext uri="{FF2B5EF4-FFF2-40B4-BE49-F238E27FC236}">
                        <a16:creationId xmlns:a16="http://schemas.microsoft.com/office/drawing/2014/main" id="{B5C784FA-C469-FCDD-68D0-89856C0353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5" name="Straight Connector 514">
                    <a:extLst>
                      <a:ext uri="{FF2B5EF4-FFF2-40B4-BE49-F238E27FC236}">
                        <a16:creationId xmlns:a16="http://schemas.microsoft.com/office/drawing/2014/main" id="{58C97AF8-86A3-35F7-4BAD-01B37151B2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93" name="Group 492">
                  <a:extLst>
                    <a:ext uri="{FF2B5EF4-FFF2-40B4-BE49-F238E27FC236}">
                      <a16:creationId xmlns:a16="http://schemas.microsoft.com/office/drawing/2014/main" id="{79762E78-EC47-7CEB-D803-FB72AA936921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10" name="Straight Connector 509">
                    <a:extLst>
                      <a:ext uri="{FF2B5EF4-FFF2-40B4-BE49-F238E27FC236}">
                        <a16:creationId xmlns:a16="http://schemas.microsoft.com/office/drawing/2014/main" id="{7F9BE98C-E4B3-39C5-9B04-084B7BAEB1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1" name="Straight Connector 510">
                    <a:extLst>
                      <a:ext uri="{FF2B5EF4-FFF2-40B4-BE49-F238E27FC236}">
                        <a16:creationId xmlns:a16="http://schemas.microsoft.com/office/drawing/2014/main" id="{4FE71251-6DF7-CBEA-B9EE-643B508C36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2" name="Straight Connector 511">
                    <a:extLst>
                      <a:ext uri="{FF2B5EF4-FFF2-40B4-BE49-F238E27FC236}">
                        <a16:creationId xmlns:a16="http://schemas.microsoft.com/office/drawing/2014/main" id="{26FF470F-FE24-0B98-9CBC-112F23DAFB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94" name="Group 493">
                  <a:extLst>
                    <a:ext uri="{FF2B5EF4-FFF2-40B4-BE49-F238E27FC236}">
                      <a16:creationId xmlns:a16="http://schemas.microsoft.com/office/drawing/2014/main" id="{222AF494-2100-681C-16B2-12552C980C52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07" name="Straight Connector 506">
                    <a:extLst>
                      <a:ext uri="{FF2B5EF4-FFF2-40B4-BE49-F238E27FC236}">
                        <a16:creationId xmlns:a16="http://schemas.microsoft.com/office/drawing/2014/main" id="{4566813D-09A7-D33F-46A7-9659BC362B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8" name="Straight Connector 507">
                    <a:extLst>
                      <a:ext uri="{FF2B5EF4-FFF2-40B4-BE49-F238E27FC236}">
                        <a16:creationId xmlns:a16="http://schemas.microsoft.com/office/drawing/2014/main" id="{85DBEACD-B541-FE38-3447-16A57E4003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9" name="Straight Connector 508">
                    <a:extLst>
                      <a:ext uri="{FF2B5EF4-FFF2-40B4-BE49-F238E27FC236}">
                        <a16:creationId xmlns:a16="http://schemas.microsoft.com/office/drawing/2014/main" id="{A2782EE9-460E-0BCD-B9D8-903F65A39D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95" name="Group 494">
                  <a:extLst>
                    <a:ext uri="{FF2B5EF4-FFF2-40B4-BE49-F238E27FC236}">
                      <a16:creationId xmlns:a16="http://schemas.microsoft.com/office/drawing/2014/main" id="{DF3B11A7-95B9-CBA2-93B7-8CAA139007FA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04" name="Straight Connector 503">
                    <a:extLst>
                      <a:ext uri="{FF2B5EF4-FFF2-40B4-BE49-F238E27FC236}">
                        <a16:creationId xmlns:a16="http://schemas.microsoft.com/office/drawing/2014/main" id="{97D8AEB4-C756-D63A-0E76-B74C2EEC9F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5" name="Straight Connector 504">
                    <a:extLst>
                      <a:ext uri="{FF2B5EF4-FFF2-40B4-BE49-F238E27FC236}">
                        <a16:creationId xmlns:a16="http://schemas.microsoft.com/office/drawing/2014/main" id="{97952D81-244E-483B-0BA1-4B80FB488C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6" name="Straight Connector 505">
                    <a:extLst>
                      <a:ext uri="{FF2B5EF4-FFF2-40B4-BE49-F238E27FC236}">
                        <a16:creationId xmlns:a16="http://schemas.microsoft.com/office/drawing/2014/main" id="{58AD732E-A5F1-1F18-B57C-03D03F31FC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96" name="Group 495">
                  <a:extLst>
                    <a:ext uri="{FF2B5EF4-FFF2-40B4-BE49-F238E27FC236}">
                      <a16:creationId xmlns:a16="http://schemas.microsoft.com/office/drawing/2014/main" id="{E32B2E4D-92D1-9C5B-648B-B1FEA43F6C20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498" name="Straight Connector 497">
                    <a:extLst>
                      <a:ext uri="{FF2B5EF4-FFF2-40B4-BE49-F238E27FC236}">
                        <a16:creationId xmlns:a16="http://schemas.microsoft.com/office/drawing/2014/main" id="{CAD9D733-D1F5-964B-1F65-C9C285DC85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9" name="Straight Connector 498">
                    <a:extLst>
                      <a:ext uri="{FF2B5EF4-FFF2-40B4-BE49-F238E27FC236}">
                        <a16:creationId xmlns:a16="http://schemas.microsoft.com/office/drawing/2014/main" id="{0B140626-D00B-EEDD-59CC-C800BB80D4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0" name="Straight Connector 499">
                    <a:extLst>
                      <a:ext uri="{FF2B5EF4-FFF2-40B4-BE49-F238E27FC236}">
                        <a16:creationId xmlns:a16="http://schemas.microsoft.com/office/drawing/2014/main" id="{9AEEE764-D7A9-C49D-ED7F-A76C6BC32F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1" name="Straight Connector 500">
                    <a:extLst>
                      <a:ext uri="{FF2B5EF4-FFF2-40B4-BE49-F238E27FC236}">
                        <a16:creationId xmlns:a16="http://schemas.microsoft.com/office/drawing/2014/main" id="{8FDA3063-B19F-09F7-FE01-F738D11BE7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2" name="Straight Connector 501">
                    <a:extLst>
                      <a:ext uri="{FF2B5EF4-FFF2-40B4-BE49-F238E27FC236}">
                        <a16:creationId xmlns:a16="http://schemas.microsoft.com/office/drawing/2014/main" id="{1294FA33-322E-324D-FAD4-B9992E678C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3" name="Straight Connector 502">
                    <a:extLst>
                      <a:ext uri="{FF2B5EF4-FFF2-40B4-BE49-F238E27FC236}">
                        <a16:creationId xmlns:a16="http://schemas.microsoft.com/office/drawing/2014/main" id="{283FE41C-D32A-D7AB-6892-D17927AA88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97" name="Straight Connector 496">
                  <a:extLst>
                    <a:ext uri="{FF2B5EF4-FFF2-40B4-BE49-F238E27FC236}">
                      <a16:creationId xmlns:a16="http://schemas.microsoft.com/office/drawing/2014/main" id="{8852125F-D4DF-0179-51E8-F0DBD2C6DD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2" name="Straight Connector 481">
                <a:extLst>
                  <a:ext uri="{FF2B5EF4-FFF2-40B4-BE49-F238E27FC236}">
                    <a16:creationId xmlns:a16="http://schemas.microsoft.com/office/drawing/2014/main" id="{81707B3B-1ADF-3DD4-92B5-B937DF02A40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3" name="Straight Connector 482">
                <a:extLst>
                  <a:ext uri="{FF2B5EF4-FFF2-40B4-BE49-F238E27FC236}">
                    <a16:creationId xmlns:a16="http://schemas.microsoft.com/office/drawing/2014/main" id="{817882BF-3258-5D30-6881-6139CDAD0C3D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4" name="Straight Connector 483">
                <a:extLst>
                  <a:ext uri="{FF2B5EF4-FFF2-40B4-BE49-F238E27FC236}">
                    <a16:creationId xmlns:a16="http://schemas.microsoft.com/office/drawing/2014/main" id="{FCA3FE34-1E32-1242-0708-2A35A5E10DBC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5" name="Straight Connector 484">
                <a:extLst>
                  <a:ext uri="{FF2B5EF4-FFF2-40B4-BE49-F238E27FC236}">
                    <a16:creationId xmlns:a16="http://schemas.microsoft.com/office/drawing/2014/main" id="{966B3880-734C-BB51-E24F-8EFC4382A67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6" name="Straight Connector 485">
                <a:extLst>
                  <a:ext uri="{FF2B5EF4-FFF2-40B4-BE49-F238E27FC236}">
                    <a16:creationId xmlns:a16="http://schemas.microsoft.com/office/drawing/2014/main" id="{8C7C0F69-E27E-E115-6B8C-6574A1FE8B17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43E50A26-2392-9542-5614-C9ED8DA7BD73}"/>
              </a:ext>
            </a:extLst>
          </p:cNvPr>
          <p:cNvGrpSpPr>
            <a:grpSpLocks noChangeAspect="1"/>
          </p:cNvGrpSpPr>
          <p:nvPr/>
        </p:nvGrpSpPr>
        <p:grpSpPr>
          <a:xfrm>
            <a:off x="5306835" y="4179826"/>
            <a:ext cx="2951010" cy="2743200"/>
            <a:chOff x="2970622" y="462512"/>
            <a:chExt cx="6579000" cy="6115708"/>
          </a:xfrm>
        </p:grpSpPr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E65E5CB3-278F-DD48-E5B9-9220B6C53F29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595" name="Straight Connector 594">
                <a:extLst>
                  <a:ext uri="{FF2B5EF4-FFF2-40B4-BE49-F238E27FC236}">
                    <a16:creationId xmlns:a16="http://schemas.microsoft.com/office/drawing/2014/main" id="{D0DB3871-0042-A2A1-A1DF-35473DF7F83B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6" name="Group 595">
                <a:extLst>
                  <a:ext uri="{FF2B5EF4-FFF2-40B4-BE49-F238E27FC236}">
                    <a16:creationId xmlns:a16="http://schemas.microsoft.com/office/drawing/2014/main" id="{ECF7B112-CA47-D7B9-078E-C027C8A72657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597" name="Group 596">
                  <a:extLst>
                    <a:ext uri="{FF2B5EF4-FFF2-40B4-BE49-F238E27FC236}">
                      <a16:creationId xmlns:a16="http://schemas.microsoft.com/office/drawing/2014/main" id="{8463750D-2FED-BA3F-1E0E-C2AC842C1767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609" name="Group 608">
                    <a:extLst>
                      <a:ext uri="{FF2B5EF4-FFF2-40B4-BE49-F238E27FC236}">
                        <a16:creationId xmlns:a16="http://schemas.microsoft.com/office/drawing/2014/main" id="{CBBC222C-3082-FE20-F8C8-19C090F96A06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615" name="Group 614">
                      <a:extLst>
                        <a:ext uri="{FF2B5EF4-FFF2-40B4-BE49-F238E27FC236}">
                          <a16:creationId xmlns:a16="http://schemas.microsoft.com/office/drawing/2014/main" id="{7740320A-BD07-C4AD-40C0-DCC4F09C06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628" name="Oval 627">
                        <a:extLst>
                          <a:ext uri="{FF2B5EF4-FFF2-40B4-BE49-F238E27FC236}">
                            <a16:creationId xmlns:a16="http://schemas.microsoft.com/office/drawing/2014/main" id="{DEDD9A13-6076-9B42-863C-E4228CBDD7B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629" name="Straight Connector 628">
                        <a:extLst>
                          <a:ext uri="{FF2B5EF4-FFF2-40B4-BE49-F238E27FC236}">
                            <a16:creationId xmlns:a16="http://schemas.microsoft.com/office/drawing/2014/main" id="{5CC4C48F-16B1-1BC4-517D-122E0047EE72}"/>
                          </a:ext>
                        </a:extLst>
                      </p:cNvPr>
                      <p:cNvCxnSpPr>
                        <a:stCxn id="628" idx="0"/>
                        <a:endCxn id="628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0" name="Straight Connector 629">
                        <a:extLst>
                          <a:ext uri="{FF2B5EF4-FFF2-40B4-BE49-F238E27FC236}">
                            <a16:creationId xmlns:a16="http://schemas.microsoft.com/office/drawing/2014/main" id="{256203C4-C328-A9D1-F2D5-06074863F19C}"/>
                          </a:ext>
                        </a:extLst>
                      </p:cNvPr>
                      <p:cNvCxnSpPr>
                        <a:stCxn id="628" idx="2"/>
                        <a:endCxn id="628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1" name="Straight Connector 630">
                        <a:extLst>
                          <a:ext uri="{FF2B5EF4-FFF2-40B4-BE49-F238E27FC236}">
                            <a16:creationId xmlns:a16="http://schemas.microsoft.com/office/drawing/2014/main" id="{CDEC2C5B-7B6F-5BED-B35F-ACCDF9A6648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2" name="Straight Connector 631">
                        <a:extLst>
                          <a:ext uri="{FF2B5EF4-FFF2-40B4-BE49-F238E27FC236}">
                            <a16:creationId xmlns:a16="http://schemas.microsoft.com/office/drawing/2014/main" id="{4124DC9C-0194-D685-7E7C-73C61D36A50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3" name="Straight Connector 632">
                        <a:extLst>
                          <a:ext uri="{FF2B5EF4-FFF2-40B4-BE49-F238E27FC236}">
                            <a16:creationId xmlns:a16="http://schemas.microsoft.com/office/drawing/2014/main" id="{6A86A07C-A53F-B620-D486-D7CBE777214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4" name="Straight Connector 633">
                        <a:extLst>
                          <a:ext uri="{FF2B5EF4-FFF2-40B4-BE49-F238E27FC236}">
                            <a16:creationId xmlns:a16="http://schemas.microsoft.com/office/drawing/2014/main" id="{AC36DF10-DD24-DB3A-2D09-E96ACA65787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616" name="Straight Connector 615">
                      <a:extLst>
                        <a:ext uri="{FF2B5EF4-FFF2-40B4-BE49-F238E27FC236}">
                          <a16:creationId xmlns:a16="http://schemas.microsoft.com/office/drawing/2014/main" id="{A81A0789-BC4D-A733-273A-DBEE1AFE0CEA}"/>
                        </a:ext>
                      </a:extLst>
                    </p:cNvPr>
                    <p:cNvCxnSpPr>
                      <a:endCxn id="628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17" name="Straight Connector 616">
                      <a:extLst>
                        <a:ext uri="{FF2B5EF4-FFF2-40B4-BE49-F238E27FC236}">
                          <a16:creationId xmlns:a16="http://schemas.microsoft.com/office/drawing/2014/main" id="{958F5845-D77A-2FB6-B6C0-D76AAF52B1C8}"/>
                        </a:ext>
                      </a:extLst>
                    </p:cNvPr>
                    <p:cNvCxnSpPr>
                      <a:stCxn id="628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18" name="Straight Connector 617">
                      <a:extLst>
                        <a:ext uri="{FF2B5EF4-FFF2-40B4-BE49-F238E27FC236}">
                          <a16:creationId xmlns:a16="http://schemas.microsoft.com/office/drawing/2014/main" id="{4695FE05-70C8-0B2F-68CB-BE114C335E46}"/>
                        </a:ext>
                      </a:extLst>
                    </p:cNvPr>
                    <p:cNvCxnSpPr>
                      <a:stCxn id="628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19" name="Straight Connector 618">
                      <a:extLst>
                        <a:ext uri="{FF2B5EF4-FFF2-40B4-BE49-F238E27FC236}">
                          <a16:creationId xmlns:a16="http://schemas.microsoft.com/office/drawing/2014/main" id="{6E7CD909-3430-B7E9-E4BD-B17E523FE3FB}"/>
                        </a:ext>
                      </a:extLst>
                    </p:cNvPr>
                    <p:cNvCxnSpPr>
                      <a:stCxn id="628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0" name="Straight Connector 619">
                      <a:extLst>
                        <a:ext uri="{FF2B5EF4-FFF2-40B4-BE49-F238E27FC236}">
                          <a16:creationId xmlns:a16="http://schemas.microsoft.com/office/drawing/2014/main" id="{97E12C44-902D-B07E-7899-67C478D2A8C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1" name="Straight Connector 620">
                      <a:extLst>
                        <a:ext uri="{FF2B5EF4-FFF2-40B4-BE49-F238E27FC236}">
                          <a16:creationId xmlns:a16="http://schemas.microsoft.com/office/drawing/2014/main" id="{49F9829E-E2E6-C969-FA87-7E9008AD372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2" name="Straight Connector 621">
                      <a:extLst>
                        <a:ext uri="{FF2B5EF4-FFF2-40B4-BE49-F238E27FC236}">
                          <a16:creationId xmlns:a16="http://schemas.microsoft.com/office/drawing/2014/main" id="{FD6B35DE-8D5C-4E3D-054D-6E5ED138B8F8}"/>
                        </a:ext>
                      </a:extLst>
                    </p:cNvPr>
                    <p:cNvCxnSpPr>
                      <a:stCxn id="628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3" name="Straight Connector 622">
                      <a:extLst>
                        <a:ext uri="{FF2B5EF4-FFF2-40B4-BE49-F238E27FC236}">
                          <a16:creationId xmlns:a16="http://schemas.microsoft.com/office/drawing/2014/main" id="{4FD0D814-686C-390A-C021-AAE0B985B3D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4" name="Straight Connector 623">
                      <a:extLst>
                        <a:ext uri="{FF2B5EF4-FFF2-40B4-BE49-F238E27FC236}">
                          <a16:creationId xmlns:a16="http://schemas.microsoft.com/office/drawing/2014/main" id="{865D0F6B-5ED1-CFAF-2A89-06F0C26F67F0}"/>
                        </a:ext>
                      </a:extLst>
                    </p:cNvPr>
                    <p:cNvCxnSpPr>
                      <a:endCxn id="628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5" name="Straight Connector 624">
                      <a:extLst>
                        <a:ext uri="{FF2B5EF4-FFF2-40B4-BE49-F238E27FC236}">
                          <a16:creationId xmlns:a16="http://schemas.microsoft.com/office/drawing/2014/main" id="{547E1A1A-35D0-B194-E6B6-89A249ABCDFF}"/>
                        </a:ext>
                      </a:extLst>
                    </p:cNvPr>
                    <p:cNvCxnSpPr>
                      <a:stCxn id="628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6" name="Straight Connector 625">
                      <a:extLst>
                        <a:ext uri="{FF2B5EF4-FFF2-40B4-BE49-F238E27FC236}">
                          <a16:creationId xmlns:a16="http://schemas.microsoft.com/office/drawing/2014/main" id="{566498E9-4A1C-AE84-59AC-684F28D023AA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7" name="Straight Connector 626">
                      <a:extLst>
                        <a:ext uri="{FF2B5EF4-FFF2-40B4-BE49-F238E27FC236}">
                          <a16:creationId xmlns:a16="http://schemas.microsoft.com/office/drawing/2014/main" id="{1DCD2458-0634-00DE-98EC-734CAB87317E}"/>
                        </a:ext>
                      </a:extLst>
                    </p:cNvPr>
                    <p:cNvCxnSpPr>
                      <a:endCxn id="628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10" name="Straight Connector 609">
                    <a:extLst>
                      <a:ext uri="{FF2B5EF4-FFF2-40B4-BE49-F238E27FC236}">
                        <a16:creationId xmlns:a16="http://schemas.microsoft.com/office/drawing/2014/main" id="{EA4419D5-E7AA-477A-7862-8E820D1AF7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1" name="Straight Connector 610">
                    <a:extLst>
                      <a:ext uri="{FF2B5EF4-FFF2-40B4-BE49-F238E27FC236}">
                        <a16:creationId xmlns:a16="http://schemas.microsoft.com/office/drawing/2014/main" id="{ADB66531-31B4-F6D1-6C35-5F2A874D6A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2" name="Straight Connector 611">
                    <a:extLst>
                      <a:ext uri="{FF2B5EF4-FFF2-40B4-BE49-F238E27FC236}">
                        <a16:creationId xmlns:a16="http://schemas.microsoft.com/office/drawing/2014/main" id="{03C46454-9F54-1653-0CC9-CBF441F087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3" name="Straight Connector 612">
                    <a:extLst>
                      <a:ext uri="{FF2B5EF4-FFF2-40B4-BE49-F238E27FC236}">
                        <a16:creationId xmlns:a16="http://schemas.microsoft.com/office/drawing/2014/main" id="{9AD0BF72-8E2C-DFB5-A849-5025E8DC12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4" name="Straight Connector 613">
                    <a:extLst>
                      <a:ext uri="{FF2B5EF4-FFF2-40B4-BE49-F238E27FC236}">
                        <a16:creationId xmlns:a16="http://schemas.microsoft.com/office/drawing/2014/main" id="{F5DC754F-5C02-6C87-CF46-436A7DEE16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98" name="Oval 597">
                  <a:extLst>
                    <a:ext uri="{FF2B5EF4-FFF2-40B4-BE49-F238E27FC236}">
                      <a16:creationId xmlns:a16="http://schemas.microsoft.com/office/drawing/2014/main" id="{7C9EE9A8-A6CB-7FA8-8F7E-798A790D7647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9" name="Isosceles Triangle 598">
                  <a:extLst>
                    <a:ext uri="{FF2B5EF4-FFF2-40B4-BE49-F238E27FC236}">
                      <a16:creationId xmlns:a16="http://schemas.microsoft.com/office/drawing/2014/main" id="{0047BE51-5282-6AE4-9FBC-1C80E9DAAA19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0" name="Isosceles Triangle 599">
                  <a:extLst>
                    <a:ext uri="{FF2B5EF4-FFF2-40B4-BE49-F238E27FC236}">
                      <a16:creationId xmlns:a16="http://schemas.microsoft.com/office/drawing/2014/main" id="{9ABD1C60-D503-D3A2-A4FC-F912CEF685A1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1" name="Isosceles Triangle 600">
                  <a:extLst>
                    <a:ext uri="{FF2B5EF4-FFF2-40B4-BE49-F238E27FC236}">
                      <a16:creationId xmlns:a16="http://schemas.microsoft.com/office/drawing/2014/main" id="{BC45D36E-6153-5EC3-9FCD-1B4E022C5F04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2" name="Isosceles Triangle 601">
                  <a:extLst>
                    <a:ext uri="{FF2B5EF4-FFF2-40B4-BE49-F238E27FC236}">
                      <a16:creationId xmlns:a16="http://schemas.microsoft.com/office/drawing/2014/main" id="{0E385E12-01D2-1AAF-D6E7-AB79C3FB3E18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03" name="Straight Connector 602">
                  <a:extLst>
                    <a:ext uri="{FF2B5EF4-FFF2-40B4-BE49-F238E27FC236}">
                      <a16:creationId xmlns:a16="http://schemas.microsoft.com/office/drawing/2014/main" id="{9C363BAC-9082-017F-4A07-FBEC0A2B5BF8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4" name="Straight Connector 603">
                  <a:extLst>
                    <a:ext uri="{FF2B5EF4-FFF2-40B4-BE49-F238E27FC236}">
                      <a16:creationId xmlns:a16="http://schemas.microsoft.com/office/drawing/2014/main" id="{3CF0B9B4-D22E-6C42-8FAE-BD46AE9771A1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5" name="Straight Connector 604">
                  <a:extLst>
                    <a:ext uri="{FF2B5EF4-FFF2-40B4-BE49-F238E27FC236}">
                      <a16:creationId xmlns:a16="http://schemas.microsoft.com/office/drawing/2014/main" id="{4E9362A7-6D77-2B64-6328-5397409FA9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6" name="Straight Connector 605">
                  <a:extLst>
                    <a:ext uri="{FF2B5EF4-FFF2-40B4-BE49-F238E27FC236}">
                      <a16:creationId xmlns:a16="http://schemas.microsoft.com/office/drawing/2014/main" id="{CC41F424-9654-8353-9F7C-ABC73BD929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7" name="Straight Connector 606">
                  <a:extLst>
                    <a:ext uri="{FF2B5EF4-FFF2-40B4-BE49-F238E27FC236}">
                      <a16:creationId xmlns:a16="http://schemas.microsoft.com/office/drawing/2014/main" id="{5A2BF7D8-2E9A-DF8C-8A83-9175521DFD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8" name="Straight Connector 607">
                  <a:extLst>
                    <a:ext uri="{FF2B5EF4-FFF2-40B4-BE49-F238E27FC236}">
                      <a16:creationId xmlns:a16="http://schemas.microsoft.com/office/drawing/2014/main" id="{8970089C-E295-4017-236A-B394594EA0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58" name="Group 557">
              <a:extLst>
                <a:ext uri="{FF2B5EF4-FFF2-40B4-BE49-F238E27FC236}">
                  <a16:creationId xmlns:a16="http://schemas.microsoft.com/office/drawing/2014/main" id="{2C80D4D7-D8DA-291E-B172-E46E7F416059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559" name="Straight Connector 558">
                <a:extLst>
                  <a:ext uri="{FF2B5EF4-FFF2-40B4-BE49-F238E27FC236}">
                    <a16:creationId xmlns:a16="http://schemas.microsoft.com/office/drawing/2014/main" id="{6D542220-0730-25A7-16AA-273DDB7D07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560" name="Group 559">
                <a:extLst>
                  <a:ext uri="{FF2B5EF4-FFF2-40B4-BE49-F238E27FC236}">
                    <a16:creationId xmlns:a16="http://schemas.microsoft.com/office/drawing/2014/main" id="{36881DF3-1389-B4E2-0929-E5E438E167E4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11F70C10-05A7-1249-AFFF-2420908812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0218FAD9-9914-F014-83B5-3D0A0AD6E0F6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05B7E325-4886-34DF-842E-3E4E552963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75695222-33A7-E497-1F70-23F380CF99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853115A6-2C08-3946-E902-1CF7746586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71" name="Group 570">
                  <a:extLst>
                    <a:ext uri="{FF2B5EF4-FFF2-40B4-BE49-F238E27FC236}">
                      <a16:creationId xmlns:a16="http://schemas.microsoft.com/office/drawing/2014/main" id="{024F2D40-6259-6EFF-4656-CFEBDB54F17A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92" name="Straight Connector 591">
                    <a:extLst>
                      <a:ext uri="{FF2B5EF4-FFF2-40B4-BE49-F238E27FC236}">
                        <a16:creationId xmlns:a16="http://schemas.microsoft.com/office/drawing/2014/main" id="{21F6BCED-FAFC-36A3-E940-B53499ECDC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3" name="Straight Connector 592">
                    <a:extLst>
                      <a:ext uri="{FF2B5EF4-FFF2-40B4-BE49-F238E27FC236}">
                        <a16:creationId xmlns:a16="http://schemas.microsoft.com/office/drawing/2014/main" id="{4D396B19-0A02-3EE8-84A2-0636454D65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4" name="Straight Connector 593">
                    <a:extLst>
                      <a:ext uri="{FF2B5EF4-FFF2-40B4-BE49-F238E27FC236}">
                        <a16:creationId xmlns:a16="http://schemas.microsoft.com/office/drawing/2014/main" id="{D2DAA9E2-120D-F4B0-90E3-CCD34705EF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72" name="Group 571">
                  <a:extLst>
                    <a:ext uri="{FF2B5EF4-FFF2-40B4-BE49-F238E27FC236}">
                      <a16:creationId xmlns:a16="http://schemas.microsoft.com/office/drawing/2014/main" id="{91CF11F2-D955-A992-E7C5-27F2A89EC52F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89" name="Straight Connector 588">
                    <a:extLst>
                      <a:ext uri="{FF2B5EF4-FFF2-40B4-BE49-F238E27FC236}">
                        <a16:creationId xmlns:a16="http://schemas.microsoft.com/office/drawing/2014/main" id="{D1C02C69-5BB2-3F55-576A-0A37FAFE5C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0" name="Straight Connector 589">
                    <a:extLst>
                      <a:ext uri="{FF2B5EF4-FFF2-40B4-BE49-F238E27FC236}">
                        <a16:creationId xmlns:a16="http://schemas.microsoft.com/office/drawing/2014/main" id="{06ECD9BB-552C-E451-18CA-CE63263C00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1" name="Straight Connector 590">
                    <a:extLst>
                      <a:ext uri="{FF2B5EF4-FFF2-40B4-BE49-F238E27FC236}">
                        <a16:creationId xmlns:a16="http://schemas.microsoft.com/office/drawing/2014/main" id="{4332DE67-4AAD-6660-DC02-5A0DEDA679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73" name="Group 572">
                  <a:extLst>
                    <a:ext uri="{FF2B5EF4-FFF2-40B4-BE49-F238E27FC236}">
                      <a16:creationId xmlns:a16="http://schemas.microsoft.com/office/drawing/2014/main" id="{50AF8554-182F-59FF-CFFC-A0EEB7E2B100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86" name="Straight Connector 585">
                    <a:extLst>
                      <a:ext uri="{FF2B5EF4-FFF2-40B4-BE49-F238E27FC236}">
                        <a16:creationId xmlns:a16="http://schemas.microsoft.com/office/drawing/2014/main" id="{3AA3949B-5F10-A39C-0E08-5B3E2E86EE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7" name="Straight Connector 586">
                    <a:extLst>
                      <a:ext uri="{FF2B5EF4-FFF2-40B4-BE49-F238E27FC236}">
                        <a16:creationId xmlns:a16="http://schemas.microsoft.com/office/drawing/2014/main" id="{C23E8115-D1CB-3BE5-86D1-F6E4610CE5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8" name="Straight Connector 587">
                    <a:extLst>
                      <a:ext uri="{FF2B5EF4-FFF2-40B4-BE49-F238E27FC236}">
                        <a16:creationId xmlns:a16="http://schemas.microsoft.com/office/drawing/2014/main" id="{0EAE50C4-5659-545D-60A2-D63C043450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74" name="Group 573">
                  <a:extLst>
                    <a:ext uri="{FF2B5EF4-FFF2-40B4-BE49-F238E27FC236}">
                      <a16:creationId xmlns:a16="http://schemas.microsoft.com/office/drawing/2014/main" id="{DC3B8A62-064F-520A-BE92-7F278D0C06BE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583" name="Straight Connector 582">
                    <a:extLst>
                      <a:ext uri="{FF2B5EF4-FFF2-40B4-BE49-F238E27FC236}">
                        <a16:creationId xmlns:a16="http://schemas.microsoft.com/office/drawing/2014/main" id="{F44B70DD-2074-220A-EBD1-23DBBC0BB4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4" name="Straight Connector 583">
                    <a:extLst>
                      <a:ext uri="{FF2B5EF4-FFF2-40B4-BE49-F238E27FC236}">
                        <a16:creationId xmlns:a16="http://schemas.microsoft.com/office/drawing/2014/main" id="{F71DF176-6D3F-86EE-B0B0-C06BC33F20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5" name="Straight Connector 584">
                    <a:extLst>
                      <a:ext uri="{FF2B5EF4-FFF2-40B4-BE49-F238E27FC236}">
                        <a16:creationId xmlns:a16="http://schemas.microsoft.com/office/drawing/2014/main" id="{2E0674F9-CA17-946F-1042-41B112AB07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75" name="Group 574">
                  <a:extLst>
                    <a:ext uri="{FF2B5EF4-FFF2-40B4-BE49-F238E27FC236}">
                      <a16:creationId xmlns:a16="http://schemas.microsoft.com/office/drawing/2014/main" id="{AFD0CC2D-E0A5-E40F-0657-020E1AF91AF3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577" name="Straight Connector 576">
                    <a:extLst>
                      <a:ext uri="{FF2B5EF4-FFF2-40B4-BE49-F238E27FC236}">
                        <a16:creationId xmlns:a16="http://schemas.microsoft.com/office/drawing/2014/main" id="{6C3F5828-3D98-133A-8D25-CEF6F069C8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8" name="Straight Connector 577">
                    <a:extLst>
                      <a:ext uri="{FF2B5EF4-FFF2-40B4-BE49-F238E27FC236}">
                        <a16:creationId xmlns:a16="http://schemas.microsoft.com/office/drawing/2014/main" id="{FB3107CE-40D6-2D9B-FF05-3B92062EF5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9" name="Straight Connector 578">
                    <a:extLst>
                      <a:ext uri="{FF2B5EF4-FFF2-40B4-BE49-F238E27FC236}">
                        <a16:creationId xmlns:a16="http://schemas.microsoft.com/office/drawing/2014/main" id="{68936C70-863B-C3DA-AA44-093BB4DDDD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0" name="Straight Connector 579">
                    <a:extLst>
                      <a:ext uri="{FF2B5EF4-FFF2-40B4-BE49-F238E27FC236}">
                        <a16:creationId xmlns:a16="http://schemas.microsoft.com/office/drawing/2014/main" id="{64920050-1DCB-EBE2-A78E-6718090F42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1" name="Straight Connector 580">
                    <a:extLst>
                      <a:ext uri="{FF2B5EF4-FFF2-40B4-BE49-F238E27FC236}">
                        <a16:creationId xmlns:a16="http://schemas.microsoft.com/office/drawing/2014/main" id="{1AAD51D1-B241-46DD-0E81-A0CD158AC7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2" name="Straight Connector 581">
                    <a:extLst>
                      <a:ext uri="{FF2B5EF4-FFF2-40B4-BE49-F238E27FC236}">
                        <a16:creationId xmlns:a16="http://schemas.microsoft.com/office/drawing/2014/main" id="{7A94EEE0-A35E-8EDB-EF9F-4EED3E35C2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76" name="Straight Connector 575">
                  <a:extLst>
                    <a:ext uri="{FF2B5EF4-FFF2-40B4-BE49-F238E27FC236}">
                      <a16:creationId xmlns:a16="http://schemas.microsoft.com/office/drawing/2014/main" id="{0156721A-5DBB-5D44-C220-2BDA67897C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61" name="Straight Connector 560">
                <a:extLst>
                  <a:ext uri="{FF2B5EF4-FFF2-40B4-BE49-F238E27FC236}">
                    <a16:creationId xmlns:a16="http://schemas.microsoft.com/office/drawing/2014/main" id="{16491E0A-2FEA-8599-B1C2-6985FA24373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2" name="Straight Connector 561">
                <a:extLst>
                  <a:ext uri="{FF2B5EF4-FFF2-40B4-BE49-F238E27FC236}">
                    <a16:creationId xmlns:a16="http://schemas.microsoft.com/office/drawing/2014/main" id="{F9EE0603-51B9-CA48-BB6E-F8F74EA5AF02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3" name="Straight Connector 562">
                <a:extLst>
                  <a:ext uri="{FF2B5EF4-FFF2-40B4-BE49-F238E27FC236}">
                    <a16:creationId xmlns:a16="http://schemas.microsoft.com/office/drawing/2014/main" id="{04F3FB51-5E5B-EE33-DC2E-750AF24FAD1F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1CFFA093-F4FB-61BB-7EF8-A7D93EAF706C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C9D7EB5F-50B9-DFF2-4F7D-F33FF3E80EB3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67FD3882-CF9F-EEC5-2BDA-3E1F63066069}"/>
              </a:ext>
            </a:extLst>
          </p:cNvPr>
          <p:cNvGrpSpPr>
            <a:grpSpLocks noChangeAspect="1"/>
          </p:cNvGrpSpPr>
          <p:nvPr/>
        </p:nvGrpSpPr>
        <p:grpSpPr>
          <a:xfrm>
            <a:off x="7448517" y="4178969"/>
            <a:ext cx="2951010" cy="2743200"/>
            <a:chOff x="2970622" y="462512"/>
            <a:chExt cx="6579000" cy="6115708"/>
          </a:xfrm>
        </p:grpSpPr>
        <p:grpSp>
          <p:nvGrpSpPr>
            <p:cNvPr id="636" name="Group 635">
              <a:extLst>
                <a:ext uri="{FF2B5EF4-FFF2-40B4-BE49-F238E27FC236}">
                  <a16:creationId xmlns:a16="http://schemas.microsoft.com/office/drawing/2014/main" id="{43E9D4D9-7AAF-5074-76E8-24590D7A8A67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674" name="Straight Connector 673">
                <a:extLst>
                  <a:ext uri="{FF2B5EF4-FFF2-40B4-BE49-F238E27FC236}">
                    <a16:creationId xmlns:a16="http://schemas.microsoft.com/office/drawing/2014/main" id="{C2288C85-4D89-8330-C90C-1276E58176C9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75" name="Group 674">
                <a:extLst>
                  <a:ext uri="{FF2B5EF4-FFF2-40B4-BE49-F238E27FC236}">
                    <a16:creationId xmlns:a16="http://schemas.microsoft.com/office/drawing/2014/main" id="{0D996C25-D4B9-EFEF-66ED-2F54C15FD37E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676" name="Group 675">
                  <a:extLst>
                    <a:ext uri="{FF2B5EF4-FFF2-40B4-BE49-F238E27FC236}">
                      <a16:creationId xmlns:a16="http://schemas.microsoft.com/office/drawing/2014/main" id="{67E1D364-86DE-3B8D-727E-B977D1CAEF3A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688" name="Group 687">
                    <a:extLst>
                      <a:ext uri="{FF2B5EF4-FFF2-40B4-BE49-F238E27FC236}">
                        <a16:creationId xmlns:a16="http://schemas.microsoft.com/office/drawing/2014/main" id="{089F6E49-8DF2-4488-59EF-13AB0A442BC2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694" name="Group 693">
                      <a:extLst>
                        <a:ext uri="{FF2B5EF4-FFF2-40B4-BE49-F238E27FC236}">
                          <a16:creationId xmlns:a16="http://schemas.microsoft.com/office/drawing/2014/main" id="{26E763A3-9DB8-AC13-B42F-69A7E0BA11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707" name="Oval 706">
                        <a:extLst>
                          <a:ext uri="{FF2B5EF4-FFF2-40B4-BE49-F238E27FC236}">
                            <a16:creationId xmlns:a16="http://schemas.microsoft.com/office/drawing/2014/main" id="{E6260956-5F1C-06FA-D33F-1F7E9082341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08" name="Straight Connector 707">
                        <a:extLst>
                          <a:ext uri="{FF2B5EF4-FFF2-40B4-BE49-F238E27FC236}">
                            <a16:creationId xmlns:a16="http://schemas.microsoft.com/office/drawing/2014/main" id="{CF1DE6A2-F37E-E049-9646-13C710848128}"/>
                          </a:ext>
                        </a:extLst>
                      </p:cNvPr>
                      <p:cNvCxnSpPr>
                        <a:stCxn id="707" idx="0"/>
                        <a:endCxn id="707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9" name="Straight Connector 708">
                        <a:extLst>
                          <a:ext uri="{FF2B5EF4-FFF2-40B4-BE49-F238E27FC236}">
                            <a16:creationId xmlns:a16="http://schemas.microsoft.com/office/drawing/2014/main" id="{96FD1FDD-1204-9E10-0A93-36E2A59FB02D}"/>
                          </a:ext>
                        </a:extLst>
                      </p:cNvPr>
                      <p:cNvCxnSpPr>
                        <a:stCxn id="707" idx="2"/>
                        <a:endCxn id="707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0" name="Straight Connector 709">
                        <a:extLst>
                          <a:ext uri="{FF2B5EF4-FFF2-40B4-BE49-F238E27FC236}">
                            <a16:creationId xmlns:a16="http://schemas.microsoft.com/office/drawing/2014/main" id="{0E9B82AD-327B-5386-C4A9-786763BDC9E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1" name="Straight Connector 710">
                        <a:extLst>
                          <a:ext uri="{FF2B5EF4-FFF2-40B4-BE49-F238E27FC236}">
                            <a16:creationId xmlns:a16="http://schemas.microsoft.com/office/drawing/2014/main" id="{EEA66DA7-D25F-1204-D3D2-1528D74F997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2" name="Straight Connector 711">
                        <a:extLst>
                          <a:ext uri="{FF2B5EF4-FFF2-40B4-BE49-F238E27FC236}">
                            <a16:creationId xmlns:a16="http://schemas.microsoft.com/office/drawing/2014/main" id="{A5138C9B-CABF-593E-C17A-5D1647EE6B0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3" name="Straight Connector 712">
                        <a:extLst>
                          <a:ext uri="{FF2B5EF4-FFF2-40B4-BE49-F238E27FC236}">
                            <a16:creationId xmlns:a16="http://schemas.microsoft.com/office/drawing/2014/main" id="{DCB76D6D-E23E-1BFA-5B8A-F9703ECBB6D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695" name="Straight Connector 694">
                      <a:extLst>
                        <a:ext uri="{FF2B5EF4-FFF2-40B4-BE49-F238E27FC236}">
                          <a16:creationId xmlns:a16="http://schemas.microsoft.com/office/drawing/2014/main" id="{16453412-0EF7-A60D-7A97-B41F17717889}"/>
                        </a:ext>
                      </a:extLst>
                    </p:cNvPr>
                    <p:cNvCxnSpPr>
                      <a:endCxn id="707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6" name="Straight Connector 695">
                      <a:extLst>
                        <a:ext uri="{FF2B5EF4-FFF2-40B4-BE49-F238E27FC236}">
                          <a16:creationId xmlns:a16="http://schemas.microsoft.com/office/drawing/2014/main" id="{BD94D6CA-1569-7B2D-7167-20BB8EA0E92A}"/>
                        </a:ext>
                      </a:extLst>
                    </p:cNvPr>
                    <p:cNvCxnSpPr>
                      <a:stCxn id="707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7" name="Straight Connector 696">
                      <a:extLst>
                        <a:ext uri="{FF2B5EF4-FFF2-40B4-BE49-F238E27FC236}">
                          <a16:creationId xmlns:a16="http://schemas.microsoft.com/office/drawing/2014/main" id="{24158735-2F76-4363-8668-096C7DE48BDC}"/>
                        </a:ext>
                      </a:extLst>
                    </p:cNvPr>
                    <p:cNvCxnSpPr>
                      <a:stCxn id="707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8" name="Straight Connector 697">
                      <a:extLst>
                        <a:ext uri="{FF2B5EF4-FFF2-40B4-BE49-F238E27FC236}">
                          <a16:creationId xmlns:a16="http://schemas.microsoft.com/office/drawing/2014/main" id="{A6D521FB-3A65-CE54-75C9-4E1573580EA0}"/>
                        </a:ext>
                      </a:extLst>
                    </p:cNvPr>
                    <p:cNvCxnSpPr>
                      <a:stCxn id="707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9" name="Straight Connector 698">
                      <a:extLst>
                        <a:ext uri="{FF2B5EF4-FFF2-40B4-BE49-F238E27FC236}">
                          <a16:creationId xmlns:a16="http://schemas.microsoft.com/office/drawing/2014/main" id="{D2C3080D-A66C-46CF-0468-6F213046488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0" name="Straight Connector 699">
                      <a:extLst>
                        <a:ext uri="{FF2B5EF4-FFF2-40B4-BE49-F238E27FC236}">
                          <a16:creationId xmlns:a16="http://schemas.microsoft.com/office/drawing/2014/main" id="{4773ECFC-CF5B-6BE8-907A-2F70680DEA4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1" name="Straight Connector 700">
                      <a:extLst>
                        <a:ext uri="{FF2B5EF4-FFF2-40B4-BE49-F238E27FC236}">
                          <a16:creationId xmlns:a16="http://schemas.microsoft.com/office/drawing/2014/main" id="{C0DF0FDF-B968-1FD3-87C6-572CF5B07E2C}"/>
                        </a:ext>
                      </a:extLst>
                    </p:cNvPr>
                    <p:cNvCxnSpPr>
                      <a:stCxn id="707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2" name="Straight Connector 701">
                      <a:extLst>
                        <a:ext uri="{FF2B5EF4-FFF2-40B4-BE49-F238E27FC236}">
                          <a16:creationId xmlns:a16="http://schemas.microsoft.com/office/drawing/2014/main" id="{A1B63E63-FC8B-AFB3-B1BE-81A0B52E900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3" name="Straight Connector 702">
                      <a:extLst>
                        <a:ext uri="{FF2B5EF4-FFF2-40B4-BE49-F238E27FC236}">
                          <a16:creationId xmlns:a16="http://schemas.microsoft.com/office/drawing/2014/main" id="{BC13ED6E-CF37-B7E6-4D0B-D7BD1CDA448A}"/>
                        </a:ext>
                      </a:extLst>
                    </p:cNvPr>
                    <p:cNvCxnSpPr>
                      <a:endCxn id="707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4" name="Straight Connector 703">
                      <a:extLst>
                        <a:ext uri="{FF2B5EF4-FFF2-40B4-BE49-F238E27FC236}">
                          <a16:creationId xmlns:a16="http://schemas.microsoft.com/office/drawing/2014/main" id="{D68169F2-00BA-0DB1-F615-F3DDABFC79B3}"/>
                        </a:ext>
                      </a:extLst>
                    </p:cNvPr>
                    <p:cNvCxnSpPr>
                      <a:stCxn id="707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5" name="Straight Connector 704">
                      <a:extLst>
                        <a:ext uri="{FF2B5EF4-FFF2-40B4-BE49-F238E27FC236}">
                          <a16:creationId xmlns:a16="http://schemas.microsoft.com/office/drawing/2014/main" id="{B93E1C5A-38B6-AAB9-BCF7-D36E9BB66CCB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6" name="Straight Connector 705">
                      <a:extLst>
                        <a:ext uri="{FF2B5EF4-FFF2-40B4-BE49-F238E27FC236}">
                          <a16:creationId xmlns:a16="http://schemas.microsoft.com/office/drawing/2014/main" id="{50E95FC0-F3E1-AAB3-9596-B8AF57EF7A42}"/>
                        </a:ext>
                      </a:extLst>
                    </p:cNvPr>
                    <p:cNvCxnSpPr>
                      <a:endCxn id="707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89" name="Straight Connector 688">
                    <a:extLst>
                      <a:ext uri="{FF2B5EF4-FFF2-40B4-BE49-F238E27FC236}">
                        <a16:creationId xmlns:a16="http://schemas.microsoft.com/office/drawing/2014/main" id="{E975ABFE-AAC1-F1F2-7689-BEEEA72721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0" name="Straight Connector 689">
                    <a:extLst>
                      <a:ext uri="{FF2B5EF4-FFF2-40B4-BE49-F238E27FC236}">
                        <a16:creationId xmlns:a16="http://schemas.microsoft.com/office/drawing/2014/main" id="{EA63CDB7-5A63-4788-1572-1F7EFEDBF5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1" name="Straight Connector 690">
                    <a:extLst>
                      <a:ext uri="{FF2B5EF4-FFF2-40B4-BE49-F238E27FC236}">
                        <a16:creationId xmlns:a16="http://schemas.microsoft.com/office/drawing/2014/main" id="{4B4D7A83-4BA4-81A8-D28C-3614B162C0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2" name="Straight Connector 691">
                    <a:extLst>
                      <a:ext uri="{FF2B5EF4-FFF2-40B4-BE49-F238E27FC236}">
                        <a16:creationId xmlns:a16="http://schemas.microsoft.com/office/drawing/2014/main" id="{51BF9C06-01D8-CCF6-123F-0291E56934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3" name="Straight Connector 692">
                    <a:extLst>
                      <a:ext uri="{FF2B5EF4-FFF2-40B4-BE49-F238E27FC236}">
                        <a16:creationId xmlns:a16="http://schemas.microsoft.com/office/drawing/2014/main" id="{24B644E3-83A3-9D0E-BB31-E6548D1BEF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77" name="Oval 676">
                  <a:extLst>
                    <a:ext uri="{FF2B5EF4-FFF2-40B4-BE49-F238E27FC236}">
                      <a16:creationId xmlns:a16="http://schemas.microsoft.com/office/drawing/2014/main" id="{D4A5C453-3494-5416-736D-6B6695057926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8" name="Isosceles Triangle 677">
                  <a:extLst>
                    <a:ext uri="{FF2B5EF4-FFF2-40B4-BE49-F238E27FC236}">
                      <a16:creationId xmlns:a16="http://schemas.microsoft.com/office/drawing/2014/main" id="{03C93FF5-B72D-FD3C-7D44-5AE8831330E1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9" name="Isosceles Triangle 678">
                  <a:extLst>
                    <a:ext uri="{FF2B5EF4-FFF2-40B4-BE49-F238E27FC236}">
                      <a16:creationId xmlns:a16="http://schemas.microsoft.com/office/drawing/2014/main" id="{B26D81C5-15E2-4D4E-7BDB-C119DCDF80E1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0" name="Isosceles Triangle 679">
                  <a:extLst>
                    <a:ext uri="{FF2B5EF4-FFF2-40B4-BE49-F238E27FC236}">
                      <a16:creationId xmlns:a16="http://schemas.microsoft.com/office/drawing/2014/main" id="{B0CBCD6B-3039-41BB-BE88-4758EAE0E2FE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1" name="Isosceles Triangle 680">
                  <a:extLst>
                    <a:ext uri="{FF2B5EF4-FFF2-40B4-BE49-F238E27FC236}">
                      <a16:creationId xmlns:a16="http://schemas.microsoft.com/office/drawing/2014/main" id="{3370A96D-E10D-5979-5602-8CAE6F755201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82" name="Straight Connector 681">
                  <a:extLst>
                    <a:ext uri="{FF2B5EF4-FFF2-40B4-BE49-F238E27FC236}">
                      <a16:creationId xmlns:a16="http://schemas.microsoft.com/office/drawing/2014/main" id="{DD47D0CD-1FE2-51A1-0305-FF1B48912067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3" name="Straight Connector 682">
                  <a:extLst>
                    <a:ext uri="{FF2B5EF4-FFF2-40B4-BE49-F238E27FC236}">
                      <a16:creationId xmlns:a16="http://schemas.microsoft.com/office/drawing/2014/main" id="{10DBB6A1-F530-9EE1-2366-5FA24F289DC3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4" name="Straight Connector 683">
                  <a:extLst>
                    <a:ext uri="{FF2B5EF4-FFF2-40B4-BE49-F238E27FC236}">
                      <a16:creationId xmlns:a16="http://schemas.microsoft.com/office/drawing/2014/main" id="{A6A675EB-7C70-D0AD-8BFE-43D6F138A0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5" name="Straight Connector 684">
                  <a:extLst>
                    <a:ext uri="{FF2B5EF4-FFF2-40B4-BE49-F238E27FC236}">
                      <a16:creationId xmlns:a16="http://schemas.microsoft.com/office/drawing/2014/main" id="{B82F6E25-DCDB-7520-0EA6-5AD8A11CDC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6" name="Straight Connector 685">
                  <a:extLst>
                    <a:ext uri="{FF2B5EF4-FFF2-40B4-BE49-F238E27FC236}">
                      <a16:creationId xmlns:a16="http://schemas.microsoft.com/office/drawing/2014/main" id="{0B781E97-4276-5FB5-D574-6F2ED4826C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7" name="Straight Connector 686">
                  <a:extLst>
                    <a:ext uri="{FF2B5EF4-FFF2-40B4-BE49-F238E27FC236}">
                      <a16:creationId xmlns:a16="http://schemas.microsoft.com/office/drawing/2014/main" id="{3007E590-8BB3-2251-7DC1-996FBB23F5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1A056F39-EF36-2720-2DD4-9A75B84FB58F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638" name="Straight Connector 637">
                <a:extLst>
                  <a:ext uri="{FF2B5EF4-FFF2-40B4-BE49-F238E27FC236}">
                    <a16:creationId xmlns:a16="http://schemas.microsoft.com/office/drawing/2014/main" id="{957F6788-FF28-0638-B21C-25CF958EB3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639" name="Group 638">
                <a:extLst>
                  <a:ext uri="{FF2B5EF4-FFF2-40B4-BE49-F238E27FC236}">
                    <a16:creationId xmlns:a16="http://schemas.microsoft.com/office/drawing/2014/main" id="{EF452FF9-2D45-E665-CA6C-63B52FE29FD2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645" name="Straight Connector 644">
                  <a:extLst>
                    <a:ext uri="{FF2B5EF4-FFF2-40B4-BE49-F238E27FC236}">
                      <a16:creationId xmlns:a16="http://schemas.microsoft.com/office/drawing/2014/main" id="{8B6FFF1A-4853-FE7C-3330-6C758F3E16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46" name="Straight Connector 645">
                  <a:extLst>
                    <a:ext uri="{FF2B5EF4-FFF2-40B4-BE49-F238E27FC236}">
                      <a16:creationId xmlns:a16="http://schemas.microsoft.com/office/drawing/2014/main" id="{37DF403C-882A-0B67-61FA-A5E82A9A9C47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7" name="Straight Connector 646">
                  <a:extLst>
                    <a:ext uri="{FF2B5EF4-FFF2-40B4-BE49-F238E27FC236}">
                      <a16:creationId xmlns:a16="http://schemas.microsoft.com/office/drawing/2014/main" id="{D0812ED9-360A-1AE1-99A3-3624B33501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48" name="Straight Connector 647">
                  <a:extLst>
                    <a:ext uri="{FF2B5EF4-FFF2-40B4-BE49-F238E27FC236}">
                      <a16:creationId xmlns:a16="http://schemas.microsoft.com/office/drawing/2014/main" id="{9010B19A-A830-F233-A2F8-FA432386A8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49" name="Straight Connector 648">
                  <a:extLst>
                    <a:ext uri="{FF2B5EF4-FFF2-40B4-BE49-F238E27FC236}">
                      <a16:creationId xmlns:a16="http://schemas.microsoft.com/office/drawing/2014/main" id="{F393E02C-BA6C-C809-E429-A5AD2025E8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50" name="Group 649">
                  <a:extLst>
                    <a:ext uri="{FF2B5EF4-FFF2-40B4-BE49-F238E27FC236}">
                      <a16:creationId xmlns:a16="http://schemas.microsoft.com/office/drawing/2014/main" id="{3456B936-0768-E4E1-0630-F6F1F84E233B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671" name="Straight Connector 670">
                    <a:extLst>
                      <a:ext uri="{FF2B5EF4-FFF2-40B4-BE49-F238E27FC236}">
                        <a16:creationId xmlns:a16="http://schemas.microsoft.com/office/drawing/2014/main" id="{75A0D4EE-3A43-965A-9AC2-5474946B8B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2" name="Straight Connector 671">
                    <a:extLst>
                      <a:ext uri="{FF2B5EF4-FFF2-40B4-BE49-F238E27FC236}">
                        <a16:creationId xmlns:a16="http://schemas.microsoft.com/office/drawing/2014/main" id="{27F6BB6B-E7B3-0AB9-642F-C1843B189C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3" name="Straight Connector 672">
                    <a:extLst>
                      <a:ext uri="{FF2B5EF4-FFF2-40B4-BE49-F238E27FC236}">
                        <a16:creationId xmlns:a16="http://schemas.microsoft.com/office/drawing/2014/main" id="{3EABEDAD-B434-657B-A009-D603680376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51" name="Group 650">
                  <a:extLst>
                    <a:ext uri="{FF2B5EF4-FFF2-40B4-BE49-F238E27FC236}">
                      <a16:creationId xmlns:a16="http://schemas.microsoft.com/office/drawing/2014/main" id="{2AC9DA33-3666-E02B-3850-7EB5068A6E11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668" name="Straight Connector 667">
                    <a:extLst>
                      <a:ext uri="{FF2B5EF4-FFF2-40B4-BE49-F238E27FC236}">
                        <a16:creationId xmlns:a16="http://schemas.microsoft.com/office/drawing/2014/main" id="{32E97CF0-DCF0-3901-2D47-3A99AE0164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9" name="Straight Connector 668">
                    <a:extLst>
                      <a:ext uri="{FF2B5EF4-FFF2-40B4-BE49-F238E27FC236}">
                        <a16:creationId xmlns:a16="http://schemas.microsoft.com/office/drawing/2014/main" id="{C232E630-F57B-2F17-E45F-F0082E5AE1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0" name="Straight Connector 669">
                    <a:extLst>
                      <a:ext uri="{FF2B5EF4-FFF2-40B4-BE49-F238E27FC236}">
                        <a16:creationId xmlns:a16="http://schemas.microsoft.com/office/drawing/2014/main" id="{B1584BB2-C080-38BD-5612-F11B882A26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52" name="Group 651">
                  <a:extLst>
                    <a:ext uri="{FF2B5EF4-FFF2-40B4-BE49-F238E27FC236}">
                      <a16:creationId xmlns:a16="http://schemas.microsoft.com/office/drawing/2014/main" id="{C301D5DC-4F2E-AC51-1997-784E11DD0608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665" name="Straight Connector 664">
                    <a:extLst>
                      <a:ext uri="{FF2B5EF4-FFF2-40B4-BE49-F238E27FC236}">
                        <a16:creationId xmlns:a16="http://schemas.microsoft.com/office/drawing/2014/main" id="{0B878032-8D1E-8FDE-BEE0-81A54C7F42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6" name="Straight Connector 665">
                    <a:extLst>
                      <a:ext uri="{FF2B5EF4-FFF2-40B4-BE49-F238E27FC236}">
                        <a16:creationId xmlns:a16="http://schemas.microsoft.com/office/drawing/2014/main" id="{89EDAF23-C829-407C-85B1-CF59D17BE1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7" name="Straight Connector 666">
                    <a:extLst>
                      <a:ext uri="{FF2B5EF4-FFF2-40B4-BE49-F238E27FC236}">
                        <a16:creationId xmlns:a16="http://schemas.microsoft.com/office/drawing/2014/main" id="{33AE3D55-BCA4-E09B-89A7-BBEBDD79BD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53" name="Group 652">
                  <a:extLst>
                    <a:ext uri="{FF2B5EF4-FFF2-40B4-BE49-F238E27FC236}">
                      <a16:creationId xmlns:a16="http://schemas.microsoft.com/office/drawing/2014/main" id="{8B5B7942-7921-4E21-4785-F043DBB51AC9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662" name="Straight Connector 661">
                    <a:extLst>
                      <a:ext uri="{FF2B5EF4-FFF2-40B4-BE49-F238E27FC236}">
                        <a16:creationId xmlns:a16="http://schemas.microsoft.com/office/drawing/2014/main" id="{D42820D8-DDC8-8AB8-772A-82A2424698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3" name="Straight Connector 662">
                    <a:extLst>
                      <a:ext uri="{FF2B5EF4-FFF2-40B4-BE49-F238E27FC236}">
                        <a16:creationId xmlns:a16="http://schemas.microsoft.com/office/drawing/2014/main" id="{60990D77-6DC1-C998-B35B-B1EE2F23D2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4" name="Straight Connector 663">
                    <a:extLst>
                      <a:ext uri="{FF2B5EF4-FFF2-40B4-BE49-F238E27FC236}">
                        <a16:creationId xmlns:a16="http://schemas.microsoft.com/office/drawing/2014/main" id="{3E453E4B-4874-6026-B82B-4F4394CDB8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54" name="Group 653">
                  <a:extLst>
                    <a:ext uri="{FF2B5EF4-FFF2-40B4-BE49-F238E27FC236}">
                      <a16:creationId xmlns:a16="http://schemas.microsoft.com/office/drawing/2014/main" id="{84ED0B27-E29A-36D1-8228-45535DD4DC61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656" name="Straight Connector 655">
                    <a:extLst>
                      <a:ext uri="{FF2B5EF4-FFF2-40B4-BE49-F238E27FC236}">
                        <a16:creationId xmlns:a16="http://schemas.microsoft.com/office/drawing/2014/main" id="{3AC77834-8503-43FE-8D21-1D5BE57D6F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7" name="Straight Connector 656">
                    <a:extLst>
                      <a:ext uri="{FF2B5EF4-FFF2-40B4-BE49-F238E27FC236}">
                        <a16:creationId xmlns:a16="http://schemas.microsoft.com/office/drawing/2014/main" id="{10507FA2-9BE4-B71A-E34F-1A5117FDCE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8" name="Straight Connector 657">
                    <a:extLst>
                      <a:ext uri="{FF2B5EF4-FFF2-40B4-BE49-F238E27FC236}">
                        <a16:creationId xmlns:a16="http://schemas.microsoft.com/office/drawing/2014/main" id="{B884B6AC-80C9-25C8-6A20-B2F51324CB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9" name="Straight Connector 658">
                    <a:extLst>
                      <a:ext uri="{FF2B5EF4-FFF2-40B4-BE49-F238E27FC236}">
                        <a16:creationId xmlns:a16="http://schemas.microsoft.com/office/drawing/2014/main" id="{07DC2D2E-0088-9008-8BB3-D9503B335F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0" name="Straight Connector 659">
                    <a:extLst>
                      <a:ext uri="{FF2B5EF4-FFF2-40B4-BE49-F238E27FC236}">
                        <a16:creationId xmlns:a16="http://schemas.microsoft.com/office/drawing/2014/main" id="{204382E4-112E-9862-4CC8-638A2FAC37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1" name="Straight Connector 660">
                    <a:extLst>
                      <a:ext uri="{FF2B5EF4-FFF2-40B4-BE49-F238E27FC236}">
                        <a16:creationId xmlns:a16="http://schemas.microsoft.com/office/drawing/2014/main" id="{3195041C-2925-5CD2-74CB-9A85A28B0E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55" name="Straight Connector 654">
                  <a:extLst>
                    <a:ext uri="{FF2B5EF4-FFF2-40B4-BE49-F238E27FC236}">
                      <a16:creationId xmlns:a16="http://schemas.microsoft.com/office/drawing/2014/main" id="{1CAB85DF-B3B2-B5C6-FF8F-D56193BC82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40" name="Straight Connector 639">
                <a:extLst>
                  <a:ext uri="{FF2B5EF4-FFF2-40B4-BE49-F238E27FC236}">
                    <a16:creationId xmlns:a16="http://schemas.microsoft.com/office/drawing/2014/main" id="{F3C3D6DC-0A18-4FEE-AE66-0E56122476F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1" name="Straight Connector 640">
                <a:extLst>
                  <a:ext uri="{FF2B5EF4-FFF2-40B4-BE49-F238E27FC236}">
                    <a16:creationId xmlns:a16="http://schemas.microsoft.com/office/drawing/2014/main" id="{7609D173-045A-B772-ABA7-FAE9639346E7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2" name="Straight Connector 641">
                <a:extLst>
                  <a:ext uri="{FF2B5EF4-FFF2-40B4-BE49-F238E27FC236}">
                    <a16:creationId xmlns:a16="http://schemas.microsoft.com/office/drawing/2014/main" id="{9F0B725A-C169-F2B3-0C69-1B907D2E0C3F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3" name="Straight Connector 642">
                <a:extLst>
                  <a:ext uri="{FF2B5EF4-FFF2-40B4-BE49-F238E27FC236}">
                    <a16:creationId xmlns:a16="http://schemas.microsoft.com/office/drawing/2014/main" id="{19F6064F-3908-6765-7ED5-86116E576CFF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4" name="Straight Connector 643">
                <a:extLst>
                  <a:ext uri="{FF2B5EF4-FFF2-40B4-BE49-F238E27FC236}">
                    <a16:creationId xmlns:a16="http://schemas.microsoft.com/office/drawing/2014/main" id="{B77E117A-DB11-5ACF-EC28-F5A0D35DBDE8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14" name="Group 713">
            <a:extLst>
              <a:ext uri="{FF2B5EF4-FFF2-40B4-BE49-F238E27FC236}">
                <a16:creationId xmlns:a16="http://schemas.microsoft.com/office/drawing/2014/main" id="{9501A7DE-7659-792A-B99B-29F05D22258D}"/>
              </a:ext>
            </a:extLst>
          </p:cNvPr>
          <p:cNvGrpSpPr>
            <a:grpSpLocks noChangeAspect="1"/>
          </p:cNvGrpSpPr>
          <p:nvPr/>
        </p:nvGrpSpPr>
        <p:grpSpPr>
          <a:xfrm>
            <a:off x="9580346" y="4179844"/>
            <a:ext cx="2951010" cy="2743200"/>
            <a:chOff x="2970622" y="462512"/>
            <a:chExt cx="6579000" cy="6115708"/>
          </a:xfrm>
        </p:grpSpPr>
        <p:grpSp>
          <p:nvGrpSpPr>
            <p:cNvPr id="715" name="Group 714">
              <a:extLst>
                <a:ext uri="{FF2B5EF4-FFF2-40B4-BE49-F238E27FC236}">
                  <a16:creationId xmlns:a16="http://schemas.microsoft.com/office/drawing/2014/main" id="{B57EDE07-F649-FB37-1299-071BDC50A51E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753" name="Straight Connector 752">
                <a:extLst>
                  <a:ext uri="{FF2B5EF4-FFF2-40B4-BE49-F238E27FC236}">
                    <a16:creationId xmlns:a16="http://schemas.microsoft.com/office/drawing/2014/main" id="{1E267CB1-8029-0FB9-E079-75BDCD480A63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54" name="Group 753">
                <a:extLst>
                  <a:ext uri="{FF2B5EF4-FFF2-40B4-BE49-F238E27FC236}">
                    <a16:creationId xmlns:a16="http://schemas.microsoft.com/office/drawing/2014/main" id="{9C1EE297-FD5E-BA41-4C78-C6BB517DF39A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741B1A70-FF03-4F2D-1481-BCA7332E003A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767" name="Group 766">
                    <a:extLst>
                      <a:ext uri="{FF2B5EF4-FFF2-40B4-BE49-F238E27FC236}">
                        <a16:creationId xmlns:a16="http://schemas.microsoft.com/office/drawing/2014/main" id="{1AA99024-B7BA-A607-A5C7-638C03FE1663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773" name="Group 772">
                      <a:extLst>
                        <a:ext uri="{FF2B5EF4-FFF2-40B4-BE49-F238E27FC236}">
                          <a16:creationId xmlns:a16="http://schemas.microsoft.com/office/drawing/2014/main" id="{D2BD167D-0842-9FB8-7594-3AC4C7DEE8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786" name="Oval 785">
                        <a:extLst>
                          <a:ext uri="{FF2B5EF4-FFF2-40B4-BE49-F238E27FC236}">
                            <a16:creationId xmlns:a16="http://schemas.microsoft.com/office/drawing/2014/main" id="{99C9A507-E211-9551-674A-39E70D0377B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87" name="Straight Connector 786">
                        <a:extLst>
                          <a:ext uri="{FF2B5EF4-FFF2-40B4-BE49-F238E27FC236}">
                            <a16:creationId xmlns:a16="http://schemas.microsoft.com/office/drawing/2014/main" id="{917696E1-1821-C4E1-6578-D8C1014C0569}"/>
                          </a:ext>
                        </a:extLst>
                      </p:cNvPr>
                      <p:cNvCxnSpPr>
                        <a:stCxn id="786" idx="0"/>
                        <a:endCxn id="786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88" name="Straight Connector 787">
                        <a:extLst>
                          <a:ext uri="{FF2B5EF4-FFF2-40B4-BE49-F238E27FC236}">
                            <a16:creationId xmlns:a16="http://schemas.microsoft.com/office/drawing/2014/main" id="{24C62EF4-E117-B724-88B8-4DA2A65B3AC9}"/>
                          </a:ext>
                        </a:extLst>
                      </p:cNvPr>
                      <p:cNvCxnSpPr>
                        <a:stCxn id="786" idx="2"/>
                        <a:endCxn id="786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89" name="Straight Connector 788">
                        <a:extLst>
                          <a:ext uri="{FF2B5EF4-FFF2-40B4-BE49-F238E27FC236}">
                            <a16:creationId xmlns:a16="http://schemas.microsoft.com/office/drawing/2014/main" id="{123B78B3-97A7-4833-323A-D00D4D11DAB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90" name="Straight Connector 789">
                        <a:extLst>
                          <a:ext uri="{FF2B5EF4-FFF2-40B4-BE49-F238E27FC236}">
                            <a16:creationId xmlns:a16="http://schemas.microsoft.com/office/drawing/2014/main" id="{B1600B7A-E558-D9F7-58A0-3CB11D06658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91" name="Straight Connector 790">
                        <a:extLst>
                          <a:ext uri="{FF2B5EF4-FFF2-40B4-BE49-F238E27FC236}">
                            <a16:creationId xmlns:a16="http://schemas.microsoft.com/office/drawing/2014/main" id="{B4CBD440-08BE-3874-CBF5-B9A4861D7FD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92" name="Straight Connector 791">
                        <a:extLst>
                          <a:ext uri="{FF2B5EF4-FFF2-40B4-BE49-F238E27FC236}">
                            <a16:creationId xmlns:a16="http://schemas.microsoft.com/office/drawing/2014/main" id="{08509994-F6C7-FDDA-E83C-73B1FDBBF36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774" name="Straight Connector 773">
                      <a:extLst>
                        <a:ext uri="{FF2B5EF4-FFF2-40B4-BE49-F238E27FC236}">
                          <a16:creationId xmlns:a16="http://schemas.microsoft.com/office/drawing/2014/main" id="{D8A41404-672C-90B4-DCA0-CBDB55FB3F5E}"/>
                        </a:ext>
                      </a:extLst>
                    </p:cNvPr>
                    <p:cNvCxnSpPr>
                      <a:endCxn id="786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5" name="Straight Connector 774">
                      <a:extLst>
                        <a:ext uri="{FF2B5EF4-FFF2-40B4-BE49-F238E27FC236}">
                          <a16:creationId xmlns:a16="http://schemas.microsoft.com/office/drawing/2014/main" id="{DA02CDF0-8DE6-0E07-1A2D-4FC1013BDE92}"/>
                        </a:ext>
                      </a:extLst>
                    </p:cNvPr>
                    <p:cNvCxnSpPr>
                      <a:stCxn id="786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6" name="Straight Connector 775">
                      <a:extLst>
                        <a:ext uri="{FF2B5EF4-FFF2-40B4-BE49-F238E27FC236}">
                          <a16:creationId xmlns:a16="http://schemas.microsoft.com/office/drawing/2014/main" id="{A63DC1CE-98B9-82B3-2380-D166AC005149}"/>
                        </a:ext>
                      </a:extLst>
                    </p:cNvPr>
                    <p:cNvCxnSpPr>
                      <a:stCxn id="786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7" name="Straight Connector 776">
                      <a:extLst>
                        <a:ext uri="{FF2B5EF4-FFF2-40B4-BE49-F238E27FC236}">
                          <a16:creationId xmlns:a16="http://schemas.microsoft.com/office/drawing/2014/main" id="{279B0FE5-20B3-EA98-DED0-62D4FB153971}"/>
                        </a:ext>
                      </a:extLst>
                    </p:cNvPr>
                    <p:cNvCxnSpPr>
                      <a:stCxn id="786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8" name="Straight Connector 777">
                      <a:extLst>
                        <a:ext uri="{FF2B5EF4-FFF2-40B4-BE49-F238E27FC236}">
                          <a16:creationId xmlns:a16="http://schemas.microsoft.com/office/drawing/2014/main" id="{58AE412D-688F-1985-000C-2AF88850913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9" name="Straight Connector 778">
                      <a:extLst>
                        <a:ext uri="{FF2B5EF4-FFF2-40B4-BE49-F238E27FC236}">
                          <a16:creationId xmlns:a16="http://schemas.microsoft.com/office/drawing/2014/main" id="{9421BE5C-DE2D-269E-7CE9-5DDCD2AFAAA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0" name="Straight Connector 779">
                      <a:extLst>
                        <a:ext uri="{FF2B5EF4-FFF2-40B4-BE49-F238E27FC236}">
                          <a16:creationId xmlns:a16="http://schemas.microsoft.com/office/drawing/2014/main" id="{432B1945-EFD4-3B74-E12A-D3FC1A6DE4D9}"/>
                        </a:ext>
                      </a:extLst>
                    </p:cNvPr>
                    <p:cNvCxnSpPr>
                      <a:stCxn id="786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1" name="Straight Connector 780">
                      <a:extLst>
                        <a:ext uri="{FF2B5EF4-FFF2-40B4-BE49-F238E27FC236}">
                          <a16:creationId xmlns:a16="http://schemas.microsoft.com/office/drawing/2014/main" id="{4A0770E2-A3B9-8663-350F-4A76BA5A488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2" name="Straight Connector 781">
                      <a:extLst>
                        <a:ext uri="{FF2B5EF4-FFF2-40B4-BE49-F238E27FC236}">
                          <a16:creationId xmlns:a16="http://schemas.microsoft.com/office/drawing/2014/main" id="{E07623FF-25B7-B6A8-15AF-4C2443E5F0B5}"/>
                        </a:ext>
                      </a:extLst>
                    </p:cNvPr>
                    <p:cNvCxnSpPr>
                      <a:endCxn id="786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3" name="Straight Connector 782">
                      <a:extLst>
                        <a:ext uri="{FF2B5EF4-FFF2-40B4-BE49-F238E27FC236}">
                          <a16:creationId xmlns:a16="http://schemas.microsoft.com/office/drawing/2014/main" id="{AB53AED5-0EA2-820E-DFC1-3D16F3FFCBB8}"/>
                        </a:ext>
                      </a:extLst>
                    </p:cNvPr>
                    <p:cNvCxnSpPr>
                      <a:stCxn id="786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4" name="Straight Connector 783">
                      <a:extLst>
                        <a:ext uri="{FF2B5EF4-FFF2-40B4-BE49-F238E27FC236}">
                          <a16:creationId xmlns:a16="http://schemas.microsoft.com/office/drawing/2014/main" id="{4900131D-0D44-9328-5821-4162FF1C03C4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5" name="Straight Connector 784">
                      <a:extLst>
                        <a:ext uri="{FF2B5EF4-FFF2-40B4-BE49-F238E27FC236}">
                          <a16:creationId xmlns:a16="http://schemas.microsoft.com/office/drawing/2014/main" id="{F0C75EEA-D5B4-B846-9B75-E12D3B5F63C8}"/>
                        </a:ext>
                      </a:extLst>
                    </p:cNvPr>
                    <p:cNvCxnSpPr>
                      <a:endCxn id="786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68" name="Straight Connector 767">
                    <a:extLst>
                      <a:ext uri="{FF2B5EF4-FFF2-40B4-BE49-F238E27FC236}">
                        <a16:creationId xmlns:a16="http://schemas.microsoft.com/office/drawing/2014/main" id="{BE1F9EED-5301-7676-8B36-CA3ABB0D6B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9" name="Straight Connector 768">
                    <a:extLst>
                      <a:ext uri="{FF2B5EF4-FFF2-40B4-BE49-F238E27FC236}">
                        <a16:creationId xmlns:a16="http://schemas.microsoft.com/office/drawing/2014/main" id="{ADC2F28B-C6A7-E75B-A8EF-1B3FAEEE4E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0" name="Straight Connector 769">
                    <a:extLst>
                      <a:ext uri="{FF2B5EF4-FFF2-40B4-BE49-F238E27FC236}">
                        <a16:creationId xmlns:a16="http://schemas.microsoft.com/office/drawing/2014/main" id="{D5CB4D10-258C-6988-7065-6F3485328B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1" name="Straight Connector 770">
                    <a:extLst>
                      <a:ext uri="{FF2B5EF4-FFF2-40B4-BE49-F238E27FC236}">
                        <a16:creationId xmlns:a16="http://schemas.microsoft.com/office/drawing/2014/main" id="{138CFA7C-5FC4-039A-7EDF-013B998C18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2" name="Straight Connector 771">
                    <a:extLst>
                      <a:ext uri="{FF2B5EF4-FFF2-40B4-BE49-F238E27FC236}">
                        <a16:creationId xmlns:a16="http://schemas.microsoft.com/office/drawing/2014/main" id="{BEA835AB-2069-EA66-4BA4-1D17D4BE6F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56" name="Oval 755">
                  <a:extLst>
                    <a:ext uri="{FF2B5EF4-FFF2-40B4-BE49-F238E27FC236}">
                      <a16:creationId xmlns:a16="http://schemas.microsoft.com/office/drawing/2014/main" id="{2EF532EE-633F-0783-BDD8-7A859A0007BF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7" name="Isosceles Triangle 756">
                  <a:extLst>
                    <a:ext uri="{FF2B5EF4-FFF2-40B4-BE49-F238E27FC236}">
                      <a16:creationId xmlns:a16="http://schemas.microsoft.com/office/drawing/2014/main" id="{DEA6C406-FDA4-394F-457E-927B3F8ED759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8" name="Isosceles Triangle 757">
                  <a:extLst>
                    <a:ext uri="{FF2B5EF4-FFF2-40B4-BE49-F238E27FC236}">
                      <a16:creationId xmlns:a16="http://schemas.microsoft.com/office/drawing/2014/main" id="{1793F771-CEAE-4D3B-E426-34AA24895BF2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9" name="Isosceles Triangle 758">
                  <a:extLst>
                    <a:ext uri="{FF2B5EF4-FFF2-40B4-BE49-F238E27FC236}">
                      <a16:creationId xmlns:a16="http://schemas.microsoft.com/office/drawing/2014/main" id="{51988B0D-2EB8-0DDF-092C-4714030702F9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0" name="Isosceles Triangle 759">
                  <a:extLst>
                    <a:ext uri="{FF2B5EF4-FFF2-40B4-BE49-F238E27FC236}">
                      <a16:creationId xmlns:a16="http://schemas.microsoft.com/office/drawing/2014/main" id="{3E517F0C-95CB-B4ED-50B6-2A2979A39232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61" name="Straight Connector 760">
                  <a:extLst>
                    <a:ext uri="{FF2B5EF4-FFF2-40B4-BE49-F238E27FC236}">
                      <a16:creationId xmlns:a16="http://schemas.microsoft.com/office/drawing/2014/main" id="{C92A4DD9-E1CC-4C4D-2108-C18C57B97DCB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2" name="Straight Connector 761">
                  <a:extLst>
                    <a:ext uri="{FF2B5EF4-FFF2-40B4-BE49-F238E27FC236}">
                      <a16:creationId xmlns:a16="http://schemas.microsoft.com/office/drawing/2014/main" id="{52AAE919-12A4-5ADC-9E1B-F40E438D983F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3" name="Straight Connector 762">
                  <a:extLst>
                    <a:ext uri="{FF2B5EF4-FFF2-40B4-BE49-F238E27FC236}">
                      <a16:creationId xmlns:a16="http://schemas.microsoft.com/office/drawing/2014/main" id="{AD00D614-391B-9CDA-B710-9A5CC495D4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4" name="Straight Connector 763">
                  <a:extLst>
                    <a:ext uri="{FF2B5EF4-FFF2-40B4-BE49-F238E27FC236}">
                      <a16:creationId xmlns:a16="http://schemas.microsoft.com/office/drawing/2014/main" id="{D87BC7D8-E892-8B5C-F654-6390D52445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5" name="Straight Connector 764">
                  <a:extLst>
                    <a:ext uri="{FF2B5EF4-FFF2-40B4-BE49-F238E27FC236}">
                      <a16:creationId xmlns:a16="http://schemas.microsoft.com/office/drawing/2014/main" id="{BBF35FA8-2764-570A-DB75-1A4C69A33F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6" name="Straight Connector 765">
                  <a:extLst>
                    <a:ext uri="{FF2B5EF4-FFF2-40B4-BE49-F238E27FC236}">
                      <a16:creationId xmlns:a16="http://schemas.microsoft.com/office/drawing/2014/main" id="{8BF540E9-AC35-22FD-6435-689940CF4A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16" name="Group 715">
              <a:extLst>
                <a:ext uri="{FF2B5EF4-FFF2-40B4-BE49-F238E27FC236}">
                  <a16:creationId xmlns:a16="http://schemas.microsoft.com/office/drawing/2014/main" id="{A0678E5B-558A-843C-EFF3-30FBE7F8BF68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717" name="Straight Connector 716">
                <a:extLst>
                  <a:ext uri="{FF2B5EF4-FFF2-40B4-BE49-F238E27FC236}">
                    <a16:creationId xmlns:a16="http://schemas.microsoft.com/office/drawing/2014/main" id="{2AFB8280-69F9-54E7-4730-89CB7F4A96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718" name="Group 717">
                <a:extLst>
                  <a:ext uri="{FF2B5EF4-FFF2-40B4-BE49-F238E27FC236}">
                    <a16:creationId xmlns:a16="http://schemas.microsoft.com/office/drawing/2014/main" id="{BDF40F29-14E7-0307-E2A2-ADB7AA2FF461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724" name="Straight Connector 723">
                  <a:extLst>
                    <a:ext uri="{FF2B5EF4-FFF2-40B4-BE49-F238E27FC236}">
                      <a16:creationId xmlns:a16="http://schemas.microsoft.com/office/drawing/2014/main" id="{232C251C-8399-9B2A-D30F-2C5D0879A4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25" name="Straight Connector 724">
                  <a:extLst>
                    <a:ext uri="{FF2B5EF4-FFF2-40B4-BE49-F238E27FC236}">
                      <a16:creationId xmlns:a16="http://schemas.microsoft.com/office/drawing/2014/main" id="{D1CC2517-29D3-6D52-D70B-AA462B39EF18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6" name="Straight Connector 725">
                  <a:extLst>
                    <a:ext uri="{FF2B5EF4-FFF2-40B4-BE49-F238E27FC236}">
                      <a16:creationId xmlns:a16="http://schemas.microsoft.com/office/drawing/2014/main" id="{D4ECD06A-2B6F-207D-1EE8-B0D081DC81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27" name="Straight Connector 726">
                  <a:extLst>
                    <a:ext uri="{FF2B5EF4-FFF2-40B4-BE49-F238E27FC236}">
                      <a16:creationId xmlns:a16="http://schemas.microsoft.com/office/drawing/2014/main" id="{AFB28034-CC3F-A99E-623D-92AE09E0D6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28" name="Straight Connector 727">
                  <a:extLst>
                    <a:ext uri="{FF2B5EF4-FFF2-40B4-BE49-F238E27FC236}">
                      <a16:creationId xmlns:a16="http://schemas.microsoft.com/office/drawing/2014/main" id="{F853C6AD-D7FB-2711-06E7-C7F2A2879D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29" name="Group 728">
                  <a:extLst>
                    <a:ext uri="{FF2B5EF4-FFF2-40B4-BE49-F238E27FC236}">
                      <a16:creationId xmlns:a16="http://schemas.microsoft.com/office/drawing/2014/main" id="{B74E2CF7-3A9F-262C-47F9-90CF215DF705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750" name="Straight Connector 749">
                    <a:extLst>
                      <a:ext uri="{FF2B5EF4-FFF2-40B4-BE49-F238E27FC236}">
                        <a16:creationId xmlns:a16="http://schemas.microsoft.com/office/drawing/2014/main" id="{88BB5F7F-11D1-2CBD-0D60-3D80EFF56C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1" name="Straight Connector 750">
                    <a:extLst>
                      <a:ext uri="{FF2B5EF4-FFF2-40B4-BE49-F238E27FC236}">
                        <a16:creationId xmlns:a16="http://schemas.microsoft.com/office/drawing/2014/main" id="{DD6D8282-B3B0-28B7-4422-BF1C78F3FD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2" name="Straight Connector 751">
                    <a:extLst>
                      <a:ext uri="{FF2B5EF4-FFF2-40B4-BE49-F238E27FC236}">
                        <a16:creationId xmlns:a16="http://schemas.microsoft.com/office/drawing/2014/main" id="{E06DD27B-E12C-6206-D8B6-578D22F1E2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0" name="Group 729">
                  <a:extLst>
                    <a:ext uri="{FF2B5EF4-FFF2-40B4-BE49-F238E27FC236}">
                      <a16:creationId xmlns:a16="http://schemas.microsoft.com/office/drawing/2014/main" id="{5FF8780E-C5A1-5EE4-B913-13D738351F8F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747" name="Straight Connector 746">
                    <a:extLst>
                      <a:ext uri="{FF2B5EF4-FFF2-40B4-BE49-F238E27FC236}">
                        <a16:creationId xmlns:a16="http://schemas.microsoft.com/office/drawing/2014/main" id="{88F14141-7F95-BC30-3F5E-CF1134A69B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8" name="Straight Connector 747">
                    <a:extLst>
                      <a:ext uri="{FF2B5EF4-FFF2-40B4-BE49-F238E27FC236}">
                        <a16:creationId xmlns:a16="http://schemas.microsoft.com/office/drawing/2014/main" id="{48460947-CBA4-98BD-12FD-FA11816A1E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9" name="Straight Connector 748">
                    <a:extLst>
                      <a:ext uri="{FF2B5EF4-FFF2-40B4-BE49-F238E27FC236}">
                        <a16:creationId xmlns:a16="http://schemas.microsoft.com/office/drawing/2014/main" id="{177EE2C4-4EB1-C4B2-4865-4EAD2DE032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1" name="Group 730">
                  <a:extLst>
                    <a:ext uri="{FF2B5EF4-FFF2-40B4-BE49-F238E27FC236}">
                      <a16:creationId xmlns:a16="http://schemas.microsoft.com/office/drawing/2014/main" id="{143519EC-87EE-375F-B1A1-8373545F6F83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744" name="Straight Connector 743">
                    <a:extLst>
                      <a:ext uri="{FF2B5EF4-FFF2-40B4-BE49-F238E27FC236}">
                        <a16:creationId xmlns:a16="http://schemas.microsoft.com/office/drawing/2014/main" id="{B3D147C4-B9FE-82BA-0A10-D24D3F09D9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5" name="Straight Connector 744">
                    <a:extLst>
                      <a:ext uri="{FF2B5EF4-FFF2-40B4-BE49-F238E27FC236}">
                        <a16:creationId xmlns:a16="http://schemas.microsoft.com/office/drawing/2014/main" id="{4BE591EC-5D6D-4404-E636-FC33F30D15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6" name="Straight Connector 745">
                    <a:extLst>
                      <a:ext uri="{FF2B5EF4-FFF2-40B4-BE49-F238E27FC236}">
                        <a16:creationId xmlns:a16="http://schemas.microsoft.com/office/drawing/2014/main" id="{55D1B23D-0584-C615-C667-48CDC34F9A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2" name="Group 731">
                  <a:extLst>
                    <a:ext uri="{FF2B5EF4-FFF2-40B4-BE49-F238E27FC236}">
                      <a16:creationId xmlns:a16="http://schemas.microsoft.com/office/drawing/2014/main" id="{EA3886D8-A6A7-FF52-398F-3E2D2C343B59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741" name="Straight Connector 740">
                    <a:extLst>
                      <a:ext uri="{FF2B5EF4-FFF2-40B4-BE49-F238E27FC236}">
                        <a16:creationId xmlns:a16="http://schemas.microsoft.com/office/drawing/2014/main" id="{167F36E4-C499-733C-57A8-D3D381F89B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2" name="Straight Connector 741">
                    <a:extLst>
                      <a:ext uri="{FF2B5EF4-FFF2-40B4-BE49-F238E27FC236}">
                        <a16:creationId xmlns:a16="http://schemas.microsoft.com/office/drawing/2014/main" id="{638D56E1-DC31-DEF2-2E12-7E7BE96762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3" name="Straight Connector 742">
                    <a:extLst>
                      <a:ext uri="{FF2B5EF4-FFF2-40B4-BE49-F238E27FC236}">
                        <a16:creationId xmlns:a16="http://schemas.microsoft.com/office/drawing/2014/main" id="{F920E3AF-FF57-CE92-E25A-9A5F947E7F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3" name="Group 732">
                  <a:extLst>
                    <a:ext uri="{FF2B5EF4-FFF2-40B4-BE49-F238E27FC236}">
                      <a16:creationId xmlns:a16="http://schemas.microsoft.com/office/drawing/2014/main" id="{E9C0DB9E-E624-78A3-6932-BAB2CF4A6A47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735" name="Straight Connector 734">
                    <a:extLst>
                      <a:ext uri="{FF2B5EF4-FFF2-40B4-BE49-F238E27FC236}">
                        <a16:creationId xmlns:a16="http://schemas.microsoft.com/office/drawing/2014/main" id="{7EFAEEB6-FFA0-B8C3-5BB5-C64320C79A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6" name="Straight Connector 735">
                    <a:extLst>
                      <a:ext uri="{FF2B5EF4-FFF2-40B4-BE49-F238E27FC236}">
                        <a16:creationId xmlns:a16="http://schemas.microsoft.com/office/drawing/2014/main" id="{36D887DD-76DA-087D-FB66-E53106B236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7" name="Straight Connector 736">
                    <a:extLst>
                      <a:ext uri="{FF2B5EF4-FFF2-40B4-BE49-F238E27FC236}">
                        <a16:creationId xmlns:a16="http://schemas.microsoft.com/office/drawing/2014/main" id="{A13FCFD9-C3A2-D7DB-C89E-43EFEF414F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8" name="Straight Connector 737">
                    <a:extLst>
                      <a:ext uri="{FF2B5EF4-FFF2-40B4-BE49-F238E27FC236}">
                        <a16:creationId xmlns:a16="http://schemas.microsoft.com/office/drawing/2014/main" id="{2F6D8A7F-B395-E63B-BA55-FCF9F864C7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9" name="Straight Connector 738">
                    <a:extLst>
                      <a:ext uri="{FF2B5EF4-FFF2-40B4-BE49-F238E27FC236}">
                        <a16:creationId xmlns:a16="http://schemas.microsoft.com/office/drawing/2014/main" id="{67B758C7-40E4-EBB8-3061-A5C8D5B929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0" name="Straight Connector 739">
                    <a:extLst>
                      <a:ext uri="{FF2B5EF4-FFF2-40B4-BE49-F238E27FC236}">
                        <a16:creationId xmlns:a16="http://schemas.microsoft.com/office/drawing/2014/main" id="{C97BCAD7-D82E-BCDA-74DC-68A5C3810F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34" name="Straight Connector 733">
                  <a:extLst>
                    <a:ext uri="{FF2B5EF4-FFF2-40B4-BE49-F238E27FC236}">
                      <a16:creationId xmlns:a16="http://schemas.microsoft.com/office/drawing/2014/main" id="{CD0345EE-C466-6841-E8FE-5D3251347A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19" name="Straight Connector 718">
                <a:extLst>
                  <a:ext uri="{FF2B5EF4-FFF2-40B4-BE49-F238E27FC236}">
                    <a16:creationId xmlns:a16="http://schemas.microsoft.com/office/drawing/2014/main" id="{038869E4-C3BD-D669-4CFE-8C15F4DD803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0" name="Straight Connector 719">
                <a:extLst>
                  <a:ext uri="{FF2B5EF4-FFF2-40B4-BE49-F238E27FC236}">
                    <a16:creationId xmlns:a16="http://schemas.microsoft.com/office/drawing/2014/main" id="{A9D5024B-AF79-2696-A7D2-66F71B681DE4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1" name="Straight Connector 720">
                <a:extLst>
                  <a:ext uri="{FF2B5EF4-FFF2-40B4-BE49-F238E27FC236}">
                    <a16:creationId xmlns:a16="http://schemas.microsoft.com/office/drawing/2014/main" id="{A4C70CCB-975B-816D-65D1-47D1E5DCA5FF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2" name="Straight Connector 721">
                <a:extLst>
                  <a:ext uri="{FF2B5EF4-FFF2-40B4-BE49-F238E27FC236}">
                    <a16:creationId xmlns:a16="http://schemas.microsoft.com/office/drawing/2014/main" id="{66BF1ACF-9AAA-DC48-5F0A-848BC4E699C1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3" name="Straight Connector 722">
                <a:extLst>
                  <a:ext uri="{FF2B5EF4-FFF2-40B4-BE49-F238E27FC236}">
                    <a16:creationId xmlns:a16="http://schemas.microsoft.com/office/drawing/2014/main" id="{ABEE13BC-8F3C-4897-F7EF-80ADEA5643D5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E51149BE-AC6F-0EEC-D96C-CAA19CA998E1}"/>
              </a:ext>
            </a:extLst>
          </p:cNvPr>
          <p:cNvGrpSpPr>
            <a:grpSpLocks noChangeAspect="1"/>
          </p:cNvGrpSpPr>
          <p:nvPr/>
        </p:nvGrpSpPr>
        <p:grpSpPr>
          <a:xfrm>
            <a:off x="1045187" y="494116"/>
            <a:ext cx="2951010" cy="2743200"/>
            <a:chOff x="2970622" y="462512"/>
            <a:chExt cx="6579000" cy="6115708"/>
          </a:xfrm>
        </p:grpSpPr>
        <p:grpSp>
          <p:nvGrpSpPr>
            <p:cNvPr id="794" name="Group 793">
              <a:extLst>
                <a:ext uri="{FF2B5EF4-FFF2-40B4-BE49-F238E27FC236}">
                  <a16:creationId xmlns:a16="http://schemas.microsoft.com/office/drawing/2014/main" id="{802DD24D-68CD-72D8-2674-0A16D6124437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832" name="Straight Connector 831">
                <a:extLst>
                  <a:ext uri="{FF2B5EF4-FFF2-40B4-BE49-F238E27FC236}">
                    <a16:creationId xmlns:a16="http://schemas.microsoft.com/office/drawing/2014/main" id="{BB2962BD-35C4-F0AB-8F02-DBB280B39C71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33" name="Group 832">
                <a:extLst>
                  <a:ext uri="{FF2B5EF4-FFF2-40B4-BE49-F238E27FC236}">
                    <a16:creationId xmlns:a16="http://schemas.microsoft.com/office/drawing/2014/main" id="{0F3E490C-DA84-EC10-6AA8-AD82CD22B6F6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834" name="Group 833">
                  <a:extLst>
                    <a:ext uri="{FF2B5EF4-FFF2-40B4-BE49-F238E27FC236}">
                      <a16:creationId xmlns:a16="http://schemas.microsoft.com/office/drawing/2014/main" id="{734A4EC8-66B7-F455-BED1-EA9CF73E4671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846" name="Group 845">
                    <a:extLst>
                      <a:ext uri="{FF2B5EF4-FFF2-40B4-BE49-F238E27FC236}">
                        <a16:creationId xmlns:a16="http://schemas.microsoft.com/office/drawing/2014/main" id="{00ECC0A7-7DBA-E722-54D7-650C2D7A0781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852" name="Group 851">
                      <a:extLst>
                        <a:ext uri="{FF2B5EF4-FFF2-40B4-BE49-F238E27FC236}">
                          <a16:creationId xmlns:a16="http://schemas.microsoft.com/office/drawing/2014/main" id="{22E90DAC-A830-AB27-5F3C-AF635A4662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865" name="Oval 864">
                        <a:extLst>
                          <a:ext uri="{FF2B5EF4-FFF2-40B4-BE49-F238E27FC236}">
                            <a16:creationId xmlns:a16="http://schemas.microsoft.com/office/drawing/2014/main" id="{872F9094-151E-EA5D-8F93-7CB23B6445F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866" name="Straight Connector 865">
                        <a:extLst>
                          <a:ext uri="{FF2B5EF4-FFF2-40B4-BE49-F238E27FC236}">
                            <a16:creationId xmlns:a16="http://schemas.microsoft.com/office/drawing/2014/main" id="{754E2A7F-7DBC-1F47-AEF0-4A50D17B9DEC}"/>
                          </a:ext>
                        </a:extLst>
                      </p:cNvPr>
                      <p:cNvCxnSpPr>
                        <a:stCxn id="865" idx="0"/>
                        <a:endCxn id="865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7" name="Straight Connector 866">
                        <a:extLst>
                          <a:ext uri="{FF2B5EF4-FFF2-40B4-BE49-F238E27FC236}">
                            <a16:creationId xmlns:a16="http://schemas.microsoft.com/office/drawing/2014/main" id="{869EDD11-0126-A318-F8A5-99205553A200}"/>
                          </a:ext>
                        </a:extLst>
                      </p:cNvPr>
                      <p:cNvCxnSpPr>
                        <a:stCxn id="865" idx="2"/>
                        <a:endCxn id="865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8" name="Straight Connector 867">
                        <a:extLst>
                          <a:ext uri="{FF2B5EF4-FFF2-40B4-BE49-F238E27FC236}">
                            <a16:creationId xmlns:a16="http://schemas.microsoft.com/office/drawing/2014/main" id="{108E6D60-B8EF-4148-331C-779195AA347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9" name="Straight Connector 868">
                        <a:extLst>
                          <a:ext uri="{FF2B5EF4-FFF2-40B4-BE49-F238E27FC236}">
                            <a16:creationId xmlns:a16="http://schemas.microsoft.com/office/drawing/2014/main" id="{FA5B722E-340B-9CE4-27C9-FEB0A5003BB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0" name="Straight Connector 869">
                        <a:extLst>
                          <a:ext uri="{FF2B5EF4-FFF2-40B4-BE49-F238E27FC236}">
                            <a16:creationId xmlns:a16="http://schemas.microsoft.com/office/drawing/2014/main" id="{0176A5CE-2C82-4562-7946-B085C917B76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1" name="Straight Connector 870">
                        <a:extLst>
                          <a:ext uri="{FF2B5EF4-FFF2-40B4-BE49-F238E27FC236}">
                            <a16:creationId xmlns:a16="http://schemas.microsoft.com/office/drawing/2014/main" id="{79C5356A-9ECF-D213-EF33-B6D68DB9045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853" name="Straight Connector 852">
                      <a:extLst>
                        <a:ext uri="{FF2B5EF4-FFF2-40B4-BE49-F238E27FC236}">
                          <a16:creationId xmlns:a16="http://schemas.microsoft.com/office/drawing/2014/main" id="{C00A6232-14AF-5B3B-6FF6-7BC995108E27}"/>
                        </a:ext>
                      </a:extLst>
                    </p:cNvPr>
                    <p:cNvCxnSpPr>
                      <a:endCxn id="865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4" name="Straight Connector 853">
                      <a:extLst>
                        <a:ext uri="{FF2B5EF4-FFF2-40B4-BE49-F238E27FC236}">
                          <a16:creationId xmlns:a16="http://schemas.microsoft.com/office/drawing/2014/main" id="{F5CA10DA-B789-82A6-46C4-5400440EED28}"/>
                        </a:ext>
                      </a:extLst>
                    </p:cNvPr>
                    <p:cNvCxnSpPr>
                      <a:stCxn id="865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5" name="Straight Connector 854">
                      <a:extLst>
                        <a:ext uri="{FF2B5EF4-FFF2-40B4-BE49-F238E27FC236}">
                          <a16:creationId xmlns:a16="http://schemas.microsoft.com/office/drawing/2014/main" id="{CB6BFD7D-45D4-2056-DE38-8E0BFDBDFFB6}"/>
                        </a:ext>
                      </a:extLst>
                    </p:cNvPr>
                    <p:cNvCxnSpPr>
                      <a:stCxn id="865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6" name="Straight Connector 855">
                      <a:extLst>
                        <a:ext uri="{FF2B5EF4-FFF2-40B4-BE49-F238E27FC236}">
                          <a16:creationId xmlns:a16="http://schemas.microsoft.com/office/drawing/2014/main" id="{68DF6D83-D8DC-B6EB-6476-C529472F610B}"/>
                        </a:ext>
                      </a:extLst>
                    </p:cNvPr>
                    <p:cNvCxnSpPr>
                      <a:stCxn id="865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7" name="Straight Connector 856">
                      <a:extLst>
                        <a:ext uri="{FF2B5EF4-FFF2-40B4-BE49-F238E27FC236}">
                          <a16:creationId xmlns:a16="http://schemas.microsoft.com/office/drawing/2014/main" id="{82909988-675B-2391-7158-F58D4106A92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8" name="Straight Connector 857">
                      <a:extLst>
                        <a:ext uri="{FF2B5EF4-FFF2-40B4-BE49-F238E27FC236}">
                          <a16:creationId xmlns:a16="http://schemas.microsoft.com/office/drawing/2014/main" id="{2E0589C6-160C-D5FA-7377-6CCC10412F9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9" name="Straight Connector 858">
                      <a:extLst>
                        <a:ext uri="{FF2B5EF4-FFF2-40B4-BE49-F238E27FC236}">
                          <a16:creationId xmlns:a16="http://schemas.microsoft.com/office/drawing/2014/main" id="{693BB1E7-6A75-6277-0553-1EE69E2FFA19}"/>
                        </a:ext>
                      </a:extLst>
                    </p:cNvPr>
                    <p:cNvCxnSpPr>
                      <a:stCxn id="865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0" name="Straight Connector 859">
                      <a:extLst>
                        <a:ext uri="{FF2B5EF4-FFF2-40B4-BE49-F238E27FC236}">
                          <a16:creationId xmlns:a16="http://schemas.microsoft.com/office/drawing/2014/main" id="{A92A50B8-9A51-6BE3-CFFF-A32BB9ABD2E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1" name="Straight Connector 860">
                      <a:extLst>
                        <a:ext uri="{FF2B5EF4-FFF2-40B4-BE49-F238E27FC236}">
                          <a16:creationId xmlns:a16="http://schemas.microsoft.com/office/drawing/2014/main" id="{3B25B421-D5DB-BB19-D473-F5C1BC915610}"/>
                        </a:ext>
                      </a:extLst>
                    </p:cNvPr>
                    <p:cNvCxnSpPr>
                      <a:endCxn id="865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2" name="Straight Connector 861">
                      <a:extLst>
                        <a:ext uri="{FF2B5EF4-FFF2-40B4-BE49-F238E27FC236}">
                          <a16:creationId xmlns:a16="http://schemas.microsoft.com/office/drawing/2014/main" id="{63C26045-290B-54B1-2E76-8D120B87BE55}"/>
                        </a:ext>
                      </a:extLst>
                    </p:cNvPr>
                    <p:cNvCxnSpPr>
                      <a:stCxn id="865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3" name="Straight Connector 862">
                      <a:extLst>
                        <a:ext uri="{FF2B5EF4-FFF2-40B4-BE49-F238E27FC236}">
                          <a16:creationId xmlns:a16="http://schemas.microsoft.com/office/drawing/2014/main" id="{4D6958E6-E779-07AA-7538-8AD4E5557CE0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4" name="Straight Connector 863">
                      <a:extLst>
                        <a:ext uri="{FF2B5EF4-FFF2-40B4-BE49-F238E27FC236}">
                          <a16:creationId xmlns:a16="http://schemas.microsoft.com/office/drawing/2014/main" id="{6C9A9C79-CB60-2EDA-85AC-6B30297D51B6}"/>
                        </a:ext>
                      </a:extLst>
                    </p:cNvPr>
                    <p:cNvCxnSpPr>
                      <a:endCxn id="865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847" name="Straight Connector 846">
                    <a:extLst>
                      <a:ext uri="{FF2B5EF4-FFF2-40B4-BE49-F238E27FC236}">
                        <a16:creationId xmlns:a16="http://schemas.microsoft.com/office/drawing/2014/main" id="{69D22077-80E7-2EA5-0078-141345B631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8" name="Straight Connector 847">
                    <a:extLst>
                      <a:ext uri="{FF2B5EF4-FFF2-40B4-BE49-F238E27FC236}">
                        <a16:creationId xmlns:a16="http://schemas.microsoft.com/office/drawing/2014/main" id="{CBA92EF0-60D3-16BA-B332-8275EE0920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9" name="Straight Connector 848">
                    <a:extLst>
                      <a:ext uri="{FF2B5EF4-FFF2-40B4-BE49-F238E27FC236}">
                        <a16:creationId xmlns:a16="http://schemas.microsoft.com/office/drawing/2014/main" id="{A934BAF6-CAF6-9B88-EC53-ABA79CA84D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0" name="Straight Connector 849">
                    <a:extLst>
                      <a:ext uri="{FF2B5EF4-FFF2-40B4-BE49-F238E27FC236}">
                        <a16:creationId xmlns:a16="http://schemas.microsoft.com/office/drawing/2014/main" id="{C109E4E7-0177-37BB-15B7-9C86B38B00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1" name="Straight Connector 850">
                    <a:extLst>
                      <a:ext uri="{FF2B5EF4-FFF2-40B4-BE49-F238E27FC236}">
                        <a16:creationId xmlns:a16="http://schemas.microsoft.com/office/drawing/2014/main" id="{BDCC629E-748F-9E9D-80B1-06A01F719A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35" name="Oval 834">
                  <a:extLst>
                    <a:ext uri="{FF2B5EF4-FFF2-40B4-BE49-F238E27FC236}">
                      <a16:creationId xmlns:a16="http://schemas.microsoft.com/office/drawing/2014/main" id="{FE12ED4E-94BA-7353-1A59-5965F01134DD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6" name="Isosceles Triangle 835">
                  <a:extLst>
                    <a:ext uri="{FF2B5EF4-FFF2-40B4-BE49-F238E27FC236}">
                      <a16:creationId xmlns:a16="http://schemas.microsoft.com/office/drawing/2014/main" id="{6DFAEACC-9509-83E3-D74F-BF6DD503C08E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7" name="Isosceles Triangle 836">
                  <a:extLst>
                    <a:ext uri="{FF2B5EF4-FFF2-40B4-BE49-F238E27FC236}">
                      <a16:creationId xmlns:a16="http://schemas.microsoft.com/office/drawing/2014/main" id="{8E53F4A7-8A2F-562F-0570-B360EAB9CA5D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8" name="Isosceles Triangle 837">
                  <a:extLst>
                    <a:ext uri="{FF2B5EF4-FFF2-40B4-BE49-F238E27FC236}">
                      <a16:creationId xmlns:a16="http://schemas.microsoft.com/office/drawing/2014/main" id="{61AC7020-5449-1283-9703-2A015858EF1E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9" name="Isosceles Triangle 838">
                  <a:extLst>
                    <a:ext uri="{FF2B5EF4-FFF2-40B4-BE49-F238E27FC236}">
                      <a16:creationId xmlns:a16="http://schemas.microsoft.com/office/drawing/2014/main" id="{BA220D2D-E1A6-291C-EB8E-B10013BD96B0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40" name="Straight Connector 839">
                  <a:extLst>
                    <a:ext uri="{FF2B5EF4-FFF2-40B4-BE49-F238E27FC236}">
                      <a16:creationId xmlns:a16="http://schemas.microsoft.com/office/drawing/2014/main" id="{338AD06C-0AD5-BDA6-1078-CEF1E3917780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C88A2A86-2815-54B2-A8D0-A70CBB33432E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2" name="Straight Connector 841">
                  <a:extLst>
                    <a:ext uri="{FF2B5EF4-FFF2-40B4-BE49-F238E27FC236}">
                      <a16:creationId xmlns:a16="http://schemas.microsoft.com/office/drawing/2014/main" id="{D4018095-AD19-CD15-6A24-FE7D627C43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3" name="Straight Connector 842">
                  <a:extLst>
                    <a:ext uri="{FF2B5EF4-FFF2-40B4-BE49-F238E27FC236}">
                      <a16:creationId xmlns:a16="http://schemas.microsoft.com/office/drawing/2014/main" id="{A98386F6-28AB-2597-7FCE-159AF7A3CA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4" name="Straight Connector 843">
                  <a:extLst>
                    <a:ext uri="{FF2B5EF4-FFF2-40B4-BE49-F238E27FC236}">
                      <a16:creationId xmlns:a16="http://schemas.microsoft.com/office/drawing/2014/main" id="{81452A31-9B54-31C0-13E5-1F6620803F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5" name="Straight Connector 844">
                  <a:extLst>
                    <a:ext uri="{FF2B5EF4-FFF2-40B4-BE49-F238E27FC236}">
                      <a16:creationId xmlns:a16="http://schemas.microsoft.com/office/drawing/2014/main" id="{F71DAC52-DF2C-6B13-688E-F5D3938CA7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95" name="Group 794">
              <a:extLst>
                <a:ext uri="{FF2B5EF4-FFF2-40B4-BE49-F238E27FC236}">
                  <a16:creationId xmlns:a16="http://schemas.microsoft.com/office/drawing/2014/main" id="{70CE0B2C-6497-BCBC-12FE-02165FB31CB8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796" name="Straight Connector 795">
                <a:extLst>
                  <a:ext uri="{FF2B5EF4-FFF2-40B4-BE49-F238E27FC236}">
                    <a16:creationId xmlns:a16="http://schemas.microsoft.com/office/drawing/2014/main" id="{2B518F51-D229-14E2-975F-14C53EF140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797" name="Group 796">
                <a:extLst>
                  <a:ext uri="{FF2B5EF4-FFF2-40B4-BE49-F238E27FC236}">
                    <a16:creationId xmlns:a16="http://schemas.microsoft.com/office/drawing/2014/main" id="{B7F36211-A65C-1134-5F67-636F9CDDD6CD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803" name="Straight Connector 802">
                  <a:extLst>
                    <a:ext uri="{FF2B5EF4-FFF2-40B4-BE49-F238E27FC236}">
                      <a16:creationId xmlns:a16="http://schemas.microsoft.com/office/drawing/2014/main" id="{CF59AB4A-A4AC-EC0F-81EE-D6DC9A99FB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04" name="Straight Connector 803">
                  <a:extLst>
                    <a:ext uri="{FF2B5EF4-FFF2-40B4-BE49-F238E27FC236}">
                      <a16:creationId xmlns:a16="http://schemas.microsoft.com/office/drawing/2014/main" id="{C06BAAED-C434-BDC0-3D1F-09F2050F84ED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5" name="Straight Connector 804">
                  <a:extLst>
                    <a:ext uri="{FF2B5EF4-FFF2-40B4-BE49-F238E27FC236}">
                      <a16:creationId xmlns:a16="http://schemas.microsoft.com/office/drawing/2014/main" id="{3A156BD6-DC4C-5566-F7D3-D251DB23A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06" name="Straight Connector 805">
                  <a:extLst>
                    <a:ext uri="{FF2B5EF4-FFF2-40B4-BE49-F238E27FC236}">
                      <a16:creationId xmlns:a16="http://schemas.microsoft.com/office/drawing/2014/main" id="{B6ACCD2B-3C78-EFB0-FE4E-EF32112C7A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07" name="Straight Connector 806">
                  <a:extLst>
                    <a:ext uri="{FF2B5EF4-FFF2-40B4-BE49-F238E27FC236}">
                      <a16:creationId xmlns:a16="http://schemas.microsoft.com/office/drawing/2014/main" id="{074A16BE-8201-1A59-436C-5425EB48C3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08" name="Group 807">
                  <a:extLst>
                    <a:ext uri="{FF2B5EF4-FFF2-40B4-BE49-F238E27FC236}">
                      <a16:creationId xmlns:a16="http://schemas.microsoft.com/office/drawing/2014/main" id="{5CDFC302-6723-09E5-9BCE-EA83AE6F8AA1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829" name="Straight Connector 828">
                    <a:extLst>
                      <a:ext uri="{FF2B5EF4-FFF2-40B4-BE49-F238E27FC236}">
                        <a16:creationId xmlns:a16="http://schemas.microsoft.com/office/drawing/2014/main" id="{1FB0A778-F2D0-81AD-8A02-2BE289D4A4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0" name="Straight Connector 829">
                    <a:extLst>
                      <a:ext uri="{FF2B5EF4-FFF2-40B4-BE49-F238E27FC236}">
                        <a16:creationId xmlns:a16="http://schemas.microsoft.com/office/drawing/2014/main" id="{35E0D72B-A8E0-E4AD-9850-1E7D8871ED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1" name="Straight Connector 830">
                    <a:extLst>
                      <a:ext uri="{FF2B5EF4-FFF2-40B4-BE49-F238E27FC236}">
                        <a16:creationId xmlns:a16="http://schemas.microsoft.com/office/drawing/2014/main" id="{7450C8E9-22AF-6E59-B91F-BA4BC2867D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09" name="Group 808">
                  <a:extLst>
                    <a:ext uri="{FF2B5EF4-FFF2-40B4-BE49-F238E27FC236}">
                      <a16:creationId xmlns:a16="http://schemas.microsoft.com/office/drawing/2014/main" id="{BFC32F0E-89BD-CBF4-A641-2BE3693E7E80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826" name="Straight Connector 825">
                    <a:extLst>
                      <a:ext uri="{FF2B5EF4-FFF2-40B4-BE49-F238E27FC236}">
                        <a16:creationId xmlns:a16="http://schemas.microsoft.com/office/drawing/2014/main" id="{C07C3561-B019-F54B-3C6E-1A0170BED0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7" name="Straight Connector 826">
                    <a:extLst>
                      <a:ext uri="{FF2B5EF4-FFF2-40B4-BE49-F238E27FC236}">
                        <a16:creationId xmlns:a16="http://schemas.microsoft.com/office/drawing/2014/main" id="{C9FB2064-9565-7031-4C1D-45770C9B38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8" name="Straight Connector 827">
                    <a:extLst>
                      <a:ext uri="{FF2B5EF4-FFF2-40B4-BE49-F238E27FC236}">
                        <a16:creationId xmlns:a16="http://schemas.microsoft.com/office/drawing/2014/main" id="{DF1C1CCD-EA0E-419F-43E6-8DB7C5AEC6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10" name="Group 809">
                  <a:extLst>
                    <a:ext uri="{FF2B5EF4-FFF2-40B4-BE49-F238E27FC236}">
                      <a16:creationId xmlns:a16="http://schemas.microsoft.com/office/drawing/2014/main" id="{F94D3487-0FB6-4227-2302-068DAD687FEC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823" name="Straight Connector 822">
                    <a:extLst>
                      <a:ext uri="{FF2B5EF4-FFF2-40B4-BE49-F238E27FC236}">
                        <a16:creationId xmlns:a16="http://schemas.microsoft.com/office/drawing/2014/main" id="{48528ABE-7A3D-DA65-23A3-F13BD262F1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4" name="Straight Connector 823">
                    <a:extLst>
                      <a:ext uri="{FF2B5EF4-FFF2-40B4-BE49-F238E27FC236}">
                        <a16:creationId xmlns:a16="http://schemas.microsoft.com/office/drawing/2014/main" id="{7639057D-C374-8FCC-2674-BB53700B4C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5" name="Straight Connector 824">
                    <a:extLst>
                      <a:ext uri="{FF2B5EF4-FFF2-40B4-BE49-F238E27FC236}">
                        <a16:creationId xmlns:a16="http://schemas.microsoft.com/office/drawing/2014/main" id="{912CC2E5-303A-DB45-5085-5944178D9E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11" name="Group 810">
                  <a:extLst>
                    <a:ext uri="{FF2B5EF4-FFF2-40B4-BE49-F238E27FC236}">
                      <a16:creationId xmlns:a16="http://schemas.microsoft.com/office/drawing/2014/main" id="{FF555750-76AB-2D5A-45B6-43128014A1F2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820" name="Straight Connector 819">
                    <a:extLst>
                      <a:ext uri="{FF2B5EF4-FFF2-40B4-BE49-F238E27FC236}">
                        <a16:creationId xmlns:a16="http://schemas.microsoft.com/office/drawing/2014/main" id="{BA5B9E4A-9829-73C3-A39E-C3F604CC29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1" name="Straight Connector 820">
                    <a:extLst>
                      <a:ext uri="{FF2B5EF4-FFF2-40B4-BE49-F238E27FC236}">
                        <a16:creationId xmlns:a16="http://schemas.microsoft.com/office/drawing/2014/main" id="{563CE329-971E-56D3-9CE7-2A4F6A2B6F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2" name="Straight Connector 821">
                    <a:extLst>
                      <a:ext uri="{FF2B5EF4-FFF2-40B4-BE49-F238E27FC236}">
                        <a16:creationId xmlns:a16="http://schemas.microsoft.com/office/drawing/2014/main" id="{4693B27B-72D6-0F0E-1AF6-C77BCB137E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12" name="Group 811">
                  <a:extLst>
                    <a:ext uri="{FF2B5EF4-FFF2-40B4-BE49-F238E27FC236}">
                      <a16:creationId xmlns:a16="http://schemas.microsoft.com/office/drawing/2014/main" id="{BD897EDD-A74C-48F6-1381-6EE2353D8C16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814" name="Straight Connector 813">
                    <a:extLst>
                      <a:ext uri="{FF2B5EF4-FFF2-40B4-BE49-F238E27FC236}">
                        <a16:creationId xmlns:a16="http://schemas.microsoft.com/office/drawing/2014/main" id="{D92264F2-D1BB-475A-7628-4DB62180E8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5" name="Straight Connector 814">
                    <a:extLst>
                      <a:ext uri="{FF2B5EF4-FFF2-40B4-BE49-F238E27FC236}">
                        <a16:creationId xmlns:a16="http://schemas.microsoft.com/office/drawing/2014/main" id="{F1CB984A-167C-C3BA-E48D-BBDD80270C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6" name="Straight Connector 815">
                    <a:extLst>
                      <a:ext uri="{FF2B5EF4-FFF2-40B4-BE49-F238E27FC236}">
                        <a16:creationId xmlns:a16="http://schemas.microsoft.com/office/drawing/2014/main" id="{4BA1D590-2E72-DD92-D9B1-6F2BCC6493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7" name="Straight Connector 816">
                    <a:extLst>
                      <a:ext uri="{FF2B5EF4-FFF2-40B4-BE49-F238E27FC236}">
                        <a16:creationId xmlns:a16="http://schemas.microsoft.com/office/drawing/2014/main" id="{D7A088CF-ADC7-5CD8-9E9D-B128708AE8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8" name="Straight Connector 817">
                    <a:extLst>
                      <a:ext uri="{FF2B5EF4-FFF2-40B4-BE49-F238E27FC236}">
                        <a16:creationId xmlns:a16="http://schemas.microsoft.com/office/drawing/2014/main" id="{DEAC2F2D-20FB-2A43-6A9D-63ED1546DC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9" name="Straight Connector 818">
                    <a:extLst>
                      <a:ext uri="{FF2B5EF4-FFF2-40B4-BE49-F238E27FC236}">
                        <a16:creationId xmlns:a16="http://schemas.microsoft.com/office/drawing/2014/main" id="{A358F613-9FA7-6C4C-5FD4-E69069192F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13" name="Straight Connector 812">
                  <a:extLst>
                    <a:ext uri="{FF2B5EF4-FFF2-40B4-BE49-F238E27FC236}">
                      <a16:creationId xmlns:a16="http://schemas.microsoft.com/office/drawing/2014/main" id="{8CD3D865-6A9A-0FC4-B6B0-86FAF5C811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98" name="Straight Connector 797">
                <a:extLst>
                  <a:ext uri="{FF2B5EF4-FFF2-40B4-BE49-F238E27FC236}">
                    <a16:creationId xmlns:a16="http://schemas.microsoft.com/office/drawing/2014/main" id="{31F92166-78FB-3AF4-EF9F-D2F78B416FA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99" name="Straight Connector 798">
                <a:extLst>
                  <a:ext uri="{FF2B5EF4-FFF2-40B4-BE49-F238E27FC236}">
                    <a16:creationId xmlns:a16="http://schemas.microsoft.com/office/drawing/2014/main" id="{6BF83016-DBEF-C773-FE46-CCDC79A03CAD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0" name="Straight Connector 799">
                <a:extLst>
                  <a:ext uri="{FF2B5EF4-FFF2-40B4-BE49-F238E27FC236}">
                    <a16:creationId xmlns:a16="http://schemas.microsoft.com/office/drawing/2014/main" id="{2A1C299D-0EE7-40D8-6C37-A77185CD3F39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1" name="Straight Connector 800">
                <a:extLst>
                  <a:ext uri="{FF2B5EF4-FFF2-40B4-BE49-F238E27FC236}">
                    <a16:creationId xmlns:a16="http://schemas.microsoft.com/office/drawing/2014/main" id="{3F6644B9-55CC-4405-7628-91EA0BF5D477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2" name="Straight Connector 801">
                <a:extLst>
                  <a:ext uri="{FF2B5EF4-FFF2-40B4-BE49-F238E27FC236}">
                    <a16:creationId xmlns:a16="http://schemas.microsoft.com/office/drawing/2014/main" id="{2C331C24-98A2-1FD2-C2CC-1CF86ECDC257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72" name="Group 871">
            <a:extLst>
              <a:ext uri="{FF2B5EF4-FFF2-40B4-BE49-F238E27FC236}">
                <a16:creationId xmlns:a16="http://schemas.microsoft.com/office/drawing/2014/main" id="{95484118-E174-1300-0EF9-367FD2D052BC}"/>
              </a:ext>
            </a:extLst>
          </p:cNvPr>
          <p:cNvGrpSpPr>
            <a:grpSpLocks noChangeAspect="1"/>
          </p:cNvGrpSpPr>
          <p:nvPr/>
        </p:nvGrpSpPr>
        <p:grpSpPr>
          <a:xfrm>
            <a:off x="3176250" y="490210"/>
            <a:ext cx="2951010" cy="2743200"/>
            <a:chOff x="2970622" y="462512"/>
            <a:chExt cx="6579000" cy="6115708"/>
          </a:xfrm>
        </p:grpSpPr>
        <p:grpSp>
          <p:nvGrpSpPr>
            <p:cNvPr id="873" name="Group 872">
              <a:extLst>
                <a:ext uri="{FF2B5EF4-FFF2-40B4-BE49-F238E27FC236}">
                  <a16:creationId xmlns:a16="http://schemas.microsoft.com/office/drawing/2014/main" id="{35456D52-59FD-9B40-D733-19B3FCD7200D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911" name="Straight Connector 910">
                <a:extLst>
                  <a:ext uri="{FF2B5EF4-FFF2-40B4-BE49-F238E27FC236}">
                    <a16:creationId xmlns:a16="http://schemas.microsoft.com/office/drawing/2014/main" id="{15AD0B9D-A5F0-E6F9-B430-7EB68B46FFCB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12" name="Group 911">
                <a:extLst>
                  <a:ext uri="{FF2B5EF4-FFF2-40B4-BE49-F238E27FC236}">
                    <a16:creationId xmlns:a16="http://schemas.microsoft.com/office/drawing/2014/main" id="{582E5238-A81D-B42E-6C34-E75E06BE94A1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913" name="Group 912">
                  <a:extLst>
                    <a:ext uri="{FF2B5EF4-FFF2-40B4-BE49-F238E27FC236}">
                      <a16:creationId xmlns:a16="http://schemas.microsoft.com/office/drawing/2014/main" id="{DF51C2B9-95C9-BAF1-6C17-AE86AAE2A14E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925" name="Group 924">
                    <a:extLst>
                      <a:ext uri="{FF2B5EF4-FFF2-40B4-BE49-F238E27FC236}">
                        <a16:creationId xmlns:a16="http://schemas.microsoft.com/office/drawing/2014/main" id="{7EF7B90E-06E3-86AF-4FEA-6374E3D4B925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931" name="Group 930">
                      <a:extLst>
                        <a:ext uri="{FF2B5EF4-FFF2-40B4-BE49-F238E27FC236}">
                          <a16:creationId xmlns:a16="http://schemas.microsoft.com/office/drawing/2014/main" id="{67AD4E77-6882-B92B-A89E-4D1316B06D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944" name="Oval 943">
                        <a:extLst>
                          <a:ext uri="{FF2B5EF4-FFF2-40B4-BE49-F238E27FC236}">
                            <a16:creationId xmlns:a16="http://schemas.microsoft.com/office/drawing/2014/main" id="{57F548D8-3EBF-B6D8-B5F1-BF9F890CC47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945" name="Straight Connector 944">
                        <a:extLst>
                          <a:ext uri="{FF2B5EF4-FFF2-40B4-BE49-F238E27FC236}">
                            <a16:creationId xmlns:a16="http://schemas.microsoft.com/office/drawing/2014/main" id="{E283AD60-924F-8B78-E882-D9F601310F6D}"/>
                          </a:ext>
                        </a:extLst>
                      </p:cNvPr>
                      <p:cNvCxnSpPr>
                        <a:stCxn id="944" idx="0"/>
                        <a:endCxn id="944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6" name="Straight Connector 945">
                        <a:extLst>
                          <a:ext uri="{FF2B5EF4-FFF2-40B4-BE49-F238E27FC236}">
                            <a16:creationId xmlns:a16="http://schemas.microsoft.com/office/drawing/2014/main" id="{2DF14C1A-B802-86B8-6CD4-8928323737CD}"/>
                          </a:ext>
                        </a:extLst>
                      </p:cNvPr>
                      <p:cNvCxnSpPr>
                        <a:stCxn id="944" idx="2"/>
                        <a:endCxn id="944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7" name="Straight Connector 946">
                        <a:extLst>
                          <a:ext uri="{FF2B5EF4-FFF2-40B4-BE49-F238E27FC236}">
                            <a16:creationId xmlns:a16="http://schemas.microsoft.com/office/drawing/2014/main" id="{888430B4-6D9A-9DA9-AD90-A4F2DE9318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8" name="Straight Connector 947">
                        <a:extLst>
                          <a:ext uri="{FF2B5EF4-FFF2-40B4-BE49-F238E27FC236}">
                            <a16:creationId xmlns:a16="http://schemas.microsoft.com/office/drawing/2014/main" id="{33593C16-2258-716E-3EAB-735E2691680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9" name="Straight Connector 948">
                        <a:extLst>
                          <a:ext uri="{FF2B5EF4-FFF2-40B4-BE49-F238E27FC236}">
                            <a16:creationId xmlns:a16="http://schemas.microsoft.com/office/drawing/2014/main" id="{00A81CFF-A9FB-90EA-3AA3-AAAF6128E2B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50" name="Straight Connector 949">
                        <a:extLst>
                          <a:ext uri="{FF2B5EF4-FFF2-40B4-BE49-F238E27FC236}">
                            <a16:creationId xmlns:a16="http://schemas.microsoft.com/office/drawing/2014/main" id="{30323D7C-734D-6983-6D28-2820854895D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932" name="Straight Connector 931">
                      <a:extLst>
                        <a:ext uri="{FF2B5EF4-FFF2-40B4-BE49-F238E27FC236}">
                          <a16:creationId xmlns:a16="http://schemas.microsoft.com/office/drawing/2014/main" id="{8C981F32-A3C4-019E-4EFB-47AE6EF3B638}"/>
                        </a:ext>
                      </a:extLst>
                    </p:cNvPr>
                    <p:cNvCxnSpPr>
                      <a:endCxn id="944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3" name="Straight Connector 932">
                      <a:extLst>
                        <a:ext uri="{FF2B5EF4-FFF2-40B4-BE49-F238E27FC236}">
                          <a16:creationId xmlns:a16="http://schemas.microsoft.com/office/drawing/2014/main" id="{F65F8530-D85B-926B-C545-4DF05049772D}"/>
                        </a:ext>
                      </a:extLst>
                    </p:cNvPr>
                    <p:cNvCxnSpPr>
                      <a:stCxn id="944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4" name="Straight Connector 933">
                      <a:extLst>
                        <a:ext uri="{FF2B5EF4-FFF2-40B4-BE49-F238E27FC236}">
                          <a16:creationId xmlns:a16="http://schemas.microsoft.com/office/drawing/2014/main" id="{EA57A65B-E580-D5F8-6318-17233997A16F}"/>
                        </a:ext>
                      </a:extLst>
                    </p:cNvPr>
                    <p:cNvCxnSpPr>
                      <a:stCxn id="944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5" name="Straight Connector 934">
                      <a:extLst>
                        <a:ext uri="{FF2B5EF4-FFF2-40B4-BE49-F238E27FC236}">
                          <a16:creationId xmlns:a16="http://schemas.microsoft.com/office/drawing/2014/main" id="{1A8C789A-F89E-893E-D369-C5992B7566C4}"/>
                        </a:ext>
                      </a:extLst>
                    </p:cNvPr>
                    <p:cNvCxnSpPr>
                      <a:stCxn id="944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6" name="Straight Connector 935">
                      <a:extLst>
                        <a:ext uri="{FF2B5EF4-FFF2-40B4-BE49-F238E27FC236}">
                          <a16:creationId xmlns:a16="http://schemas.microsoft.com/office/drawing/2014/main" id="{9CDB1AF0-D59D-367F-90A2-34F443265B9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7" name="Straight Connector 936">
                      <a:extLst>
                        <a:ext uri="{FF2B5EF4-FFF2-40B4-BE49-F238E27FC236}">
                          <a16:creationId xmlns:a16="http://schemas.microsoft.com/office/drawing/2014/main" id="{49D5424F-B85F-FBA7-E593-B649999DAA0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8" name="Straight Connector 937">
                      <a:extLst>
                        <a:ext uri="{FF2B5EF4-FFF2-40B4-BE49-F238E27FC236}">
                          <a16:creationId xmlns:a16="http://schemas.microsoft.com/office/drawing/2014/main" id="{B5E0ECDF-51D6-0A88-CA0B-37E88F60F23F}"/>
                        </a:ext>
                      </a:extLst>
                    </p:cNvPr>
                    <p:cNvCxnSpPr>
                      <a:stCxn id="944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9" name="Straight Connector 938">
                      <a:extLst>
                        <a:ext uri="{FF2B5EF4-FFF2-40B4-BE49-F238E27FC236}">
                          <a16:creationId xmlns:a16="http://schemas.microsoft.com/office/drawing/2014/main" id="{56EBC7F8-40AF-A84E-AD4C-C7E8014466F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0" name="Straight Connector 939">
                      <a:extLst>
                        <a:ext uri="{FF2B5EF4-FFF2-40B4-BE49-F238E27FC236}">
                          <a16:creationId xmlns:a16="http://schemas.microsoft.com/office/drawing/2014/main" id="{AAFCCE1D-F63C-62A9-505C-7D83BD469922}"/>
                        </a:ext>
                      </a:extLst>
                    </p:cNvPr>
                    <p:cNvCxnSpPr>
                      <a:endCxn id="944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1" name="Straight Connector 940">
                      <a:extLst>
                        <a:ext uri="{FF2B5EF4-FFF2-40B4-BE49-F238E27FC236}">
                          <a16:creationId xmlns:a16="http://schemas.microsoft.com/office/drawing/2014/main" id="{905C6C36-F4DF-3727-BC8D-B43A5008DDB9}"/>
                        </a:ext>
                      </a:extLst>
                    </p:cNvPr>
                    <p:cNvCxnSpPr>
                      <a:stCxn id="944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2" name="Straight Connector 941">
                      <a:extLst>
                        <a:ext uri="{FF2B5EF4-FFF2-40B4-BE49-F238E27FC236}">
                          <a16:creationId xmlns:a16="http://schemas.microsoft.com/office/drawing/2014/main" id="{4418444B-F285-F562-2623-113EF8AE7801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3" name="Straight Connector 942">
                      <a:extLst>
                        <a:ext uri="{FF2B5EF4-FFF2-40B4-BE49-F238E27FC236}">
                          <a16:creationId xmlns:a16="http://schemas.microsoft.com/office/drawing/2014/main" id="{2458F8A1-FAF4-EAFE-CA5A-60A7237CD34C}"/>
                        </a:ext>
                      </a:extLst>
                    </p:cNvPr>
                    <p:cNvCxnSpPr>
                      <a:endCxn id="944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926" name="Straight Connector 925">
                    <a:extLst>
                      <a:ext uri="{FF2B5EF4-FFF2-40B4-BE49-F238E27FC236}">
                        <a16:creationId xmlns:a16="http://schemas.microsoft.com/office/drawing/2014/main" id="{16B492EB-E33B-2E3C-3EDD-F0D0B23C85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7" name="Straight Connector 926">
                    <a:extLst>
                      <a:ext uri="{FF2B5EF4-FFF2-40B4-BE49-F238E27FC236}">
                        <a16:creationId xmlns:a16="http://schemas.microsoft.com/office/drawing/2014/main" id="{08A93CF9-2564-F7D9-2478-2B4243814B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8" name="Straight Connector 927">
                    <a:extLst>
                      <a:ext uri="{FF2B5EF4-FFF2-40B4-BE49-F238E27FC236}">
                        <a16:creationId xmlns:a16="http://schemas.microsoft.com/office/drawing/2014/main" id="{B91788D0-1DB8-E1A0-4668-6A735F6EEB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9" name="Straight Connector 928">
                    <a:extLst>
                      <a:ext uri="{FF2B5EF4-FFF2-40B4-BE49-F238E27FC236}">
                        <a16:creationId xmlns:a16="http://schemas.microsoft.com/office/drawing/2014/main" id="{BE36F6E0-1ECC-71DB-223A-4F063D3938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0" name="Straight Connector 929">
                    <a:extLst>
                      <a:ext uri="{FF2B5EF4-FFF2-40B4-BE49-F238E27FC236}">
                        <a16:creationId xmlns:a16="http://schemas.microsoft.com/office/drawing/2014/main" id="{B5A3A196-EE06-D6F0-709A-ABE10F6762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14" name="Oval 913">
                  <a:extLst>
                    <a:ext uri="{FF2B5EF4-FFF2-40B4-BE49-F238E27FC236}">
                      <a16:creationId xmlns:a16="http://schemas.microsoft.com/office/drawing/2014/main" id="{F6688C13-47F0-D03E-01FA-7ADDDD71C3E3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5" name="Isosceles Triangle 914">
                  <a:extLst>
                    <a:ext uri="{FF2B5EF4-FFF2-40B4-BE49-F238E27FC236}">
                      <a16:creationId xmlns:a16="http://schemas.microsoft.com/office/drawing/2014/main" id="{042C505F-31E6-E2B2-2E4E-BB3A4A58FDBE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6" name="Isosceles Triangle 915">
                  <a:extLst>
                    <a:ext uri="{FF2B5EF4-FFF2-40B4-BE49-F238E27FC236}">
                      <a16:creationId xmlns:a16="http://schemas.microsoft.com/office/drawing/2014/main" id="{AF809025-45C8-81CB-16E7-2496DF0A7DEB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7" name="Isosceles Triangle 916">
                  <a:extLst>
                    <a:ext uri="{FF2B5EF4-FFF2-40B4-BE49-F238E27FC236}">
                      <a16:creationId xmlns:a16="http://schemas.microsoft.com/office/drawing/2014/main" id="{F3C1E6F1-E632-FC38-A85A-09A07709B67E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8" name="Isosceles Triangle 917">
                  <a:extLst>
                    <a:ext uri="{FF2B5EF4-FFF2-40B4-BE49-F238E27FC236}">
                      <a16:creationId xmlns:a16="http://schemas.microsoft.com/office/drawing/2014/main" id="{91978F08-8E88-77C3-8D10-1D100084C37A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19" name="Straight Connector 918">
                  <a:extLst>
                    <a:ext uri="{FF2B5EF4-FFF2-40B4-BE49-F238E27FC236}">
                      <a16:creationId xmlns:a16="http://schemas.microsoft.com/office/drawing/2014/main" id="{44D6AAB1-F19D-DDF5-266A-C42FBC66FA09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0" name="Straight Connector 919">
                  <a:extLst>
                    <a:ext uri="{FF2B5EF4-FFF2-40B4-BE49-F238E27FC236}">
                      <a16:creationId xmlns:a16="http://schemas.microsoft.com/office/drawing/2014/main" id="{2321EEA4-526A-DB16-0310-78E1AEB1C0F5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1" name="Straight Connector 920">
                  <a:extLst>
                    <a:ext uri="{FF2B5EF4-FFF2-40B4-BE49-F238E27FC236}">
                      <a16:creationId xmlns:a16="http://schemas.microsoft.com/office/drawing/2014/main" id="{88BE9FA9-3A5A-04D1-6AB2-51E89183AA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2" name="Straight Connector 921">
                  <a:extLst>
                    <a:ext uri="{FF2B5EF4-FFF2-40B4-BE49-F238E27FC236}">
                      <a16:creationId xmlns:a16="http://schemas.microsoft.com/office/drawing/2014/main" id="{D168119C-BE0F-9B62-4DB3-B9F352EC91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3" name="Straight Connector 922">
                  <a:extLst>
                    <a:ext uri="{FF2B5EF4-FFF2-40B4-BE49-F238E27FC236}">
                      <a16:creationId xmlns:a16="http://schemas.microsoft.com/office/drawing/2014/main" id="{5A88667B-361F-8997-9CB4-F6A15CD9A9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4" name="Straight Connector 923">
                  <a:extLst>
                    <a:ext uri="{FF2B5EF4-FFF2-40B4-BE49-F238E27FC236}">
                      <a16:creationId xmlns:a16="http://schemas.microsoft.com/office/drawing/2014/main" id="{F38348C8-F7EE-E9C0-3A0C-DA2E11BBE1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74" name="Group 873">
              <a:extLst>
                <a:ext uri="{FF2B5EF4-FFF2-40B4-BE49-F238E27FC236}">
                  <a16:creationId xmlns:a16="http://schemas.microsoft.com/office/drawing/2014/main" id="{D21F3C07-ACB5-AD14-4A5C-55A4D5AFF35F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875" name="Straight Connector 874">
                <a:extLst>
                  <a:ext uri="{FF2B5EF4-FFF2-40B4-BE49-F238E27FC236}">
                    <a16:creationId xmlns:a16="http://schemas.microsoft.com/office/drawing/2014/main" id="{17F3ECEC-F59B-CD6B-2BBE-16FD5566BD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876" name="Group 875">
                <a:extLst>
                  <a:ext uri="{FF2B5EF4-FFF2-40B4-BE49-F238E27FC236}">
                    <a16:creationId xmlns:a16="http://schemas.microsoft.com/office/drawing/2014/main" id="{E5B244E3-63A3-E6E8-4F85-05B14C116DEF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882" name="Straight Connector 881">
                  <a:extLst>
                    <a:ext uri="{FF2B5EF4-FFF2-40B4-BE49-F238E27FC236}">
                      <a16:creationId xmlns:a16="http://schemas.microsoft.com/office/drawing/2014/main" id="{30C2D793-B58D-6EA6-ED7F-F4EE70EEF2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83" name="Straight Connector 882">
                  <a:extLst>
                    <a:ext uri="{FF2B5EF4-FFF2-40B4-BE49-F238E27FC236}">
                      <a16:creationId xmlns:a16="http://schemas.microsoft.com/office/drawing/2014/main" id="{EA654E5D-D0DC-602A-A40A-2D8A3DF80AEE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4" name="Straight Connector 883">
                  <a:extLst>
                    <a:ext uri="{FF2B5EF4-FFF2-40B4-BE49-F238E27FC236}">
                      <a16:creationId xmlns:a16="http://schemas.microsoft.com/office/drawing/2014/main" id="{F0BEDA2B-77D2-25B6-4ED2-C217101868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85" name="Straight Connector 884">
                  <a:extLst>
                    <a:ext uri="{FF2B5EF4-FFF2-40B4-BE49-F238E27FC236}">
                      <a16:creationId xmlns:a16="http://schemas.microsoft.com/office/drawing/2014/main" id="{4C7D080F-760B-9663-6FDC-7159A64BF0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86" name="Straight Connector 885">
                  <a:extLst>
                    <a:ext uri="{FF2B5EF4-FFF2-40B4-BE49-F238E27FC236}">
                      <a16:creationId xmlns:a16="http://schemas.microsoft.com/office/drawing/2014/main" id="{CD6AB3A8-24AF-F9A8-27B3-CCC35F19F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87" name="Group 886">
                  <a:extLst>
                    <a:ext uri="{FF2B5EF4-FFF2-40B4-BE49-F238E27FC236}">
                      <a16:creationId xmlns:a16="http://schemas.microsoft.com/office/drawing/2014/main" id="{2419DAE9-ACD5-F77C-28F8-A7EDC35611FE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908" name="Straight Connector 907">
                    <a:extLst>
                      <a:ext uri="{FF2B5EF4-FFF2-40B4-BE49-F238E27FC236}">
                        <a16:creationId xmlns:a16="http://schemas.microsoft.com/office/drawing/2014/main" id="{20D8EBA4-8A5B-8ACF-9A51-20FD2E1DC6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9" name="Straight Connector 908">
                    <a:extLst>
                      <a:ext uri="{FF2B5EF4-FFF2-40B4-BE49-F238E27FC236}">
                        <a16:creationId xmlns:a16="http://schemas.microsoft.com/office/drawing/2014/main" id="{42C5E484-FEC7-0D06-AC4B-DF44B93526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0" name="Straight Connector 909">
                    <a:extLst>
                      <a:ext uri="{FF2B5EF4-FFF2-40B4-BE49-F238E27FC236}">
                        <a16:creationId xmlns:a16="http://schemas.microsoft.com/office/drawing/2014/main" id="{F0CAD63A-CA51-14DA-F6C5-E802338FB7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88" name="Group 887">
                  <a:extLst>
                    <a:ext uri="{FF2B5EF4-FFF2-40B4-BE49-F238E27FC236}">
                      <a16:creationId xmlns:a16="http://schemas.microsoft.com/office/drawing/2014/main" id="{60948F84-75C0-FAD8-BA2E-C46C8138447A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905" name="Straight Connector 904">
                    <a:extLst>
                      <a:ext uri="{FF2B5EF4-FFF2-40B4-BE49-F238E27FC236}">
                        <a16:creationId xmlns:a16="http://schemas.microsoft.com/office/drawing/2014/main" id="{3C078403-4D52-E045-0067-227CFE6958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6" name="Straight Connector 905">
                    <a:extLst>
                      <a:ext uri="{FF2B5EF4-FFF2-40B4-BE49-F238E27FC236}">
                        <a16:creationId xmlns:a16="http://schemas.microsoft.com/office/drawing/2014/main" id="{69726670-4038-EB0B-7E7F-E4F0CD0931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7" name="Straight Connector 906">
                    <a:extLst>
                      <a:ext uri="{FF2B5EF4-FFF2-40B4-BE49-F238E27FC236}">
                        <a16:creationId xmlns:a16="http://schemas.microsoft.com/office/drawing/2014/main" id="{94855669-C33E-13DB-42D6-9722FF8762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89" name="Group 888">
                  <a:extLst>
                    <a:ext uri="{FF2B5EF4-FFF2-40B4-BE49-F238E27FC236}">
                      <a16:creationId xmlns:a16="http://schemas.microsoft.com/office/drawing/2014/main" id="{B480914F-2EDD-4980-705A-60DF91C35FB4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902" name="Straight Connector 901">
                    <a:extLst>
                      <a:ext uri="{FF2B5EF4-FFF2-40B4-BE49-F238E27FC236}">
                        <a16:creationId xmlns:a16="http://schemas.microsoft.com/office/drawing/2014/main" id="{95813FF5-E59D-525D-A0CD-4CF005AA69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3" name="Straight Connector 902">
                    <a:extLst>
                      <a:ext uri="{FF2B5EF4-FFF2-40B4-BE49-F238E27FC236}">
                        <a16:creationId xmlns:a16="http://schemas.microsoft.com/office/drawing/2014/main" id="{6A0C40BC-2AE3-C34A-3E1C-CB6A308100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4" name="Straight Connector 903">
                    <a:extLst>
                      <a:ext uri="{FF2B5EF4-FFF2-40B4-BE49-F238E27FC236}">
                        <a16:creationId xmlns:a16="http://schemas.microsoft.com/office/drawing/2014/main" id="{9AD11E5E-0A35-60A4-D297-3C2B46F436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0" name="Group 889">
                  <a:extLst>
                    <a:ext uri="{FF2B5EF4-FFF2-40B4-BE49-F238E27FC236}">
                      <a16:creationId xmlns:a16="http://schemas.microsoft.com/office/drawing/2014/main" id="{96063917-E237-8FD8-DE44-02673053AC36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899" name="Straight Connector 898">
                    <a:extLst>
                      <a:ext uri="{FF2B5EF4-FFF2-40B4-BE49-F238E27FC236}">
                        <a16:creationId xmlns:a16="http://schemas.microsoft.com/office/drawing/2014/main" id="{09E63F65-C991-EE54-F5B5-D7713DE551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0" name="Straight Connector 899">
                    <a:extLst>
                      <a:ext uri="{FF2B5EF4-FFF2-40B4-BE49-F238E27FC236}">
                        <a16:creationId xmlns:a16="http://schemas.microsoft.com/office/drawing/2014/main" id="{E0170EE9-488F-849A-352B-E6568C8D3C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1" name="Straight Connector 900">
                    <a:extLst>
                      <a:ext uri="{FF2B5EF4-FFF2-40B4-BE49-F238E27FC236}">
                        <a16:creationId xmlns:a16="http://schemas.microsoft.com/office/drawing/2014/main" id="{361F67C0-217A-3D1F-EF02-F8CE18BA51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1" name="Group 890">
                  <a:extLst>
                    <a:ext uri="{FF2B5EF4-FFF2-40B4-BE49-F238E27FC236}">
                      <a16:creationId xmlns:a16="http://schemas.microsoft.com/office/drawing/2014/main" id="{36B46103-BD23-0FC7-9C55-331C494A48B5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893" name="Straight Connector 892">
                    <a:extLst>
                      <a:ext uri="{FF2B5EF4-FFF2-40B4-BE49-F238E27FC236}">
                        <a16:creationId xmlns:a16="http://schemas.microsoft.com/office/drawing/2014/main" id="{E0090E72-2FF8-D5AC-A489-A56DA114B2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4" name="Straight Connector 893">
                    <a:extLst>
                      <a:ext uri="{FF2B5EF4-FFF2-40B4-BE49-F238E27FC236}">
                        <a16:creationId xmlns:a16="http://schemas.microsoft.com/office/drawing/2014/main" id="{3ACF3B7D-809A-C393-68A6-B849FC04E8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5" name="Straight Connector 894">
                    <a:extLst>
                      <a:ext uri="{FF2B5EF4-FFF2-40B4-BE49-F238E27FC236}">
                        <a16:creationId xmlns:a16="http://schemas.microsoft.com/office/drawing/2014/main" id="{D157F60F-73FD-3D14-D0FF-F1B04974B0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6" name="Straight Connector 895">
                    <a:extLst>
                      <a:ext uri="{FF2B5EF4-FFF2-40B4-BE49-F238E27FC236}">
                        <a16:creationId xmlns:a16="http://schemas.microsoft.com/office/drawing/2014/main" id="{E56F354C-A162-264A-C4FB-5B629FACAD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7" name="Straight Connector 896">
                    <a:extLst>
                      <a:ext uri="{FF2B5EF4-FFF2-40B4-BE49-F238E27FC236}">
                        <a16:creationId xmlns:a16="http://schemas.microsoft.com/office/drawing/2014/main" id="{1CC9DABC-6FF0-8B31-00C2-A1368BC6B4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8" name="Straight Connector 897">
                    <a:extLst>
                      <a:ext uri="{FF2B5EF4-FFF2-40B4-BE49-F238E27FC236}">
                        <a16:creationId xmlns:a16="http://schemas.microsoft.com/office/drawing/2014/main" id="{6A6021C2-A231-667F-7E68-122206CC87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92" name="Straight Connector 891">
                  <a:extLst>
                    <a:ext uri="{FF2B5EF4-FFF2-40B4-BE49-F238E27FC236}">
                      <a16:creationId xmlns:a16="http://schemas.microsoft.com/office/drawing/2014/main" id="{493F9F24-5518-7CB4-CB0F-7B28E63CCC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7" name="Straight Connector 876">
                <a:extLst>
                  <a:ext uri="{FF2B5EF4-FFF2-40B4-BE49-F238E27FC236}">
                    <a16:creationId xmlns:a16="http://schemas.microsoft.com/office/drawing/2014/main" id="{FC3F413C-2FE6-6EBC-40E7-C1B240F8FAE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78" name="Straight Connector 877">
                <a:extLst>
                  <a:ext uri="{FF2B5EF4-FFF2-40B4-BE49-F238E27FC236}">
                    <a16:creationId xmlns:a16="http://schemas.microsoft.com/office/drawing/2014/main" id="{5A8C2F2E-B463-4306-4948-F0C055E4B0D4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79" name="Straight Connector 878">
                <a:extLst>
                  <a:ext uri="{FF2B5EF4-FFF2-40B4-BE49-F238E27FC236}">
                    <a16:creationId xmlns:a16="http://schemas.microsoft.com/office/drawing/2014/main" id="{E5C27ACD-6316-B82E-806F-405556294998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80" name="Straight Connector 879">
                <a:extLst>
                  <a:ext uri="{FF2B5EF4-FFF2-40B4-BE49-F238E27FC236}">
                    <a16:creationId xmlns:a16="http://schemas.microsoft.com/office/drawing/2014/main" id="{F39E30EC-0912-0820-3678-EB18A41CFEE5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81" name="Straight Connector 880">
                <a:extLst>
                  <a:ext uri="{FF2B5EF4-FFF2-40B4-BE49-F238E27FC236}">
                    <a16:creationId xmlns:a16="http://schemas.microsoft.com/office/drawing/2014/main" id="{307F4086-CBF1-E2B8-9181-69D9903B3D28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51" name="Group 950">
            <a:extLst>
              <a:ext uri="{FF2B5EF4-FFF2-40B4-BE49-F238E27FC236}">
                <a16:creationId xmlns:a16="http://schemas.microsoft.com/office/drawing/2014/main" id="{A2DD55AF-55EE-22F2-8025-65881096BE2B}"/>
              </a:ext>
            </a:extLst>
          </p:cNvPr>
          <p:cNvGrpSpPr>
            <a:grpSpLocks noChangeAspect="1"/>
          </p:cNvGrpSpPr>
          <p:nvPr/>
        </p:nvGrpSpPr>
        <p:grpSpPr>
          <a:xfrm>
            <a:off x="5313758" y="494118"/>
            <a:ext cx="2951010" cy="2743200"/>
            <a:chOff x="2970622" y="462512"/>
            <a:chExt cx="6579000" cy="6115708"/>
          </a:xfrm>
        </p:grpSpPr>
        <p:grpSp>
          <p:nvGrpSpPr>
            <p:cNvPr id="952" name="Group 951">
              <a:extLst>
                <a:ext uri="{FF2B5EF4-FFF2-40B4-BE49-F238E27FC236}">
                  <a16:creationId xmlns:a16="http://schemas.microsoft.com/office/drawing/2014/main" id="{B591A520-E6F6-5AEF-CE76-FA67854190CC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990" name="Straight Connector 989">
                <a:extLst>
                  <a:ext uri="{FF2B5EF4-FFF2-40B4-BE49-F238E27FC236}">
                    <a16:creationId xmlns:a16="http://schemas.microsoft.com/office/drawing/2014/main" id="{1AB7A515-0738-57CC-FDB3-4D926CDF88E4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91" name="Group 990">
                <a:extLst>
                  <a:ext uri="{FF2B5EF4-FFF2-40B4-BE49-F238E27FC236}">
                    <a16:creationId xmlns:a16="http://schemas.microsoft.com/office/drawing/2014/main" id="{BCD53748-F011-9621-F29E-5D03BD6EE87F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992" name="Group 991">
                  <a:extLst>
                    <a:ext uri="{FF2B5EF4-FFF2-40B4-BE49-F238E27FC236}">
                      <a16:creationId xmlns:a16="http://schemas.microsoft.com/office/drawing/2014/main" id="{D3B16B53-0002-66A8-76C1-56A526338A0F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1004" name="Group 1003">
                    <a:extLst>
                      <a:ext uri="{FF2B5EF4-FFF2-40B4-BE49-F238E27FC236}">
                        <a16:creationId xmlns:a16="http://schemas.microsoft.com/office/drawing/2014/main" id="{E7C81847-F2ED-5B8E-E601-0FF06096F55B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1010" name="Group 1009">
                      <a:extLst>
                        <a:ext uri="{FF2B5EF4-FFF2-40B4-BE49-F238E27FC236}">
                          <a16:creationId xmlns:a16="http://schemas.microsoft.com/office/drawing/2014/main" id="{04399082-27E4-06E5-98BB-EB791A083F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1023" name="Oval 1022">
                        <a:extLst>
                          <a:ext uri="{FF2B5EF4-FFF2-40B4-BE49-F238E27FC236}">
                            <a16:creationId xmlns:a16="http://schemas.microsoft.com/office/drawing/2014/main" id="{47C9B057-9F56-317F-8495-03F00AD36C8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1024" name="Straight Connector 1023">
                        <a:extLst>
                          <a:ext uri="{FF2B5EF4-FFF2-40B4-BE49-F238E27FC236}">
                            <a16:creationId xmlns:a16="http://schemas.microsoft.com/office/drawing/2014/main" id="{DA943FC0-5E1D-635A-F59D-E45A88DC0A3D}"/>
                          </a:ext>
                        </a:extLst>
                      </p:cNvPr>
                      <p:cNvCxnSpPr>
                        <a:stCxn id="1023" idx="0"/>
                        <a:endCxn id="1023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5" name="Straight Connector 1024">
                        <a:extLst>
                          <a:ext uri="{FF2B5EF4-FFF2-40B4-BE49-F238E27FC236}">
                            <a16:creationId xmlns:a16="http://schemas.microsoft.com/office/drawing/2014/main" id="{D44319C2-8A33-DD1C-59E6-21A9E10788A9}"/>
                          </a:ext>
                        </a:extLst>
                      </p:cNvPr>
                      <p:cNvCxnSpPr>
                        <a:stCxn id="1023" idx="2"/>
                        <a:endCxn id="1023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6" name="Straight Connector 1025">
                        <a:extLst>
                          <a:ext uri="{FF2B5EF4-FFF2-40B4-BE49-F238E27FC236}">
                            <a16:creationId xmlns:a16="http://schemas.microsoft.com/office/drawing/2014/main" id="{8AB2BB51-563A-8485-0263-02888874EC8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7" name="Straight Connector 1026">
                        <a:extLst>
                          <a:ext uri="{FF2B5EF4-FFF2-40B4-BE49-F238E27FC236}">
                            <a16:creationId xmlns:a16="http://schemas.microsoft.com/office/drawing/2014/main" id="{7449B9D8-C329-5AA2-9F59-01DEE81A275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8" name="Straight Connector 1027">
                        <a:extLst>
                          <a:ext uri="{FF2B5EF4-FFF2-40B4-BE49-F238E27FC236}">
                            <a16:creationId xmlns:a16="http://schemas.microsoft.com/office/drawing/2014/main" id="{97D0069D-25A9-7A13-6E05-081936FFCFB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9" name="Straight Connector 1028">
                        <a:extLst>
                          <a:ext uri="{FF2B5EF4-FFF2-40B4-BE49-F238E27FC236}">
                            <a16:creationId xmlns:a16="http://schemas.microsoft.com/office/drawing/2014/main" id="{C2C59687-1DAE-9C8D-D46F-F13A502F88F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011" name="Straight Connector 1010">
                      <a:extLst>
                        <a:ext uri="{FF2B5EF4-FFF2-40B4-BE49-F238E27FC236}">
                          <a16:creationId xmlns:a16="http://schemas.microsoft.com/office/drawing/2014/main" id="{5442D50E-16FC-D551-6866-4999BB1ED540}"/>
                        </a:ext>
                      </a:extLst>
                    </p:cNvPr>
                    <p:cNvCxnSpPr>
                      <a:endCxn id="1023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2" name="Straight Connector 1011">
                      <a:extLst>
                        <a:ext uri="{FF2B5EF4-FFF2-40B4-BE49-F238E27FC236}">
                          <a16:creationId xmlns:a16="http://schemas.microsoft.com/office/drawing/2014/main" id="{2D33C6F2-8CAE-4817-890F-9ED1E37FBF30}"/>
                        </a:ext>
                      </a:extLst>
                    </p:cNvPr>
                    <p:cNvCxnSpPr>
                      <a:stCxn id="1023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3" name="Straight Connector 1012">
                      <a:extLst>
                        <a:ext uri="{FF2B5EF4-FFF2-40B4-BE49-F238E27FC236}">
                          <a16:creationId xmlns:a16="http://schemas.microsoft.com/office/drawing/2014/main" id="{0A406CCD-5C2B-BE6B-CEBC-9FDF5B4E2A35}"/>
                        </a:ext>
                      </a:extLst>
                    </p:cNvPr>
                    <p:cNvCxnSpPr>
                      <a:stCxn id="1023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4" name="Straight Connector 1013">
                      <a:extLst>
                        <a:ext uri="{FF2B5EF4-FFF2-40B4-BE49-F238E27FC236}">
                          <a16:creationId xmlns:a16="http://schemas.microsoft.com/office/drawing/2014/main" id="{E3854B21-86C9-522E-7F6E-C7256F95FDF1}"/>
                        </a:ext>
                      </a:extLst>
                    </p:cNvPr>
                    <p:cNvCxnSpPr>
                      <a:stCxn id="1023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5" name="Straight Connector 1014">
                      <a:extLst>
                        <a:ext uri="{FF2B5EF4-FFF2-40B4-BE49-F238E27FC236}">
                          <a16:creationId xmlns:a16="http://schemas.microsoft.com/office/drawing/2014/main" id="{6C9CB003-93F0-261E-9CA6-A4ADEFA9478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6" name="Straight Connector 1015">
                      <a:extLst>
                        <a:ext uri="{FF2B5EF4-FFF2-40B4-BE49-F238E27FC236}">
                          <a16:creationId xmlns:a16="http://schemas.microsoft.com/office/drawing/2014/main" id="{6F814783-8499-5F3D-6F12-BBB7E1C23CD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7" name="Straight Connector 1016">
                      <a:extLst>
                        <a:ext uri="{FF2B5EF4-FFF2-40B4-BE49-F238E27FC236}">
                          <a16:creationId xmlns:a16="http://schemas.microsoft.com/office/drawing/2014/main" id="{4814343A-357F-8F3F-D204-3730348360C2}"/>
                        </a:ext>
                      </a:extLst>
                    </p:cNvPr>
                    <p:cNvCxnSpPr>
                      <a:stCxn id="1023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8" name="Straight Connector 1017">
                      <a:extLst>
                        <a:ext uri="{FF2B5EF4-FFF2-40B4-BE49-F238E27FC236}">
                          <a16:creationId xmlns:a16="http://schemas.microsoft.com/office/drawing/2014/main" id="{0315E6EE-E10B-5770-1F74-871C384587B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9" name="Straight Connector 1018">
                      <a:extLst>
                        <a:ext uri="{FF2B5EF4-FFF2-40B4-BE49-F238E27FC236}">
                          <a16:creationId xmlns:a16="http://schemas.microsoft.com/office/drawing/2014/main" id="{B22C4B25-513A-4EC0-4DB2-9251C2FB8C8D}"/>
                        </a:ext>
                      </a:extLst>
                    </p:cNvPr>
                    <p:cNvCxnSpPr>
                      <a:endCxn id="1023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0" name="Straight Connector 1019">
                      <a:extLst>
                        <a:ext uri="{FF2B5EF4-FFF2-40B4-BE49-F238E27FC236}">
                          <a16:creationId xmlns:a16="http://schemas.microsoft.com/office/drawing/2014/main" id="{5AEE849E-58D6-4E0A-DB35-469F71537049}"/>
                        </a:ext>
                      </a:extLst>
                    </p:cNvPr>
                    <p:cNvCxnSpPr>
                      <a:stCxn id="1023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1" name="Straight Connector 1020">
                      <a:extLst>
                        <a:ext uri="{FF2B5EF4-FFF2-40B4-BE49-F238E27FC236}">
                          <a16:creationId xmlns:a16="http://schemas.microsoft.com/office/drawing/2014/main" id="{4400EB29-41C7-EC76-1058-3C64ECE0C7B9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2" name="Straight Connector 1021">
                      <a:extLst>
                        <a:ext uri="{FF2B5EF4-FFF2-40B4-BE49-F238E27FC236}">
                          <a16:creationId xmlns:a16="http://schemas.microsoft.com/office/drawing/2014/main" id="{5709D433-ED7B-3B01-E13D-12FFEF061093}"/>
                        </a:ext>
                      </a:extLst>
                    </p:cNvPr>
                    <p:cNvCxnSpPr>
                      <a:endCxn id="1023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005" name="Straight Connector 1004">
                    <a:extLst>
                      <a:ext uri="{FF2B5EF4-FFF2-40B4-BE49-F238E27FC236}">
                        <a16:creationId xmlns:a16="http://schemas.microsoft.com/office/drawing/2014/main" id="{15F8D3AA-081E-AAE7-FD36-DC469013FA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6" name="Straight Connector 1005">
                    <a:extLst>
                      <a:ext uri="{FF2B5EF4-FFF2-40B4-BE49-F238E27FC236}">
                        <a16:creationId xmlns:a16="http://schemas.microsoft.com/office/drawing/2014/main" id="{CDB5E9CA-AFD1-3886-65D2-6CDE213E7A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7" name="Straight Connector 1006">
                    <a:extLst>
                      <a:ext uri="{FF2B5EF4-FFF2-40B4-BE49-F238E27FC236}">
                        <a16:creationId xmlns:a16="http://schemas.microsoft.com/office/drawing/2014/main" id="{DC68C772-CE29-9570-5CBF-0473FB2B77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8" name="Straight Connector 1007">
                    <a:extLst>
                      <a:ext uri="{FF2B5EF4-FFF2-40B4-BE49-F238E27FC236}">
                        <a16:creationId xmlns:a16="http://schemas.microsoft.com/office/drawing/2014/main" id="{C6E6E6D4-032C-3D27-1674-0029E73F4A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9" name="Straight Connector 1008">
                    <a:extLst>
                      <a:ext uri="{FF2B5EF4-FFF2-40B4-BE49-F238E27FC236}">
                        <a16:creationId xmlns:a16="http://schemas.microsoft.com/office/drawing/2014/main" id="{52E5B1CA-182B-B59B-9E94-B7F38CD87E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93" name="Oval 992">
                  <a:extLst>
                    <a:ext uri="{FF2B5EF4-FFF2-40B4-BE49-F238E27FC236}">
                      <a16:creationId xmlns:a16="http://schemas.microsoft.com/office/drawing/2014/main" id="{D85DD4CD-993C-D7AB-D1F3-296746831C6E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4" name="Isosceles Triangle 993">
                  <a:extLst>
                    <a:ext uri="{FF2B5EF4-FFF2-40B4-BE49-F238E27FC236}">
                      <a16:creationId xmlns:a16="http://schemas.microsoft.com/office/drawing/2014/main" id="{5172D95A-503D-4A2B-F117-5622D8C71451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5" name="Isosceles Triangle 994">
                  <a:extLst>
                    <a:ext uri="{FF2B5EF4-FFF2-40B4-BE49-F238E27FC236}">
                      <a16:creationId xmlns:a16="http://schemas.microsoft.com/office/drawing/2014/main" id="{A1A163D3-4766-2F8E-E595-C15CD8E63A42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6" name="Isosceles Triangle 995">
                  <a:extLst>
                    <a:ext uri="{FF2B5EF4-FFF2-40B4-BE49-F238E27FC236}">
                      <a16:creationId xmlns:a16="http://schemas.microsoft.com/office/drawing/2014/main" id="{A3F3130A-A6E7-7C9C-B884-BB035846C50D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7" name="Isosceles Triangle 996">
                  <a:extLst>
                    <a:ext uri="{FF2B5EF4-FFF2-40B4-BE49-F238E27FC236}">
                      <a16:creationId xmlns:a16="http://schemas.microsoft.com/office/drawing/2014/main" id="{2FBA6757-BF39-598F-EECA-364300026D16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98" name="Straight Connector 997">
                  <a:extLst>
                    <a:ext uri="{FF2B5EF4-FFF2-40B4-BE49-F238E27FC236}">
                      <a16:creationId xmlns:a16="http://schemas.microsoft.com/office/drawing/2014/main" id="{B1D8279D-CB31-5A16-6F79-2C84DA6BA585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9" name="Straight Connector 998">
                  <a:extLst>
                    <a:ext uri="{FF2B5EF4-FFF2-40B4-BE49-F238E27FC236}">
                      <a16:creationId xmlns:a16="http://schemas.microsoft.com/office/drawing/2014/main" id="{F0016CD5-9CC4-E44A-E210-20ED3459124E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0" name="Straight Connector 999">
                  <a:extLst>
                    <a:ext uri="{FF2B5EF4-FFF2-40B4-BE49-F238E27FC236}">
                      <a16:creationId xmlns:a16="http://schemas.microsoft.com/office/drawing/2014/main" id="{92629DE8-A9DA-AFA0-824D-DAC4E8EA64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1" name="Straight Connector 1000">
                  <a:extLst>
                    <a:ext uri="{FF2B5EF4-FFF2-40B4-BE49-F238E27FC236}">
                      <a16:creationId xmlns:a16="http://schemas.microsoft.com/office/drawing/2014/main" id="{1496EA63-1B87-B7E5-80C4-5B47FB3C59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2" name="Straight Connector 1001">
                  <a:extLst>
                    <a:ext uri="{FF2B5EF4-FFF2-40B4-BE49-F238E27FC236}">
                      <a16:creationId xmlns:a16="http://schemas.microsoft.com/office/drawing/2014/main" id="{3A2F0DD1-081F-3E27-6AD7-73C739CEEB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3" name="Straight Connector 1002">
                  <a:extLst>
                    <a:ext uri="{FF2B5EF4-FFF2-40B4-BE49-F238E27FC236}">
                      <a16:creationId xmlns:a16="http://schemas.microsoft.com/office/drawing/2014/main" id="{BD4CC661-4968-9646-602E-37ABB02EF6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53" name="Group 952">
              <a:extLst>
                <a:ext uri="{FF2B5EF4-FFF2-40B4-BE49-F238E27FC236}">
                  <a16:creationId xmlns:a16="http://schemas.microsoft.com/office/drawing/2014/main" id="{2F044EB5-F47D-E1C0-832E-0C7A82DF63B8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954" name="Straight Connector 953">
                <a:extLst>
                  <a:ext uri="{FF2B5EF4-FFF2-40B4-BE49-F238E27FC236}">
                    <a16:creationId xmlns:a16="http://schemas.microsoft.com/office/drawing/2014/main" id="{EA307E21-A024-6FAD-474D-C20ECA121F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955" name="Group 954">
                <a:extLst>
                  <a:ext uri="{FF2B5EF4-FFF2-40B4-BE49-F238E27FC236}">
                    <a16:creationId xmlns:a16="http://schemas.microsoft.com/office/drawing/2014/main" id="{90D0F8AB-F83C-6C71-05B0-303566EF4FF7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B5CEF48F-F073-E722-6BE6-B7A73FC38E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62" name="Straight Connector 961">
                  <a:extLst>
                    <a:ext uri="{FF2B5EF4-FFF2-40B4-BE49-F238E27FC236}">
                      <a16:creationId xmlns:a16="http://schemas.microsoft.com/office/drawing/2014/main" id="{340DB598-D072-89D0-AEBD-697EB1882E5D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3" name="Straight Connector 962">
                  <a:extLst>
                    <a:ext uri="{FF2B5EF4-FFF2-40B4-BE49-F238E27FC236}">
                      <a16:creationId xmlns:a16="http://schemas.microsoft.com/office/drawing/2014/main" id="{A4B305B1-C7DD-3C97-CCA0-22CF3DB00A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64" name="Straight Connector 963">
                  <a:extLst>
                    <a:ext uri="{FF2B5EF4-FFF2-40B4-BE49-F238E27FC236}">
                      <a16:creationId xmlns:a16="http://schemas.microsoft.com/office/drawing/2014/main" id="{949432B5-2F27-05AB-D4FC-315A47A0FC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65" name="Straight Connector 964">
                  <a:extLst>
                    <a:ext uri="{FF2B5EF4-FFF2-40B4-BE49-F238E27FC236}">
                      <a16:creationId xmlns:a16="http://schemas.microsoft.com/office/drawing/2014/main" id="{D6DDE2F1-F772-0F9D-F4C7-54C79C0C98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66" name="Group 965">
                  <a:extLst>
                    <a:ext uri="{FF2B5EF4-FFF2-40B4-BE49-F238E27FC236}">
                      <a16:creationId xmlns:a16="http://schemas.microsoft.com/office/drawing/2014/main" id="{E9A01D07-990F-DC7B-CCD1-05D8CE244876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987" name="Straight Connector 986">
                    <a:extLst>
                      <a:ext uri="{FF2B5EF4-FFF2-40B4-BE49-F238E27FC236}">
                        <a16:creationId xmlns:a16="http://schemas.microsoft.com/office/drawing/2014/main" id="{2314D67C-450A-B0E4-848B-CF3EA37EAB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8" name="Straight Connector 987">
                    <a:extLst>
                      <a:ext uri="{FF2B5EF4-FFF2-40B4-BE49-F238E27FC236}">
                        <a16:creationId xmlns:a16="http://schemas.microsoft.com/office/drawing/2014/main" id="{0BDFB9D4-16A7-D9E4-44F5-ABDBFDF3B1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9" name="Straight Connector 988">
                    <a:extLst>
                      <a:ext uri="{FF2B5EF4-FFF2-40B4-BE49-F238E27FC236}">
                        <a16:creationId xmlns:a16="http://schemas.microsoft.com/office/drawing/2014/main" id="{77D68F46-E990-D16C-C018-BC4DD84A75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67" name="Group 966">
                  <a:extLst>
                    <a:ext uri="{FF2B5EF4-FFF2-40B4-BE49-F238E27FC236}">
                      <a16:creationId xmlns:a16="http://schemas.microsoft.com/office/drawing/2014/main" id="{6ACCBF88-8A7B-5039-5911-95C10B2FA765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984" name="Straight Connector 983">
                    <a:extLst>
                      <a:ext uri="{FF2B5EF4-FFF2-40B4-BE49-F238E27FC236}">
                        <a16:creationId xmlns:a16="http://schemas.microsoft.com/office/drawing/2014/main" id="{D2B784C3-7BF5-7682-A74B-06C16472E6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5" name="Straight Connector 984">
                    <a:extLst>
                      <a:ext uri="{FF2B5EF4-FFF2-40B4-BE49-F238E27FC236}">
                        <a16:creationId xmlns:a16="http://schemas.microsoft.com/office/drawing/2014/main" id="{CABC0774-AADD-EF34-4A56-6906D2C6A9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6" name="Straight Connector 985">
                    <a:extLst>
                      <a:ext uri="{FF2B5EF4-FFF2-40B4-BE49-F238E27FC236}">
                        <a16:creationId xmlns:a16="http://schemas.microsoft.com/office/drawing/2014/main" id="{20CE6123-8D1B-96B6-6589-8ECE3C041C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68" name="Group 967">
                  <a:extLst>
                    <a:ext uri="{FF2B5EF4-FFF2-40B4-BE49-F238E27FC236}">
                      <a16:creationId xmlns:a16="http://schemas.microsoft.com/office/drawing/2014/main" id="{390704DF-3490-2459-2658-2BA705DE7753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981" name="Straight Connector 980">
                    <a:extLst>
                      <a:ext uri="{FF2B5EF4-FFF2-40B4-BE49-F238E27FC236}">
                        <a16:creationId xmlns:a16="http://schemas.microsoft.com/office/drawing/2014/main" id="{C60C68FB-29F5-6BB2-14A9-FA89A91974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2" name="Straight Connector 981">
                    <a:extLst>
                      <a:ext uri="{FF2B5EF4-FFF2-40B4-BE49-F238E27FC236}">
                        <a16:creationId xmlns:a16="http://schemas.microsoft.com/office/drawing/2014/main" id="{C31317DC-3801-B403-89C8-CFFBA3A1D6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3" name="Straight Connector 982">
                    <a:extLst>
                      <a:ext uri="{FF2B5EF4-FFF2-40B4-BE49-F238E27FC236}">
                        <a16:creationId xmlns:a16="http://schemas.microsoft.com/office/drawing/2014/main" id="{B05D73D9-365B-CEF4-54B2-A6EE61F1AE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69" name="Group 968">
                  <a:extLst>
                    <a:ext uri="{FF2B5EF4-FFF2-40B4-BE49-F238E27FC236}">
                      <a16:creationId xmlns:a16="http://schemas.microsoft.com/office/drawing/2014/main" id="{79D5248E-F29F-8C38-5057-411044B55148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978" name="Straight Connector 977">
                    <a:extLst>
                      <a:ext uri="{FF2B5EF4-FFF2-40B4-BE49-F238E27FC236}">
                        <a16:creationId xmlns:a16="http://schemas.microsoft.com/office/drawing/2014/main" id="{1BAECB8B-DAB4-FCE3-904F-AA7B67F365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9" name="Straight Connector 978">
                    <a:extLst>
                      <a:ext uri="{FF2B5EF4-FFF2-40B4-BE49-F238E27FC236}">
                        <a16:creationId xmlns:a16="http://schemas.microsoft.com/office/drawing/2014/main" id="{34AB0B9F-E27A-E333-5493-624A23AF8D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0" name="Straight Connector 979">
                    <a:extLst>
                      <a:ext uri="{FF2B5EF4-FFF2-40B4-BE49-F238E27FC236}">
                        <a16:creationId xmlns:a16="http://schemas.microsoft.com/office/drawing/2014/main" id="{DECDEA3C-AAB1-0FD2-A65E-F0950EE446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70" name="Group 969">
                  <a:extLst>
                    <a:ext uri="{FF2B5EF4-FFF2-40B4-BE49-F238E27FC236}">
                      <a16:creationId xmlns:a16="http://schemas.microsoft.com/office/drawing/2014/main" id="{6C21DDBD-47F7-3332-92DB-E9E39E15E424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972" name="Straight Connector 971">
                    <a:extLst>
                      <a:ext uri="{FF2B5EF4-FFF2-40B4-BE49-F238E27FC236}">
                        <a16:creationId xmlns:a16="http://schemas.microsoft.com/office/drawing/2014/main" id="{B2AB0A0A-7A28-ABB9-1E5A-B15A69A4E0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3" name="Straight Connector 972">
                    <a:extLst>
                      <a:ext uri="{FF2B5EF4-FFF2-40B4-BE49-F238E27FC236}">
                        <a16:creationId xmlns:a16="http://schemas.microsoft.com/office/drawing/2014/main" id="{0B578170-E7D1-B61B-996F-856F4EDC7A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4" name="Straight Connector 973">
                    <a:extLst>
                      <a:ext uri="{FF2B5EF4-FFF2-40B4-BE49-F238E27FC236}">
                        <a16:creationId xmlns:a16="http://schemas.microsoft.com/office/drawing/2014/main" id="{BD5D57DC-0F4C-4B8D-F700-EC3AF8C5B8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5" name="Straight Connector 974">
                    <a:extLst>
                      <a:ext uri="{FF2B5EF4-FFF2-40B4-BE49-F238E27FC236}">
                        <a16:creationId xmlns:a16="http://schemas.microsoft.com/office/drawing/2014/main" id="{2EFC6F0B-1AB3-072B-5997-9502463F1A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6" name="Straight Connector 975">
                    <a:extLst>
                      <a:ext uri="{FF2B5EF4-FFF2-40B4-BE49-F238E27FC236}">
                        <a16:creationId xmlns:a16="http://schemas.microsoft.com/office/drawing/2014/main" id="{3BDD485B-CBBD-9B26-6CB7-AC7BACDA01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7" name="Straight Connector 976">
                    <a:extLst>
                      <a:ext uri="{FF2B5EF4-FFF2-40B4-BE49-F238E27FC236}">
                        <a16:creationId xmlns:a16="http://schemas.microsoft.com/office/drawing/2014/main" id="{E4996452-EA2A-B92A-3E30-D38AA5F48B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71" name="Straight Connector 970">
                  <a:extLst>
                    <a:ext uri="{FF2B5EF4-FFF2-40B4-BE49-F238E27FC236}">
                      <a16:creationId xmlns:a16="http://schemas.microsoft.com/office/drawing/2014/main" id="{D9999CFF-1442-9C94-62E5-BA34A10B06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56" name="Straight Connector 955">
                <a:extLst>
                  <a:ext uri="{FF2B5EF4-FFF2-40B4-BE49-F238E27FC236}">
                    <a16:creationId xmlns:a16="http://schemas.microsoft.com/office/drawing/2014/main" id="{C20F5357-F047-CFCE-E04F-0D3C4A8779C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57" name="Straight Connector 956">
                <a:extLst>
                  <a:ext uri="{FF2B5EF4-FFF2-40B4-BE49-F238E27FC236}">
                    <a16:creationId xmlns:a16="http://schemas.microsoft.com/office/drawing/2014/main" id="{D266DB91-17C4-77BB-BD7F-64E971EC6CC3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58" name="Straight Connector 957">
                <a:extLst>
                  <a:ext uri="{FF2B5EF4-FFF2-40B4-BE49-F238E27FC236}">
                    <a16:creationId xmlns:a16="http://schemas.microsoft.com/office/drawing/2014/main" id="{85D3DFF1-AAD9-6915-EAE5-18AF6A8B0C08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59" name="Straight Connector 958">
                <a:extLst>
                  <a:ext uri="{FF2B5EF4-FFF2-40B4-BE49-F238E27FC236}">
                    <a16:creationId xmlns:a16="http://schemas.microsoft.com/office/drawing/2014/main" id="{37AA8047-4486-B38E-5A79-D029DAA040B3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60" name="Straight Connector 959">
                <a:extLst>
                  <a:ext uri="{FF2B5EF4-FFF2-40B4-BE49-F238E27FC236}">
                    <a16:creationId xmlns:a16="http://schemas.microsoft.com/office/drawing/2014/main" id="{F53E6A11-237E-C8EA-D706-5EC23217C086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0DE9DEEE-6856-54E7-3B63-BA2DFF86F226}"/>
              </a:ext>
            </a:extLst>
          </p:cNvPr>
          <p:cNvGrpSpPr>
            <a:grpSpLocks noChangeAspect="1"/>
          </p:cNvGrpSpPr>
          <p:nvPr/>
        </p:nvGrpSpPr>
        <p:grpSpPr>
          <a:xfrm>
            <a:off x="7447359" y="494118"/>
            <a:ext cx="2951010" cy="2743200"/>
            <a:chOff x="2970622" y="462512"/>
            <a:chExt cx="6579000" cy="6115708"/>
          </a:xfrm>
        </p:grpSpPr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41A4DE37-6FDF-C406-3246-85C8566A2D8F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1069" name="Straight Connector 1068">
                <a:extLst>
                  <a:ext uri="{FF2B5EF4-FFF2-40B4-BE49-F238E27FC236}">
                    <a16:creationId xmlns:a16="http://schemas.microsoft.com/office/drawing/2014/main" id="{DA179038-CFF0-E1AD-CCB7-4358AC1C000B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70" name="Group 1069">
                <a:extLst>
                  <a:ext uri="{FF2B5EF4-FFF2-40B4-BE49-F238E27FC236}">
                    <a16:creationId xmlns:a16="http://schemas.microsoft.com/office/drawing/2014/main" id="{B285C17C-8ED0-9156-77AC-595292256D0A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1071" name="Group 1070">
                  <a:extLst>
                    <a:ext uri="{FF2B5EF4-FFF2-40B4-BE49-F238E27FC236}">
                      <a16:creationId xmlns:a16="http://schemas.microsoft.com/office/drawing/2014/main" id="{C96317CF-C025-D180-EE8F-003CF144B269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1083" name="Group 1082">
                    <a:extLst>
                      <a:ext uri="{FF2B5EF4-FFF2-40B4-BE49-F238E27FC236}">
                        <a16:creationId xmlns:a16="http://schemas.microsoft.com/office/drawing/2014/main" id="{9CA35376-A424-2C90-1294-E6C362184014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1089" name="Group 1088">
                      <a:extLst>
                        <a:ext uri="{FF2B5EF4-FFF2-40B4-BE49-F238E27FC236}">
                          <a16:creationId xmlns:a16="http://schemas.microsoft.com/office/drawing/2014/main" id="{DD169029-A00E-026F-70F5-6992CA6C63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1102" name="Oval 1101">
                        <a:extLst>
                          <a:ext uri="{FF2B5EF4-FFF2-40B4-BE49-F238E27FC236}">
                            <a16:creationId xmlns:a16="http://schemas.microsoft.com/office/drawing/2014/main" id="{D49A27A5-7FE3-088F-F13B-E776E2898E6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1103" name="Straight Connector 1102">
                        <a:extLst>
                          <a:ext uri="{FF2B5EF4-FFF2-40B4-BE49-F238E27FC236}">
                            <a16:creationId xmlns:a16="http://schemas.microsoft.com/office/drawing/2014/main" id="{84C95B76-614C-43A9-38A9-EAE910AACDF5}"/>
                          </a:ext>
                        </a:extLst>
                      </p:cNvPr>
                      <p:cNvCxnSpPr>
                        <a:stCxn id="1102" idx="0"/>
                        <a:endCxn id="1102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4" name="Straight Connector 1103">
                        <a:extLst>
                          <a:ext uri="{FF2B5EF4-FFF2-40B4-BE49-F238E27FC236}">
                            <a16:creationId xmlns:a16="http://schemas.microsoft.com/office/drawing/2014/main" id="{04E45B3F-3390-C8B8-E4EB-0C3FADEE3B3D}"/>
                          </a:ext>
                        </a:extLst>
                      </p:cNvPr>
                      <p:cNvCxnSpPr>
                        <a:stCxn id="1102" idx="2"/>
                        <a:endCxn id="1102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5" name="Straight Connector 1104">
                        <a:extLst>
                          <a:ext uri="{FF2B5EF4-FFF2-40B4-BE49-F238E27FC236}">
                            <a16:creationId xmlns:a16="http://schemas.microsoft.com/office/drawing/2014/main" id="{1B6E6211-9AE2-88C2-3618-5BE3D0F3266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6" name="Straight Connector 1105">
                        <a:extLst>
                          <a:ext uri="{FF2B5EF4-FFF2-40B4-BE49-F238E27FC236}">
                            <a16:creationId xmlns:a16="http://schemas.microsoft.com/office/drawing/2014/main" id="{13832260-76AE-CED7-0E0B-8EF9FC113E5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7" name="Straight Connector 1106">
                        <a:extLst>
                          <a:ext uri="{FF2B5EF4-FFF2-40B4-BE49-F238E27FC236}">
                            <a16:creationId xmlns:a16="http://schemas.microsoft.com/office/drawing/2014/main" id="{E11F40E7-7977-D681-A3B7-2420A5AEAE7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8" name="Straight Connector 1107">
                        <a:extLst>
                          <a:ext uri="{FF2B5EF4-FFF2-40B4-BE49-F238E27FC236}">
                            <a16:creationId xmlns:a16="http://schemas.microsoft.com/office/drawing/2014/main" id="{8C689854-2EEC-28AD-0827-7AD304E57D2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090" name="Straight Connector 1089">
                      <a:extLst>
                        <a:ext uri="{FF2B5EF4-FFF2-40B4-BE49-F238E27FC236}">
                          <a16:creationId xmlns:a16="http://schemas.microsoft.com/office/drawing/2014/main" id="{6730CF33-0BAC-E4A1-73C7-3649D86DD793}"/>
                        </a:ext>
                      </a:extLst>
                    </p:cNvPr>
                    <p:cNvCxnSpPr>
                      <a:endCxn id="1102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1" name="Straight Connector 1090">
                      <a:extLst>
                        <a:ext uri="{FF2B5EF4-FFF2-40B4-BE49-F238E27FC236}">
                          <a16:creationId xmlns:a16="http://schemas.microsoft.com/office/drawing/2014/main" id="{DD778756-F129-59B9-D348-2DC65B8E8DAE}"/>
                        </a:ext>
                      </a:extLst>
                    </p:cNvPr>
                    <p:cNvCxnSpPr>
                      <a:stCxn id="1102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2" name="Straight Connector 1091">
                      <a:extLst>
                        <a:ext uri="{FF2B5EF4-FFF2-40B4-BE49-F238E27FC236}">
                          <a16:creationId xmlns:a16="http://schemas.microsoft.com/office/drawing/2014/main" id="{3699ED36-FC08-76B6-36A0-66C8D518948E}"/>
                        </a:ext>
                      </a:extLst>
                    </p:cNvPr>
                    <p:cNvCxnSpPr>
                      <a:stCxn id="1102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3" name="Straight Connector 1092">
                      <a:extLst>
                        <a:ext uri="{FF2B5EF4-FFF2-40B4-BE49-F238E27FC236}">
                          <a16:creationId xmlns:a16="http://schemas.microsoft.com/office/drawing/2014/main" id="{5301445C-14ED-C26E-0E57-11D417FD7EAE}"/>
                        </a:ext>
                      </a:extLst>
                    </p:cNvPr>
                    <p:cNvCxnSpPr>
                      <a:stCxn id="1102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4" name="Straight Connector 1093">
                      <a:extLst>
                        <a:ext uri="{FF2B5EF4-FFF2-40B4-BE49-F238E27FC236}">
                          <a16:creationId xmlns:a16="http://schemas.microsoft.com/office/drawing/2014/main" id="{FF991842-AB45-133B-7CE6-FF001B6ADE9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5" name="Straight Connector 1094">
                      <a:extLst>
                        <a:ext uri="{FF2B5EF4-FFF2-40B4-BE49-F238E27FC236}">
                          <a16:creationId xmlns:a16="http://schemas.microsoft.com/office/drawing/2014/main" id="{686C6114-ACEA-0DA6-64AE-2F9672723A2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6" name="Straight Connector 1095">
                      <a:extLst>
                        <a:ext uri="{FF2B5EF4-FFF2-40B4-BE49-F238E27FC236}">
                          <a16:creationId xmlns:a16="http://schemas.microsoft.com/office/drawing/2014/main" id="{58869C76-C195-77C7-367A-5D9435B4FCD7}"/>
                        </a:ext>
                      </a:extLst>
                    </p:cNvPr>
                    <p:cNvCxnSpPr>
                      <a:stCxn id="1102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7" name="Straight Connector 1096">
                      <a:extLst>
                        <a:ext uri="{FF2B5EF4-FFF2-40B4-BE49-F238E27FC236}">
                          <a16:creationId xmlns:a16="http://schemas.microsoft.com/office/drawing/2014/main" id="{66BEF845-A1D1-6D18-7E4D-9B1D7265180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8" name="Straight Connector 1097">
                      <a:extLst>
                        <a:ext uri="{FF2B5EF4-FFF2-40B4-BE49-F238E27FC236}">
                          <a16:creationId xmlns:a16="http://schemas.microsoft.com/office/drawing/2014/main" id="{F2F5F0A9-17EC-19FD-0CC2-0FF505B2F675}"/>
                        </a:ext>
                      </a:extLst>
                    </p:cNvPr>
                    <p:cNvCxnSpPr>
                      <a:endCxn id="1102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9" name="Straight Connector 1098">
                      <a:extLst>
                        <a:ext uri="{FF2B5EF4-FFF2-40B4-BE49-F238E27FC236}">
                          <a16:creationId xmlns:a16="http://schemas.microsoft.com/office/drawing/2014/main" id="{4F591425-AE58-B66B-C680-02A9EB032EB2}"/>
                        </a:ext>
                      </a:extLst>
                    </p:cNvPr>
                    <p:cNvCxnSpPr>
                      <a:stCxn id="1102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0" name="Straight Connector 1099">
                      <a:extLst>
                        <a:ext uri="{FF2B5EF4-FFF2-40B4-BE49-F238E27FC236}">
                          <a16:creationId xmlns:a16="http://schemas.microsoft.com/office/drawing/2014/main" id="{853FEA56-74A1-A61A-BA2D-17EC5EC12D31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1" name="Straight Connector 1100">
                      <a:extLst>
                        <a:ext uri="{FF2B5EF4-FFF2-40B4-BE49-F238E27FC236}">
                          <a16:creationId xmlns:a16="http://schemas.microsoft.com/office/drawing/2014/main" id="{D55864C9-970B-B3FD-CBCC-E9E7EE8B0559}"/>
                        </a:ext>
                      </a:extLst>
                    </p:cNvPr>
                    <p:cNvCxnSpPr>
                      <a:endCxn id="1102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084" name="Straight Connector 1083">
                    <a:extLst>
                      <a:ext uri="{FF2B5EF4-FFF2-40B4-BE49-F238E27FC236}">
                        <a16:creationId xmlns:a16="http://schemas.microsoft.com/office/drawing/2014/main" id="{1F7D6D9D-CD89-30FA-D4B9-2A076B1771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5" name="Straight Connector 1084">
                    <a:extLst>
                      <a:ext uri="{FF2B5EF4-FFF2-40B4-BE49-F238E27FC236}">
                        <a16:creationId xmlns:a16="http://schemas.microsoft.com/office/drawing/2014/main" id="{8536B8DB-B459-3B08-7DE0-44E0C65D8E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6" name="Straight Connector 1085">
                    <a:extLst>
                      <a:ext uri="{FF2B5EF4-FFF2-40B4-BE49-F238E27FC236}">
                        <a16:creationId xmlns:a16="http://schemas.microsoft.com/office/drawing/2014/main" id="{EE4A89DE-B4D5-AAE0-8BBA-6E8E803847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7" name="Straight Connector 1086">
                    <a:extLst>
                      <a:ext uri="{FF2B5EF4-FFF2-40B4-BE49-F238E27FC236}">
                        <a16:creationId xmlns:a16="http://schemas.microsoft.com/office/drawing/2014/main" id="{69C1FF30-9C21-E06E-3944-8A6D0DCCD3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8" name="Straight Connector 1087">
                    <a:extLst>
                      <a:ext uri="{FF2B5EF4-FFF2-40B4-BE49-F238E27FC236}">
                        <a16:creationId xmlns:a16="http://schemas.microsoft.com/office/drawing/2014/main" id="{04FECB50-E525-1185-5DCE-9149E5962A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72" name="Oval 1071">
                  <a:extLst>
                    <a:ext uri="{FF2B5EF4-FFF2-40B4-BE49-F238E27FC236}">
                      <a16:creationId xmlns:a16="http://schemas.microsoft.com/office/drawing/2014/main" id="{F99AAF9A-2A69-07FC-6072-16A2D34EB3DF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3" name="Isosceles Triangle 1072">
                  <a:extLst>
                    <a:ext uri="{FF2B5EF4-FFF2-40B4-BE49-F238E27FC236}">
                      <a16:creationId xmlns:a16="http://schemas.microsoft.com/office/drawing/2014/main" id="{62C92176-40D1-F8F4-AB88-84869F74A6B7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4" name="Isosceles Triangle 1073">
                  <a:extLst>
                    <a:ext uri="{FF2B5EF4-FFF2-40B4-BE49-F238E27FC236}">
                      <a16:creationId xmlns:a16="http://schemas.microsoft.com/office/drawing/2014/main" id="{ABED1A43-2852-11D0-9918-83839E9235A2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5" name="Isosceles Triangle 1074">
                  <a:extLst>
                    <a:ext uri="{FF2B5EF4-FFF2-40B4-BE49-F238E27FC236}">
                      <a16:creationId xmlns:a16="http://schemas.microsoft.com/office/drawing/2014/main" id="{D7EEFD81-54AD-A559-5AD9-AFDCBBFD1F26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6" name="Isosceles Triangle 1075">
                  <a:extLst>
                    <a:ext uri="{FF2B5EF4-FFF2-40B4-BE49-F238E27FC236}">
                      <a16:creationId xmlns:a16="http://schemas.microsoft.com/office/drawing/2014/main" id="{1EE83310-F172-33E9-D21E-10B19F49CE26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77" name="Straight Connector 1076">
                  <a:extLst>
                    <a:ext uri="{FF2B5EF4-FFF2-40B4-BE49-F238E27FC236}">
                      <a16:creationId xmlns:a16="http://schemas.microsoft.com/office/drawing/2014/main" id="{611262C9-CB62-EFBB-52C6-18E23351016C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8" name="Straight Connector 1077">
                  <a:extLst>
                    <a:ext uri="{FF2B5EF4-FFF2-40B4-BE49-F238E27FC236}">
                      <a16:creationId xmlns:a16="http://schemas.microsoft.com/office/drawing/2014/main" id="{B3AE07BC-5DDE-D6F4-3612-0BFA8EF16E92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9" name="Straight Connector 1078">
                  <a:extLst>
                    <a:ext uri="{FF2B5EF4-FFF2-40B4-BE49-F238E27FC236}">
                      <a16:creationId xmlns:a16="http://schemas.microsoft.com/office/drawing/2014/main" id="{6E05939F-4F3B-7D12-53C2-DF9CA31F2D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0" name="Straight Connector 1079">
                  <a:extLst>
                    <a:ext uri="{FF2B5EF4-FFF2-40B4-BE49-F238E27FC236}">
                      <a16:creationId xmlns:a16="http://schemas.microsoft.com/office/drawing/2014/main" id="{CDE44665-8F0C-AE0E-B627-F45732D11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1" name="Straight Connector 1080">
                  <a:extLst>
                    <a:ext uri="{FF2B5EF4-FFF2-40B4-BE49-F238E27FC236}">
                      <a16:creationId xmlns:a16="http://schemas.microsoft.com/office/drawing/2014/main" id="{3FCBBAFB-0815-2B7A-CCDD-980603FE14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2" name="Straight Connector 1081">
                  <a:extLst>
                    <a:ext uri="{FF2B5EF4-FFF2-40B4-BE49-F238E27FC236}">
                      <a16:creationId xmlns:a16="http://schemas.microsoft.com/office/drawing/2014/main" id="{B3915FDF-C313-EAA2-FC3B-71B47F3446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32" name="Group 1031">
              <a:extLst>
                <a:ext uri="{FF2B5EF4-FFF2-40B4-BE49-F238E27FC236}">
                  <a16:creationId xmlns:a16="http://schemas.microsoft.com/office/drawing/2014/main" id="{B3748324-DE6F-5799-4EB1-CE40F6A47878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1033" name="Straight Connector 1032">
                <a:extLst>
                  <a:ext uri="{FF2B5EF4-FFF2-40B4-BE49-F238E27FC236}">
                    <a16:creationId xmlns:a16="http://schemas.microsoft.com/office/drawing/2014/main" id="{C0C57BD6-115E-0E45-0CB2-0AD7C538DD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034" name="Group 1033">
                <a:extLst>
                  <a:ext uri="{FF2B5EF4-FFF2-40B4-BE49-F238E27FC236}">
                    <a16:creationId xmlns:a16="http://schemas.microsoft.com/office/drawing/2014/main" id="{BE4B4FE4-444A-0D57-CC65-F19E222F5C1F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1040" name="Straight Connector 1039">
                  <a:extLst>
                    <a:ext uri="{FF2B5EF4-FFF2-40B4-BE49-F238E27FC236}">
                      <a16:creationId xmlns:a16="http://schemas.microsoft.com/office/drawing/2014/main" id="{D44BB4EE-16E8-592D-5263-B186B203C9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41" name="Straight Connector 1040">
                  <a:extLst>
                    <a:ext uri="{FF2B5EF4-FFF2-40B4-BE49-F238E27FC236}">
                      <a16:creationId xmlns:a16="http://schemas.microsoft.com/office/drawing/2014/main" id="{89EA4C38-03B9-FE48-9F26-312E838D700B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2" name="Straight Connector 1041">
                  <a:extLst>
                    <a:ext uri="{FF2B5EF4-FFF2-40B4-BE49-F238E27FC236}">
                      <a16:creationId xmlns:a16="http://schemas.microsoft.com/office/drawing/2014/main" id="{932DAD78-B8AB-78B4-026E-987960F624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43" name="Straight Connector 1042">
                  <a:extLst>
                    <a:ext uri="{FF2B5EF4-FFF2-40B4-BE49-F238E27FC236}">
                      <a16:creationId xmlns:a16="http://schemas.microsoft.com/office/drawing/2014/main" id="{EAF9DC7D-3921-DF62-0A51-E026561735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44" name="Straight Connector 1043">
                  <a:extLst>
                    <a:ext uri="{FF2B5EF4-FFF2-40B4-BE49-F238E27FC236}">
                      <a16:creationId xmlns:a16="http://schemas.microsoft.com/office/drawing/2014/main" id="{7C43AFE7-116E-8190-9FA7-26AF0AADA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45" name="Group 1044">
                  <a:extLst>
                    <a:ext uri="{FF2B5EF4-FFF2-40B4-BE49-F238E27FC236}">
                      <a16:creationId xmlns:a16="http://schemas.microsoft.com/office/drawing/2014/main" id="{4A3CFD0B-26EB-E26A-7095-20DAB046E27E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066" name="Straight Connector 1065">
                    <a:extLst>
                      <a:ext uri="{FF2B5EF4-FFF2-40B4-BE49-F238E27FC236}">
                        <a16:creationId xmlns:a16="http://schemas.microsoft.com/office/drawing/2014/main" id="{DBA28666-6C13-E24A-76C7-C1ECDF6851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7" name="Straight Connector 1066">
                    <a:extLst>
                      <a:ext uri="{FF2B5EF4-FFF2-40B4-BE49-F238E27FC236}">
                        <a16:creationId xmlns:a16="http://schemas.microsoft.com/office/drawing/2014/main" id="{10BA643C-A582-EC63-D1BC-6B5CD745EE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8" name="Straight Connector 1067">
                    <a:extLst>
                      <a:ext uri="{FF2B5EF4-FFF2-40B4-BE49-F238E27FC236}">
                        <a16:creationId xmlns:a16="http://schemas.microsoft.com/office/drawing/2014/main" id="{E0E19A72-F4E8-48F3-7476-5E43B28087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46" name="Group 1045">
                  <a:extLst>
                    <a:ext uri="{FF2B5EF4-FFF2-40B4-BE49-F238E27FC236}">
                      <a16:creationId xmlns:a16="http://schemas.microsoft.com/office/drawing/2014/main" id="{2E063B57-851D-FE4A-48FC-66733BC2ADD9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063" name="Straight Connector 1062">
                    <a:extLst>
                      <a:ext uri="{FF2B5EF4-FFF2-40B4-BE49-F238E27FC236}">
                        <a16:creationId xmlns:a16="http://schemas.microsoft.com/office/drawing/2014/main" id="{EC132245-FF8E-0FF6-592C-C188B840BA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4" name="Straight Connector 1063">
                    <a:extLst>
                      <a:ext uri="{FF2B5EF4-FFF2-40B4-BE49-F238E27FC236}">
                        <a16:creationId xmlns:a16="http://schemas.microsoft.com/office/drawing/2014/main" id="{AAB094F8-1FF6-6289-7D9E-B77B5293AA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5" name="Straight Connector 1064">
                    <a:extLst>
                      <a:ext uri="{FF2B5EF4-FFF2-40B4-BE49-F238E27FC236}">
                        <a16:creationId xmlns:a16="http://schemas.microsoft.com/office/drawing/2014/main" id="{D862B45F-A7D0-5514-65F7-600999F5AB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47" name="Group 1046">
                  <a:extLst>
                    <a:ext uri="{FF2B5EF4-FFF2-40B4-BE49-F238E27FC236}">
                      <a16:creationId xmlns:a16="http://schemas.microsoft.com/office/drawing/2014/main" id="{A2495CCA-B558-C7D9-2E6D-30550A5BE633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060" name="Straight Connector 1059">
                    <a:extLst>
                      <a:ext uri="{FF2B5EF4-FFF2-40B4-BE49-F238E27FC236}">
                        <a16:creationId xmlns:a16="http://schemas.microsoft.com/office/drawing/2014/main" id="{DCBE2527-80A2-067A-C5C2-402534A136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1" name="Straight Connector 1060">
                    <a:extLst>
                      <a:ext uri="{FF2B5EF4-FFF2-40B4-BE49-F238E27FC236}">
                        <a16:creationId xmlns:a16="http://schemas.microsoft.com/office/drawing/2014/main" id="{B4EE49BA-1214-B5FB-00D9-D656035D55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2" name="Straight Connector 1061">
                    <a:extLst>
                      <a:ext uri="{FF2B5EF4-FFF2-40B4-BE49-F238E27FC236}">
                        <a16:creationId xmlns:a16="http://schemas.microsoft.com/office/drawing/2014/main" id="{8EC7A96E-E08E-C16B-990C-551939FD96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48" name="Group 1047">
                  <a:extLst>
                    <a:ext uri="{FF2B5EF4-FFF2-40B4-BE49-F238E27FC236}">
                      <a16:creationId xmlns:a16="http://schemas.microsoft.com/office/drawing/2014/main" id="{6388BFA1-9A50-9CBF-4A1F-ECDB0C870001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057" name="Straight Connector 1056">
                    <a:extLst>
                      <a:ext uri="{FF2B5EF4-FFF2-40B4-BE49-F238E27FC236}">
                        <a16:creationId xmlns:a16="http://schemas.microsoft.com/office/drawing/2014/main" id="{99B25ED5-0E7A-B84C-0987-23CDFF5A31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8" name="Straight Connector 1057">
                    <a:extLst>
                      <a:ext uri="{FF2B5EF4-FFF2-40B4-BE49-F238E27FC236}">
                        <a16:creationId xmlns:a16="http://schemas.microsoft.com/office/drawing/2014/main" id="{1AB2B135-FDD2-112F-308D-C002A38B70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9" name="Straight Connector 1058">
                    <a:extLst>
                      <a:ext uri="{FF2B5EF4-FFF2-40B4-BE49-F238E27FC236}">
                        <a16:creationId xmlns:a16="http://schemas.microsoft.com/office/drawing/2014/main" id="{F6805A46-2FB6-F366-D46C-12E3B541D4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49" name="Group 1048">
                  <a:extLst>
                    <a:ext uri="{FF2B5EF4-FFF2-40B4-BE49-F238E27FC236}">
                      <a16:creationId xmlns:a16="http://schemas.microsoft.com/office/drawing/2014/main" id="{5770CE80-E046-80DD-0646-F35D9825A4C7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1051" name="Straight Connector 1050">
                    <a:extLst>
                      <a:ext uri="{FF2B5EF4-FFF2-40B4-BE49-F238E27FC236}">
                        <a16:creationId xmlns:a16="http://schemas.microsoft.com/office/drawing/2014/main" id="{9F364C56-E6E4-5D25-F577-335BA8258C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2" name="Straight Connector 1051">
                    <a:extLst>
                      <a:ext uri="{FF2B5EF4-FFF2-40B4-BE49-F238E27FC236}">
                        <a16:creationId xmlns:a16="http://schemas.microsoft.com/office/drawing/2014/main" id="{8F2E0909-9CD6-D2A5-B909-F319B5EC5D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3" name="Straight Connector 1052">
                    <a:extLst>
                      <a:ext uri="{FF2B5EF4-FFF2-40B4-BE49-F238E27FC236}">
                        <a16:creationId xmlns:a16="http://schemas.microsoft.com/office/drawing/2014/main" id="{F6A6E118-D367-548C-3F9A-F39566D82A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4" name="Straight Connector 1053">
                    <a:extLst>
                      <a:ext uri="{FF2B5EF4-FFF2-40B4-BE49-F238E27FC236}">
                        <a16:creationId xmlns:a16="http://schemas.microsoft.com/office/drawing/2014/main" id="{16FAEAC3-9481-328B-6988-C53E57D92B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5" name="Straight Connector 1054">
                    <a:extLst>
                      <a:ext uri="{FF2B5EF4-FFF2-40B4-BE49-F238E27FC236}">
                        <a16:creationId xmlns:a16="http://schemas.microsoft.com/office/drawing/2014/main" id="{079D2D0E-E864-85C1-9C11-A946F06AC9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6" name="Straight Connector 1055">
                    <a:extLst>
                      <a:ext uri="{FF2B5EF4-FFF2-40B4-BE49-F238E27FC236}">
                        <a16:creationId xmlns:a16="http://schemas.microsoft.com/office/drawing/2014/main" id="{21B61092-3E13-A3E2-9070-AA03E2C131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050" name="Straight Connector 1049">
                  <a:extLst>
                    <a:ext uri="{FF2B5EF4-FFF2-40B4-BE49-F238E27FC236}">
                      <a16:creationId xmlns:a16="http://schemas.microsoft.com/office/drawing/2014/main" id="{C590F5D9-4327-A5ED-04BA-9784A0DE5C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35" name="Straight Connector 1034">
                <a:extLst>
                  <a:ext uri="{FF2B5EF4-FFF2-40B4-BE49-F238E27FC236}">
                    <a16:creationId xmlns:a16="http://schemas.microsoft.com/office/drawing/2014/main" id="{09DA2294-934B-D0E4-DC5B-4B9C1633031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36" name="Straight Connector 1035">
                <a:extLst>
                  <a:ext uri="{FF2B5EF4-FFF2-40B4-BE49-F238E27FC236}">
                    <a16:creationId xmlns:a16="http://schemas.microsoft.com/office/drawing/2014/main" id="{E1D4999E-F305-4147-EC5D-FE2EF2A7E74F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37" name="Straight Connector 1036">
                <a:extLst>
                  <a:ext uri="{FF2B5EF4-FFF2-40B4-BE49-F238E27FC236}">
                    <a16:creationId xmlns:a16="http://schemas.microsoft.com/office/drawing/2014/main" id="{3694C535-0D96-2442-0134-3EAE3BAB8A1D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38" name="Straight Connector 1037">
                <a:extLst>
                  <a:ext uri="{FF2B5EF4-FFF2-40B4-BE49-F238E27FC236}">
                    <a16:creationId xmlns:a16="http://schemas.microsoft.com/office/drawing/2014/main" id="{1B93B70A-017E-D020-3FE3-41BE320FB780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A08C69B5-7010-8E72-63C7-38B14D127BB9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09" name="Group 1108">
            <a:extLst>
              <a:ext uri="{FF2B5EF4-FFF2-40B4-BE49-F238E27FC236}">
                <a16:creationId xmlns:a16="http://schemas.microsoft.com/office/drawing/2014/main" id="{E00AA1BB-0A37-C3AF-3F98-F9A8D4C0B135}"/>
              </a:ext>
            </a:extLst>
          </p:cNvPr>
          <p:cNvGrpSpPr>
            <a:grpSpLocks noChangeAspect="1"/>
          </p:cNvGrpSpPr>
          <p:nvPr/>
        </p:nvGrpSpPr>
        <p:grpSpPr>
          <a:xfrm>
            <a:off x="9577050" y="490210"/>
            <a:ext cx="2951010" cy="2743200"/>
            <a:chOff x="2970622" y="462512"/>
            <a:chExt cx="6579000" cy="6115708"/>
          </a:xfrm>
        </p:grpSpPr>
        <p:grpSp>
          <p:nvGrpSpPr>
            <p:cNvPr id="1110" name="Group 1109">
              <a:extLst>
                <a:ext uri="{FF2B5EF4-FFF2-40B4-BE49-F238E27FC236}">
                  <a16:creationId xmlns:a16="http://schemas.microsoft.com/office/drawing/2014/main" id="{AE15933A-E12F-3E8B-3AE1-0768A4CB29AE}"/>
                </a:ext>
              </a:extLst>
            </p:cNvPr>
            <p:cNvGrpSpPr/>
            <p:nvPr/>
          </p:nvGrpSpPr>
          <p:grpSpPr>
            <a:xfrm>
              <a:off x="2970622" y="462512"/>
              <a:ext cx="6579000" cy="6115708"/>
              <a:chOff x="2970622" y="462512"/>
              <a:chExt cx="6579000" cy="6115708"/>
            </a:xfrm>
          </p:grpSpPr>
          <p:cxnSp>
            <p:nvCxnSpPr>
              <p:cNvPr id="1148" name="Straight Connector 1147">
                <a:extLst>
                  <a:ext uri="{FF2B5EF4-FFF2-40B4-BE49-F238E27FC236}">
                    <a16:creationId xmlns:a16="http://schemas.microsoft.com/office/drawing/2014/main" id="{65216D16-DB3D-7C7B-D7E9-99F2452BB1C7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H="1">
                <a:off x="5390905" y="184729"/>
                <a:ext cx="1738435" cy="30103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49" name="Group 1148">
                <a:extLst>
                  <a:ext uri="{FF2B5EF4-FFF2-40B4-BE49-F238E27FC236}">
                    <a16:creationId xmlns:a16="http://schemas.microsoft.com/office/drawing/2014/main" id="{4FC07024-37E2-34D4-F096-AB2B2FE00050}"/>
                  </a:ext>
                </a:extLst>
              </p:cNvPr>
              <p:cNvGrpSpPr/>
              <p:nvPr/>
            </p:nvGrpSpPr>
            <p:grpSpPr>
              <a:xfrm>
                <a:off x="2970622" y="462512"/>
                <a:ext cx="6579000" cy="6115708"/>
                <a:chOff x="2970624" y="465924"/>
                <a:chExt cx="6579000" cy="6115708"/>
              </a:xfrm>
            </p:grpSpPr>
            <p:grpSp>
              <p:nvGrpSpPr>
                <p:cNvPr id="1150" name="Group 1149">
                  <a:extLst>
                    <a:ext uri="{FF2B5EF4-FFF2-40B4-BE49-F238E27FC236}">
                      <a16:creationId xmlns:a16="http://schemas.microsoft.com/office/drawing/2014/main" id="{E5129483-D0F8-5709-E5C0-4CDAEF2663D9}"/>
                    </a:ext>
                  </a:extLst>
                </p:cNvPr>
                <p:cNvGrpSpPr/>
                <p:nvPr/>
              </p:nvGrpSpPr>
              <p:grpSpPr>
                <a:xfrm>
                  <a:off x="3248510" y="685800"/>
                  <a:ext cx="6023228" cy="5486400"/>
                  <a:chOff x="3248510" y="685800"/>
                  <a:chExt cx="6023228" cy="5486400"/>
                </a:xfrm>
              </p:grpSpPr>
              <p:grpSp>
                <p:nvGrpSpPr>
                  <p:cNvPr id="1162" name="Group 1161">
                    <a:extLst>
                      <a:ext uri="{FF2B5EF4-FFF2-40B4-BE49-F238E27FC236}">
                        <a16:creationId xmlns:a16="http://schemas.microsoft.com/office/drawing/2014/main" id="{0BA26AE3-6264-B62A-7BFC-96E4D5E33B8F}"/>
                      </a:ext>
                    </a:extLst>
                  </p:cNvPr>
                  <p:cNvGrpSpPr/>
                  <p:nvPr/>
                </p:nvGrpSpPr>
                <p:grpSpPr>
                  <a:xfrm>
                    <a:off x="3516924" y="685800"/>
                    <a:ext cx="5486400" cy="5486400"/>
                    <a:chOff x="3352800" y="685800"/>
                    <a:chExt cx="5486400" cy="5486400"/>
                  </a:xfrm>
                </p:grpSpPr>
                <p:grpSp>
                  <p:nvGrpSpPr>
                    <p:cNvPr id="1168" name="Group 1167">
                      <a:extLst>
                        <a:ext uri="{FF2B5EF4-FFF2-40B4-BE49-F238E27FC236}">
                          <a16:creationId xmlns:a16="http://schemas.microsoft.com/office/drawing/2014/main" id="{29718B26-4FEA-EDD1-E70E-F9383C867C4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52800" y="685800"/>
                      <a:ext cx="5486400" cy="5486400"/>
                      <a:chOff x="3352800" y="685800"/>
                      <a:chExt cx="5486400" cy="5486400"/>
                    </a:xfrm>
                  </p:grpSpPr>
                  <p:sp>
                    <p:nvSpPr>
                      <p:cNvPr id="1181" name="Oval 1180">
                        <a:extLst>
                          <a:ext uri="{FF2B5EF4-FFF2-40B4-BE49-F238E27FC236}">
                            <a16:creationId xmlns:a16="http://schemas.microsoft.com/office/drawing/2014/main" id="{9C115BBD-B5C5-D33D-3F4E-3CCDA667BF8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352800" y="685800"/>
                        <a:ext cx="5486400" cy="5486400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1182" name="Straight Connector 1181">
                        <a:extLst>
                          <a:ext uri="{FF2B5EF4-FFF2-40B4-BE49-F238E27FC236}">
                            <a16:creationId xmlns:a16="http://schemas.microsoft.com/office/drawing/2014/main" id="{0A502C69-6215-FA0F-E58F-86F31D570538}"/>
                          </a:ext>
                        </a:extLst>
                      </p:cNvPr>
                      <p:cNvCxnSpPr>
                        <a:stCxn id="1181" idx="0"/>
                        <a:endCxn id="1181" idx="4"/>
                      </p:cNvCxnSpPr>
                      <p:nvPr/>
                    </p:nvCxnSpPr>
                    <p:spPr>
                      <a:xfrm>
                        <a:off x="6096000" y="685800"/>
                        <a:ext cx="0" cy="54864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3" name="Straight Connector 1182">
                        <a:extLst>
                          <a:ext uri="{FF2B5EF4-FFF2-40B4-BE49-F238E27FC236}">
                            <a16:creationId xmlns:a16="http://schemas.microsoft.com/office/drawing/2014/main" id="{D9FD42B0-2D8F-7AC4-8FDD-0A62C698BD33}"/>
                          </a:ext>
                        </a:extLst>
                      </p:cNvPr>
                      <p:cNvCxnSpPr>
                        <a:stCxn id="1181" idx="2"/>
                        <a:endCxn id="1181" idx="6"/>
                      </p:cNvCxnSpPr>
                      <p:nvPr/>
                    </p:nvCxnSpPr>
                    <p:spPr>
                      <a:xfrm>
                        <a:off x="3352800" y="3429000"/>
                        <a:ext cx="5486400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4" name="Straight Connector 1183">
                        <a:extLst>
                          <a:ext uri="{FF2B5EF4-FFF2-40B4-BE49-F238E27FC236}">
                            <a16:creationId xmlns:a16="http://schemas.microsoft.com/office/drawing/2014/main" id="{C22CFF3A-8366-BCF1-E888-37C927F5B90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5" name="Straight Connector 1184">
                        <a:extLst>
                          <a:ext uri="{FF2B5EF4-FFF2-40B4-BE49-F238E27FC236}">
                            <a16:creationId xmlns:a16="http://schemas.microsoft.com/office/drawing/2014/main" id="{A3DA09ED-1CF2-08AD-8127-89194716C04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6" name="Straight Connector 1185">
                        <a:extLst>
                          <a:ext uri="{FF2B5EF4-FFF2-40B4-BE49-F238E27FC236}">
                            <a16:creationId xmlns:a16="http://schemas.microsoft.com/office/drawing/2014/main" id="{E7D9CE7E-09E2-D108-96A3-6E10BFC6B66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24400" y="1053319"/>
                        <a:ext cx="2743200" cy="4751362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7" name="Straight Connector 1186">
                        <a:extLst>
                          <a:ext uri="{FF2B5EF4-FFF2-40B4-BE49-F238E27FC236}">
                            <a16:creationId xmlns:a16="http://schemas.microsoft.com/office/drawing/2014/main" id="{700289EA-E06C-7544-D152-E1D4FF14A90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20319" y="2057400"/>
                        <a:ext cx="4751362" cy="27432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169" name="Straight Connector 1168">
                      <a:extLst>
                        <a:ext uri="{FF2B5EF4-FFF2-40B4-BE49-F238E27FC236}">
                          <a16:creationId xmlns:a16="http://schemas.microsoft.com/office/drawing/2014/main" id="{96292DC5-5648-8532-FB2C-988E69A822D9}"/>
                        </a:ext>
                      </a:extLst>
                    </p:cNvPr>
                    <p:cNvCxnSpPr>
                      <a:endCxn id="1181" idx="0"/>
                    </p:cNvCxnSpPr>
                    <p:nvPr/>
                  </p:nvCxnSpPr>
                  <p:spPr>
                    <a:xfrm flipV="1">
                      <a:off x="3720319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0" name="Straight Connector 1169">
                      <a:extLst>
                        <a:ext uri="{FF2B5EF4-FFF2-40B4-BE49-F238E27FC236}">
                          <a16:creationId xmlns:a16="http://schemas.microsoft.com/office/drawing/2014/main" id="{FD3D411E-BFB6-9B86-8500-7DB8DBF8222E}"/>
                        </a:ext>
                      </a:extLst>
                    </p:cNvPr>
                    <p:cNvCxnSpPr>
                      <a:stCxn id="1181" idx="0"/>
                    </p:cNvCxnSpPr>
                    <p:nvPr/>
                  </p:nvCxnSpPr>
                  <p:spPr>
                    <a:xfrm>
                      <a:off x="6096000" y="6858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1" name="Straight Connector 1170">
                      <a:extLst>
                        <a:ext uri="{FF2B5EF4-FFF2-40B4-BE49-F238E27FC236}">
                          <a16:creationId xmlns:a16="http://schemas.microsoft.com/office/drawing/2014/main" id="{D519F93D-ED9B-D0FB-6C09-B7DA3655AF7A}"/>
                        </a:ext>
                      </a:extLst>
                    </p:cNvPr>
                    <p:cNvCxnSpPr>
                      <a:stCxn id="1181" idx="4"/>
                    </p:cNvCxnSpPr>
                    <p:nvPr/>
                  </p:nvCxnSpPr>
                  <p:spPr>
                    <a:xfrm flipV="1">
                      <a:off x="6096000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2" name="Straight Connector 1171">
                      <a:extLst>
                        <a:ext uri="{FF2B5EF4-FFF2-40B4-BE49-F238E27FC236}">
                          <a16:creationId xmlns:a16="http://schemas.microsoft.com/office/drawing/2014/main" id="{D27F975A-1FC2-0CF5-DBA4-4C73C739B504}"/>
                        </a:ext>
                      </a:extLst>
                    </p:cNvPr>
                    <p:cNvCxnSpPr>
                      <a:stCxn id="1181" idx="4"/>
                    </p:cNvCxnSpPr>
                    <p:nvPr/>
                  </p:nvCxnSpPr>
                  <p:spPr>
                    <a:xfrm flipH="1" flipV="1">
                      <a:off x="3720319" y="4800600"/>
                      <a:ext cx="2375681" cy="13716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3" name="Straight Connector 1172">
                      <a:extLst>
                        <a:ext uri="{FF2B5EF4-FFF2-40B4-BE49-F238E27FC236}">
                          <a16:creationId xmlns:a16="http://schemas.microsoft.com/office/drawing/2014/main" id="{00BBEF40-3DE3-B4B5-CB49-9E7AB31D5EC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20319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4" name="Straight Connector 1173">
                      <a:extLst>
                        <a:ext uri="{FF2B5EF4-FFF2-40B4-BE49-F238E27FC236}">
                          <a16:creationId xmlns:a16="http://schemas.microsoft.com/office/drawing/2014/main" id="{4F12DC81-40E4-6127-5507-2920704DE27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71681" y="2057400"/>
                      <a:ext cx="0" cy="274320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5" name="Straight Connector 1174">
                      <a:extLst>
                        <a:ext uri="{FF2B5EF4-FFF2-40B4-BE49-F238E27FC236}">
                          <a16:creationId xmlns:a16="http://schemas.microsoft.com/office/drawing/2014/main" id="{3F7EEED0-417B-D0CA-8C76-7A19188A4796}"/>
                        </a:ext>
                      </a:extLst>
                    </p:cNvPr>
                    <p:cNvCxnSpPr>
                      <a:stCxn id="1181" idx="2"/>
                    </p:cNvCxnSpPr>
                    <p:nvPr/>
                  </p:nvCxnSpPr>
                  <p:spPr>
                    <a:xfrm flipV="1">
                      <a:off x="33528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6" name="Straight Connector 1175">
                      <a:extLst>
                        <a:ext uri="{FF2B5EF4-FFF2-40B4-BE49-F238E27FC236}">
                          <a16:creationId xmlns:a16="http://schemas.microsoft.com/office/drawing/2014/main" id="{A5B2390F-6314-E106-540F-DC6B07499A8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24400" y="1053319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7" name="Straight Connector 1176">
                      <a:extLst>
                        <a:ext uri="{FF2B5EF4-FFF2-40B4-BE49-F238E27FC236}">
                          <a16:creationId xmlns:a16="http://schemas.microsoft.com/office/drawing/2014/main" id="{5F00C42F-CDB5-0355-0F3E-37C0256C85E9}"/>
                        </a:ext>
                      </a:extLst>
                    </p:cNvPr>
                    <p:cNvCxnSpPr>
                      <a:endCxn id="1181" idx="6"/>
                    </p:cNvCxnSpPr>
                    <p:nvPr/>
                  </p:nvCxnSpPr>
                  <p:spPr>
                    <a:xfrm>
                      <a:off x="7467600" y="1053319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8" name="Straight Connector 1177">
                      <a:extLst>
                        <a:ext uri="{FF2B5EF4-FFF2-40B4-BE49-F238E27FC236}">
                          <a16:creationId xmlns:a16="http://schemas.microsoft.com/office/drawing/2014/main" id="{F44A6717-BE0A-1786-E776-7F8240BC6763}"/>
                        </a:ext>
                      </a:extLst>
                    </p:cNvPr>
                    <p:cNvCxnSpPr>
                      <a:stCxn id="1181" idx="6"/>
                    </p:cNvCxnSpPr>
                    <p:nvPr/>
                  </p:nvCxnSpPr>
                  <p:spPr>
                    <a:xfrm flipH="1">
                      <a:off x="74676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9" name="Straight Connector 1178">
                      <a:extLst>
                        <a:ext uri="{FF2B5EF4-FFF2-40B4-BE49-F238E27FC236}">
                          <a16:creationId xmlns:a16="http://schemas.microsoft.com/office/drawing/2014/main" id="{16A881B2-519B-4F3A-2B3A-58038206A6BE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4724400" y="5804681"/>
                      <a:ext cx="27432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0" name="Straight Connector 1179">
                      <a:extLst>
                        <a:ext uri="{FF2B5EF4-FFF2-40B4-BE49-F238E27FC236}">
                          <a16:creationId xmlns:a16="http://schemas.microsoft.com/office/drawing/2014/main" id="{65BAD705-4A1E-FE27-9216-F666ABC4331C}"/>
                        </a:ext>
                      </a:extLst>
                    </p:cNvPr>
                    <p:cNvCxnSpPr>
                      <a:endCxn id="1181" idx="2"/>
                    </p:cNvCxnSpPr>
                    <p:nvPr/>
                  </p:nvCxnSpPr>
                  <p:spPr>
                    <a:xfrm flipH="1" flipV="1">
                      <a:off x="3352800" y="3429000"/>
                      <a:ext cx="1371600" cy="237568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163" name="Straight Connector 1162">
                    <a:extLst>
                      <a:ext uri="{FF2B5EF4-FFF2-40B4-BE49-F238E27FC236}">
                        <a16:creationId xmlns:a16="http://schemas.microsoft.com/office/drawing/2014/main" id="{0ABBEC7E-B550-93F8-D6CB-4DC57EA0EF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4443" y="105331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4" name="Straight Connector 1163">
                    <a:extLst>
                      <a:ext uri="{FF2B5EF4-FFF2-40B4-BE49-F238E27FC236}">
                        <a16:creationId xmlns:a16="http://schemas.microsoft.com/office/drawing/2014/main" id="{ABC86C3E-92B8-2C9B-17E8-1CEC2676A8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97370" y="2794378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5" name="Straight Connector 1164">
                    <a:extLst>
                      <a:ext uri="{FF2B5EF4-FFF2-40B4-BE49-F238E27FC236}">
                        <a16:creationId xmlns:a16="http://schemas.microsoft.com/office/drawing/2014/main" id="{5BA8CA77-8453-3F33-8CD7-A9B9A18948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 flipH="1">
                    <a:off x="5390579" y="3659136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6" name="Straight Connector 1165">
                    <a:extLst>
                      <a:ext uri="{FF2B5EF4-FFF2-40B4-BE49-F238E27FC236}">
                        <a16:creationId xmlns:a16="http://schemas.microsoft.com/office/drawing/2014/main" id="{B15446BA-AC1B-D42D-048F-8AD034A460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6897369" y="1053507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7" name="Straight Connector 1166">
                    <a:extLst>
                      <a:ext uri="{FF2B5EF4-FFF2-40B4-BE49-F238E27FC236}">
                        <a16:creationId xmlns:a16="http://schemas.microsoft.com/office/drawing/2014/main" id="{65EBC263-B260-94A1-9B75-45CEB7DAE2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H="1">
                    <a:off x="3884444" y="2788415"/>
                    <a:ext cx="1738435" cy="301030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51" name="Oval 1150">
                  <a:extLst>
                    <a:ext uri="{FF2B5EF4-FFF2-40B4-BE49-F238E27FC236}">
                      <a16:creationId xmlns:a16="http://schemas.microsoft.com/office/drawing/2014/main" id="{D61FD661-50E3-50E4-F50E-7D6FAE0D500E}"/>
                    </a:ext>
                  </a:extLst>
                </p:cNvPr>
                <p:cNvSpPr/>
                <p:nvPr/>
              </p:nvSpPr>
              <p:spPr>
                <a:xfrm>
                  <a:off x="4521687" y="1689187"/>
                  <a:ext cx="3474720" cy="3474720"/>
                </a:xfrm>
                <a:prstGeom prst="ellipse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2" name="Isosceles Triangle 1151">
                  <a:extLst>
                    <a:ext uri="{FF2B5EF4-FFF2-40B4-BE49-F238E27FC236}">
                      <a16:creationId xmlns:a16="http://schemas.microsoft.com/office/drawing/2014/main" id="{93ADFF9C-B223-36B5-334D-E2B5FE7DBDD9}"/>
                    </a:ext>
                  </a:extLst>
                </p:cNvPr>
                <p:cNvSpPr/>
                <p:nvPr/>
              </p:nvSpPr>
              <p:spPr>
                <a:xfrm>
                  <a:off x="4753429" y="1694299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3" name="Isosceles Triangle 1152">
                  <a:extLst>
                    <a:ext uri="{FF2B5EF4-FFF2-40B4-BE49-F238E27FC236}">
                      <a16:creationId xmlns:a16="http://schemas.microsoft.com/office/drawing/2014/main" id="{F3BAAD50-B820-08CC-9A61-A8501F7812A7}"/>
                    </a:ext>
                  </a:extLst>
                </p:cNvPr>
                <p:cNvSpPr/>
                <p:nvPr/>
              </p:nvSpPr>
              <p:spPr>
                <a:xfrm rot="10800000">
                  <a:off x="4749066" y="25576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4" name="Isosceles Triangle 1153">
                  <a:extLst>
                    <a:ext uri="{FF2B5EF4-FFF2-40B4-BE49-F238E27FC236}">
                      <a16:creationId xmlns:a16="http://schemas.microsoft.com/office/drawing/2014/main" id="{287B1E8C-60DB-3A37-B7D8-4EB8512972DD}"/>
                    </a:ext>
                  </a:extLst>
                </p:cNvPr>
                <p:cNvSpPr/>
                <p:nvPr/>
              </p:nvSpPr>
              <p:spPr>
                <a:xfrm rot="1800000">
                  <a:off x="4966110" y="1748113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5" name="Isosceles Triangle 1154">
                  <a:extLst>
                    <a:ext uri="{FF2B5EF4-FFF2-40B4-BE49-F238E27FC236}">
                      <a16:creationId xmlns:a16="http://schemas.microsoft.com/office/drawing/2014/main" id="{4623B108-56C2-060A-2566-F1426CD753E2}"/>
                    </a:ext>
                  </a:extLst>
                </p:cNvPr>
                <p:cNvSpPr/>
                <p:nvPr/>
              </p:nvSpPr>
              <p:spPr>
                <a:xfrm rot="12600000">
                  <a:off x="4529513" y="2503861"/>
                  <a:ext cx="3017520" cy="2606040"/>
                </a:xfrm>
                <a:prstGeom prst="triangle">
                  <a:avLst>
                    <a:gd name="adj" fmla="val 49922"/>
                  </a:avLst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56" name="Straight Connector 1155">
                  <a:extLst>
                    <a:ext uri="{FF2B5EF4-FFF2-40B4-BE49-F238E27FC236}">
                      <a16:creationId xmlns:a16="http://schemas.microsoft.com/office/drawing/2014/main" id="{D3405124-A7EC-CF58-3936-89AD834244CA}"/>
                    </a:ext>
                  </a:extLst>
                </p:cNvPr>
                <p:cNvCxnSpPr/>
                <p:nvPr/>
              </p:nvCxnSpPr>
              <p:spPr>
                <a:xfrm>
                  <a:off x="5943600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7" name="Straight Connector 1156">
                  <a:extLst>
                    <a:ext uri="{FF2B5EF4-FFF2-40B4-BE49-F238E27FC236}">
                      <a16:creationId xmlns:a16="http://schemas.microsoft.com/office/drawing/2014/main" id="{392E5E5C-A19A-32ED-813B-A6F78CF57E75}"/>
                    </a:ext>
                  </a:extLst>
                </p:cNvPr>
                <p:cNvCxnSpPr/>
                <p:nvPr/>
              </p:nvCxnSpPr>
              <p:spPr>
                <a:xfrm>
                  <a:off x="6580495" y="465924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8" name="Straight Connector 1157">
                  <a:extLst>
                    <a:ext uri="{FF2B5EF4-FFF2-40B4-BE49-F238E27FC236}">
                      <a16:creationId xmlns:a16="http://schemas.microsoft.com/office/drawing/2014/main" id="{10DEDAB7-A68B-AA62-310C-1ECFB94473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028478" y="13352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9" name="Straight Connector 1158">
                  <a:extLst>
                    <a:ext uri="{FF2B5EF4-FFF2-40B4-BE49-F238E27FC236}">
                      <a16:creationId xmlns:a16="http://schemas.microsoft.com/office/drawing/2014/main" id="{E50307A7-5A7C-B499-C2D6-98BF9F1037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395656" y="669248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0" name="Straight Connector 1159">
                  <a:extLst>
                    <a:ext uri="{FF2B5EF4-FFF2-40B4-BE49-F238E27FC236}">
                      <a16:creationId xmlns:a16="http://schemas.microsoft.com/office/drawing/2014/main" id="{BA4241F3-0894-A1A4-94A8-6B8ACA884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491770" y="121697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1" name="Straight Connector 1160">
                  <a:extLst>
                    <a:ext uri="{FF2B5EF4-FFF2-40B4-BE49-F238E27FC236}">
                      <a16:creationId xmlns:a16="http://schemas.microsoft.com/office/drawing/2014/main" id="{A3CD838C-5EE4-F1CC-0488-B0525F2BE4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048735" y="600899"/>
                  <a:ext cx="0" cy="61157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11" name="Group 1110">
              <a:extLst>
                <a:ext uri="{FF2B5EF4-FFF2-40B4-BE49-F238E27FC236}">
                  <a16:creationId xmlns:a16="http://schemas.microsoft.com/office/drawing/2014/main" id="{1A1FEAB9-6DDB-6686-3ACC-9260EBBB63F1}"/>
                </a:ext>
              </a:extLst>
            </p:cNvPr>
            <p:cNvGrpSpPr/>
            <p:nvPr/>
          </p:nvGrpSpPr>
          <p:grpSpPr>
            <a:xfrm>
              <a:off x="3869886" y="1043248"/>
              <a:ext cx="4775873" cy="4866131"/>
              <a:chOff x="-860386" y="746693"/>
              <a:chExt cx="4775873" cy="4866131"/>
            </a:xfrm>
          </p:grpSpPr>
          <p:cxnSp>
            <p:nvCxnSpPr>
              <p:cNvPr id="1112" name="Straight Connector 1111">
                <a:extLst>
                  <a:ext uri="{FF2B5EF4-FFF2-40B4-BE49-F238E27FC236}">
                    <a16:creationId xmlns:a16="http://schemas.microsoft.com/office/drawing/2014/main" id="{3A8471D6-5234-A8C8-AFE6-861EEC8C65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992" y="746693"/>
                <a:ext cx="713771" cy="1229815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113" name="Group 1112">
                <a:extLst>
                  <a:ext uri="{FF2B5EF4-FFF2-40B4-BE49-F238E27FC236}">
                    <a16:creationId xmlns:a16="http://schemas.microsoft.com/office/drawing/2014/main" id="{95016CE6-5067-47E1-2EFF-5368F51BB97B}"/>
                  </a:ext>
                </a:extLst>
              </p:cNvPr>
              <p:cNvGrpSpPr/>
              <p:nvPr/>
            </p:nvGrpSpPr>
            <p:grpSpPr>
              <a:xfrm>
                <a:off x="-860386" y="746693"/>
                <a:ext cx="4775873" cy="4866131"/>
                <a:chOff x="3870401" y="1048243"/>
                <a:chExt cx="4775873" cy="4866131"/>
              </a:xfrm>
            </p:grpSpPr>
            <p:cxnSp>
              <p:nvCxnSpPr>
                <p:cNvPr id="1119" name="Straight Connector 1118">
                  <a:extLst>
                    <a:ext uri="{FF2B5EF4-FFF2-40B4-BE49-F238E27FC236}">
                      <a16:creationId xmlns:a16="http://schemas.microsoft.com/office/drawing/2014/main" id="{B3ACBB10-E2F6-E7A8-76AA-5AA1C7FA8F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8558" y="4048743"/>
                  <a:ext cx="647716" cy="111852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20" name="Straight Connector 1119">
                  <a:extLst>
                    <a:ext uri="{FF2B5EF4-FFF2-40B4-BE49-F238E27FC236}">
                      <a16:creationId xmlns:a16="http://schemas.microsoft.com/office/drawing/2014/main" id="{19E2894B-B732-954F-3E99-4F53179FAE3D}"/>
                    </a:ext>
                  </a:extLst>
                </p:cNvPr>
                <p:cNvCxnSpPr/>
                <p:nvPr/>
              </p:nvCxnSpPr>
              <p:spPr>
                <a:xfrm>
                  <a:off x="5622550" y="1048243"/>
                  <a:ext cx="1289978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1" name="Straight Connector 1120">
                  <a:extLst>
                    <a:ext uri="{FF2B5EF4-FFF2-40B4-BE49-F238E27FC236}">
                      <a16:creationId xmlns:a16="http://schemas.microsoft.com/office/drawing/2014/main" id="{7833138D-C2C3-B6D5-C5F7-311458A369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1562" y="1048243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22" name="Straight Connector 1121">
                  <a:extLst>
                    <a:ext uri="{FF2B5EF4-FFF2-40B4-BE49-F238E27FC236}">
                      <a16:creationId xmlns:a16="http://schemas.microsoft.com/office/drawing/2014/main" id="{F77897B7-9DCD-BF4E-4199-484D7CB2CA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7182" y="2831644"/>
                  <a:ext cx="701272" cy="1225621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23" name="Straight Connector 1122">
                  <a:extLst>
                    <a:ext uri="{FF2B5EF4-FFF2-40B4-BE49-F238E27FC236}">
                      <a16:creationId xmlns:a16="http://schemas.microsoft.com/office/drawing/2014/main" id="{3930F700-B41F-2C5F-A408-EEDDFBAB10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0493" y="5163369"/>
                  <a:ext cx="1415912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24" name="Group 1123">
                  <a:extLst>
                    <a:ext uri="{FF2B5EF4-FFF2-40B4-BE49-F238E27FC236}">
                      <a16:creationId xmlns:a16="http://schemas.microsoft.com/office/drawing/2014/main" id="{DC3CED8C-6E0E-3998-0E2C-0003B60F1A7D}"/>
                    </a:ext>
                  </a:extLst>
                </p:cNvPr>
                <p:cNvGrpSpPr/>
                <p:nvPr/>
              </p:nvGrpSpPr>
              <p:grpSpPr>
                <a:xfrm>
                  <a:off x="3870401" y="2810463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145" name="Straight Connector 1144">
                    <a:extLst>
                      <a:ext uri="{FF2B5EF4-FFF2-40B4-BE49-F238E27FC236}">
                        <a16:creationId xmlns:a16="http://schemas.microsoft.com/office/drawing/2014/main" id="{5A0BA45F-23E7-C282-38DC-47A3B48497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6" name="Straight Connector 1145">
                    <a:extLst>
                      <a:ext uri="{FF2B5EF4-FFF2-40B4-BE49-F238E27FC236}">
                        <a16:creationId xmlns:a16="http://schemas.microsoft.com/office/drawing/2014/main" id="{AA138712-E186-1D31-F6BB-F1CAB330C8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7" name="Straight Connector 1146">
                    <a:extLst>
                      <a:ext uri="{FF2B5EF4-FFF2-40B4-BE49-F238E27FC236}">
                        <a16:creationId xmlns:a16="http://schemas.microsoft.com/office/drawing/2014/main" id="{797D1C66-8A05-A128-0759-20427DDF5F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25" name="Group 1124">
                  <a:extLst>
                    <a:ext uri="{FF2B5EF4-FFF2-40B4-BE49-F238E27FC236}">
                      <a16:creationId xmlns:a16="http://schemas.microsoft.com/office/drawing/2014/main" id="{28B7011F-B406-F937-29DC-3EA56E25AA5A}"/>
                    </a:ext>
                  </a:extLst>
                </p:cNvPr>
                <p:cNvGrpSpPr/>
                <p:nvPr/>
              </p:nvGrpSpPr>
              <p:grpSpPr>
                <a:xfrm rot="3600000">
                  <a:off x="4050528" y="1360614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142" name="Straight Connector 1141">
                    <a:extLst>
                      <a:ext uri="{FF2B5EF4-FFF2-40B4-BE49-F238E27FC236}">
                        <a16:creationId xmlns:a16="http://schemas.microsoft.com/office/drawing/2014/main" id="{6B1CDEEC-79FC-5A82-06D1-15878AF317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3" name="Straight Connector 1142">
                    <a:extLst>
                      <a:ext uri="{FF2B5EF4-FFF2-40B4-BE49-F238E27FC236}">
                        <a16:creationId xmlns:a16="http://schemas.microsoft.com/office/drawing/2014/main" id="{ADC25059-6330-88B5-D1D0-84DDB49E29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4" name="Straight Connector 1143">
                    <a:extLst>
                      <a:ext uri="{FF2B5EF4-FFF2-40B4-BE49-F238E27FC236}">
                        <a16:creationId xmlns:a16="http://schemas.microsoft.com/office/drawing/2014/main" id="{3BB28480-5D18-F1FD-D0D5-C755CF8C05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26" name="Group 1125">
                  <a:extLst>
                    <a:ext uri="{FF2B5EF4-FFF2-40B4-BE49-F238E27FC236}">
                      <a16:creationId xmlns:a16="http://schemas.microsoft.com/office/drawing/2014/main" id="{A35C2113-E08B-E326-9509-13617D908D49}"/>
                    </a:ext>
                  </a:extLst>
                </p:cNvPr>
                <p:cNvGrpSpPr/>
                <p:nvPr/>
              </p:nvGrpSpPr>
              <p:grpSpPr>
                <a:xfrm rot="10800000">
                  <a:off x="6570410" y="166926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139" name="Straight Connector 1138">
                    <a:extLst>
                      <a:ext uri="{FF2B5EF4-FFF2-40B4-BE49-F238E27FC236}">
                        <a16:creationId xmlns:a16="http://schemas.microsoft.com/office/drawing/2014/main" id="{9791CF26-5FEF-499F-C1D0-462BCC84CA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0" name="Straight Connector 1139">
                    <a:extLst>
                      <a:ext uri="{FF2B5EF4-FFF2-40B4-BE49-F238E27FC236}">
                        <a16:creationId xmlns:a16="http://schemas.microsoft.com/office/drawing/2014/main" id="{08DC394A-88ED-8053-9EEC-28F95DE513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1" name="Straight Connector 1140">
                    <a:extLst>
                      <a:ext uri="{FF2B5EF4-FFF2-40B4-BE49-F238E27FC236}">
                        <a16:creationId xmlns:a16="http://schemas.microsoft.com/office/drawing/2014/main" id="{60B63C2B-93B9-767C-CF49-7FED850A54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27" name="Group 1126">
                  <a:extLst>
                    <a:ext uri="{FF2B5EF4-FFF2-40B4-BE49-F238E27FC236}">
                      <a16:creationId xmlns:a16="http://schemas.microsoft.com/office/drawing/2014/main" id="{1290BA8F-9E53-E9A7-6AE1-9510053CB9E4}"/>
                    </a:ext>
                  </a:extLst>
                </p:cNvPr>
                <p:cNvGrpSpPr/>
                <p:nvPr/>
              </p:nvGrpSpPr>
              <p:grpSpPr>
                <a:xfrm rot="18000000">
                  <a:off x="5047526" y="3691441"/>
                  <a:ext cx="2073197" cy="2372670"/>
                  <a:chOff x="3870401" y="2810463"/>
                  <a:chExt cx="2073197" cy="2372670"/>
                </a:xfrm>
              </p:grpSpPr>
              <p:cxnSp>
                <p:nvCxnSpPr>
                  <p:cNvPr id="1136" name="Straight Connector 1135">
                    <a:extLst>
                      <a:ext uri="{FF2B5EF4-FFF2-40B4-BE49-F238E27FC236}">
                        <a16:creationId xmlns:a16="http://schemas.microsoft.com/office/drawing/2014/main" id="{F0289F07-EDB0-1B97-046B-95BCF50F75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70401" y="2810463"/>
                    <a:ext cx="734354" cy="1266945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7" name="Straight Connector 1136">
                    <a:extLst>
                      <a:ext uri="{FF2B5EF4-FFF2-40B4-BE49-F238E27FC236}">
                        <a16:creationId xmlns:a16="http://schemas.microsoft.com/office/drawing/2014/main" id="{A471144F-7676-A29A-1DDD-77C72D4D57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82615" y="4066362"/>
                    <a:ext cx="643246" cy="1116771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8" name="Straight Connector 1137">
                    <a:extLst>
                      <a:ext uri="{FF2B5EF4-FFF2-40B4-BE49-F238E27FC236}">
                        <a16:creationId xmlns:a16="http://schemas.microsoft.com/office/drawing/2014/main" id="{9C757D05-F419-9A64-31BD-A00CBF0132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5189" y="5160289"/>
                    <a:ext cx="1438409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28" name="Group 1127">
                  <a:extLst>
                    <a:ext uri="{FF2B5EF4-FFF2-40B4-BE49-F238E27FC236}">
                      <a16:creationId xmlns:a16="http://schemas.microsoft.com/office/drawing/2014/main" id="{BDDDF41B-1DA7-88C5-E9EB-C2E615E66D36}"/>
                    </a:ext>
                  </a:extLst>
                </p:cNvPr>
                <p:cNvGrpSpPr/>
                <p:nvPr/>
              </p:nvGrpSpPr>
              <p:grpSpPr>
                <a:xfrm>
                  <a:off x="4592828" y="1781600"/>
                  <a:ext cx="3056483" cy="3075278"/>
                  <a:chOff x="4592828" y="1781600"/>
                  <a:chExt cx="3056483" cy="3075278"/>
                </a:xfrm>
              </p:grpSpPr>
              <p:cxnSp>
                <p:nvCxnSpPr>
                  <p:cNvPr id="1130" name="Straight Connector 1129">
                    <a:extLst>
                      <a:ext uri="{FF2B5EF4-FFF2-40B4-BE49-F238E27FC236}">
                        <a16:creationId xmlns:a16="http://schemas.microsoft.com/office/drawing/2014/main" id="{EC754115-C501-0B0A-6896-C65B86BCE3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92828" y="3233956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1" name="Straight Connector 1130">
                    <a:extLst>
                      <a:ext uri="{FF2B5EF4-FFF2-40B4-BE49-F238E27FC236}">
                        <a16:creationId xmlns:a16="http://schemas.microsoft.com/office/drawing/2014/main" id="{FD235919-3789-FDDB-D18F-5EB30EEF2E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25157" y="379291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2" name="Straight Connector 1131">
                    <a:extLst>
                      <a:ext uri="{FF2B5EF4-FFF2-40B4-BE49-F238E27FC236}">
                        <a16:creationId xmlns:a16="http://schemas.microsoft.com/office/drawing/2014/main" id="{5014733B-CD25-30EF-4484-6B6901B5B5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268383" y="2065593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3" name="Straight Connector 1132">
                    <a:extLst>
                      <a:ext uri="{FF2B5EF4-FFF2-40B4-BE49-F238E27FC236}">
                        <a16:creationId xmlns:a16="http://schemas.microsoft.com/office/drawing/2014/main" id="{93B9EE1F-49CC-8173-3BB5-5641E4BABC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904187" y="2071544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4" name="Straight Connector 1133">
                    <a:extLst>
                      <a:ext uri="{FF2B5EF4-FFF2-40B4-BE49-F238E27FC236}">
                        <a16:creationId xmlns:a16="http://schemas.microsoft.com/office/drawing/2014/main" id="{4335AF84-B1D9-731F-EA23-A00AFD1751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582534" y="3226498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5" name="Straight Connector 1134">
                    <a:extLst>
                      <a:ext uri="{FF2B5EF4-FFF2-40B4-BE49-F238E27FC236}">
                        <a16:creationId xmlns:a16="http://schemas.microsoft.com/office/drawing/2014/main" id="{E0280D1D-AC1B-5B91-6309-1DC9A6F4C9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4400000" flipV="1">
                    <a:off x="6279362" y="3790101"/>
                    <a:ext cx="1350770" cy="782784"/>
                  </a:xfrm>
                  <a:prstGeom prst="line">
                    <a:avLst/>
                  </a:prstGeom>
                  <a:ln w="5715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129" name="Straight Connector 1128">
                  <a:extLst>
                    <a:ext uri="{FF2B5EF4-FFF2-40B4-BE49-F238E27FC236}">
                      <a16:creationId xmlns:a16="http://schemas.microsoft.com/office/drawing/2014/main" id="{E85B0EED-BACF-0022-FF1F-AA2F8D296D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587256" y="2831326"/>
                  <a:ext cx="1350770" cy="782784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14" name="Straight Connector 1113">
                <a:extLst>
                  <a:ext uri="{FF2B5EF4-FFF2-40B4-BE49-F238E27FC236}">
                    <a16:creationId xmlns:a16="http://schemas.microsoft.com/office/drawing/2014/main" id="{A760D46B-74FA-74FC-0061-709EE519071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24140" y="1973842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15" name="Straight Connector 1114">
                <a:extLst>
                  <a:ext uri="{FF2B5EF4-FFF2-40B4-BE49-F238E27FC236}">
                    <a16:creationId xmlns:a16="http://schemas.microsoft.com/office/drawing/2014/main" id="{65A4DEC9-8388-E8C3-DFC4-CE8B4852FF91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1174858" y="3689055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16" name="Straight Connector 1115">
                <a:extLst>
                  <a:ext uri="{FF2B5EF4-FFF2-40B4-BE49-F238E27FC236}">
                    <a16:creationId xmlns:a16="http://schemas.microsoft.com/office/drawing/2014/main" id="{BB14E860-999A-1CA8-3B5D-F946963DDB9E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 flipV="1">
                <a:off x="539054" y="3683104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17" name="Straight Connector 1116">
                <a:extLst>
                  <a:ext uri="{FF2B5EF4-FFF2-40B4-BE49-F238E27FC236}">
                    <a16:creationId xmlns:a16="http://schemas.microsoft.com/office/drawing/2014/main" id="{5413BBEA-3243-1BE3-5C1B-C35710202B5C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-133237" y="2516038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18" name="Straight Connector 1117">
                <a:extLst>
                  <a:ext uri="{FF2B5EF4-FFF2-40B4-BE49-F238E27FC236}">
                    <a16:creationId xmlns:a16="http://schemas.microsoft.com/office/drawing/2014/main" id="{A72BB98F-1645-9B1C-E582-7970C373BF39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 flipV="1">
                <a:off x="169935" y="1955463"/>
                <a:ext cx="1350770" cy="782784"/>
              </a:xfrm>
              <a:prstGeom prst="line">
                <a:avLst/>
              </a:prstGeom>
              <a:ln w="571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73361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E5E5B-5010-783E-5393-FCCDB85C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73EEB12C-7003-1DD1-B311-515F51ECF23B}"/>
              </a:ext>
            </a:extLst>
          </p:cNvPr>
          <p:cNvSpPr txBox="1"/>
          <p:nvPr/>
        </p:nvSpPr>
        <p:spPr>
          <a:xfrm>
            <a:off x="41734" y="6410226"/>
            <a:ext cx="1715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Sixfold Pattern 7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7FBE8F-446E-C566-67EC-10AF3829827C}"/>
              </a:ext>
            </a:extLst>
          </p:cNvPr>
          <p:cNvGrpSpPr/>
          <p:nvPr/>
        </p:nvGrpSpPr>
        <p:grpSpPr>
          <a:xfrm>
            <a:off x="384681" y="2597991"/>
            <a:ext cx="2142218" cy="2182702"/>
            <a:chOff x="-860386" y="746693"/>
            <a:chExt cx="4775873" cy="4866131"/>
          </a:xfrm>
        </p:grpSpPr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A4D72FA2-D376-9118-C22B-9902650EE0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02C353-80B5-A9C8-6688-A0613C6CA59E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AF977530-8F11-EA4D-26C1-6676D47871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1260F248-1A9B-3AF7-04A2-8AB9463C8FB8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4B281015-45D5-F222-F282-5E9F8B89EB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BD296654-3C42-BF94-2D4C-03D9EA4310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96B12EA2-3FAA-73D4-6C23-FCDC991DB1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CE0FBAFE-BDA6-81AB-F964-7BE35F049725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0B469707-D58A-2FC6-DC36-5826772411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E18E638E-8423-B016-781C-B07C9EAECD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3FE7B54E-8F05-5990-E3C2-53CDD89F4B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51392873-D8CC-F593-890A-CA4D0A2903EA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42A7E730-80C5-1FEE-E641-5FF04F0626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0BE61ABE-FD32-69E7-A051-81CB532C20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6D8F49E7-BD77-CE32-3307-C2516AFE98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37CAAE31-C566-5C11-63A1-CC4F152041F7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55E166DB-17F2-8494-E88B-151B119056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E3559899-1CE9-0F03-9511-A70131B6F9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5C397269-F02E-BC82-092A-070774C714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69306A04-1D30-8B09-CD52-9007B2FC50CB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3EAF620F-EDDE-63F9-0573-AFFF0250B3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41CCA709-7EDB-F856-2266-6B3CFF40EE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8745FA74-BAA8-2D5A-D17B-CFBF94446F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AA9B0B33-8C3D-68EB-84A7-836BABC44D1A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E72D9801-17DA-1616-5EFB-6E7F6D5DCB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6F4290B6-1654-69A6-410D-2A6BF54EB8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04C0911B-5C5C-7979-41AF-E35440D655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B97FACF9-B59A-CC5C-0B17-0B86FD1821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C0F69AC6-5FB0-5904-0DFB-275286946F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14D5F7AF-5C64-BD98-08F8-5243B29F28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626A8825-5283-763B-F46D-387CC21040A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2B706C5-4B52-4A67-4B18-B6ED5DFD88D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1EF39406-A444-1952-E889-74D2BE061BF9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CE0F91A4-A3C2-9629-531F-BB02B2A7D428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00DC39D5-E5DF-C3CD-6004-2F1883DE680C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33495134-BCBA-7E29-C368-FA919D261F73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DE2DA2B-A45C-8472-4C2E-DCBD3EE824E4}"/>
              </a:ext>
            </a:extLst>
          </p:cNvPr>
          <p:cNvGrpSpPr/>
          <p:nvPr/>
        </p:nvGrpSpPr>
        <p:grpSpPr>
          <a:xfrm>
            <a:off x="2517061" y="2596875"/>
            <a:ext cx="2142218" cy="2182702"/>
            <a:chOff x="-860386" y="746693"/>
            <a:chExt cx="4775873" cy="486613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6C11E2A-7FB4-2644-8D34-13F7695893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9EF1261-7891-8018-DB0A-0066179DF28D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E10CA3F-9501-2DE4-9A16-3D87005EC4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A0B8078-B029-B83A-D037-CC062C7E3A16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44B806E-7D29-9C22-2978-0849946F5E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65379A60-79E9-D663-1A81-19E96E64CA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EC8A434-2A51-B6BC-1F67-7ADE26A1CC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1ED97318-7907-0B90-94EA-841EF10A8D2A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71130512-F19C-AB1E-E243-D61DCC67B5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00DC3D76-85BF-8FFB-7992-A39F9C4C03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4AA3A959-A963-65B3-07DA-A9B17B81C9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6B6C1A5-E5C4-1798-8018-9D6B2FC7CF4C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7780CA14-0BA9-02F1-5098-C21484D13C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0D755062-1029-2E9B-7E79-C182ACA19A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78C3CC54-8A64-3C18-D998-12CD7B5401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A1B1F85-D7DF-32C7-FE2E-B9CC5C88D8D8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D7BBCAC3-044F-93C0-9FD0-BB8CA920FE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8D88661-CFA3-D265-59AF-1D98577DEA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292D6D82-F752-ECA9-93C2-D656FB3449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5D60D18-E6C8-0F3C-A806-CCC0747C124A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5E0FEF03-A761-AB05-08C9-E8CA042044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10FD0328-44F1-05E5-C940-CBA9D4E1D0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650C0CB3-9C6E-8997-0630-007637BDDF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FDFAE676-7130-6F3A-4CEF-C5E07A21BA12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973279C-95F9-BAFC-96A0-A0508B3523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2D48E91A-313E-8838-E3E4-87494D750D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CA0FB18D-D9D7-819D-B6AF-9C79AAAC7A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50AF102B-6A8B-4C3B-34CD-9D34999D5B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CDA19AB-F38B-38CE-9460-2736AFF34F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C4FEA8BB-3D44-35A5-6C13-8E8EC02616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A701822-84EC-461F-2C78-DC8B10BB521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474ED5B-28AF-B59D-A3CC-0B0824EE911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5A1884D-C75F-EF03-E06D-4E3CC6C84EEB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908F59C-4761-339F-F2A7-346B283ED43F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71E8DA8-01C4-352E-BEEA-364CBAF4B25E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98F5B56-1455-7694-19B1-5150B2A3EEF9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D0DBEB0-240C-3844-8166-B925BD5A56B5}"/>
              </a:ext>
            </a:extLst>
          </p:cNvPr>
          <p:cNvGrpSpPr/>
          <p:nvPr/>
        </p:nvGrpSpPr>
        <p:grpSpPr>
          <a:xfrm>
            <a:off x="4644662" y="2596875"/>
            <a:ext cx="2142218" cy="2182702"/>
            <a:chOff x="-860386" y="746693"/>
            <a:chExt cx="4775873" cy="4866131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0FB3896-9485-A0EA-3C23-070A6F8AED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9DD74415-FF24-E4C5-2298-90A5611EDC66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8BB69DA3-7760-FCEE-0FDD-B1146ACB3F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ED9DF2F2-C19E-D1D3-8470-3F0B15D2A389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19379C83-CEA4-5B66-1CC1-CA79AB64A2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6C4D7E13-C1BF-D7EF-5858-12D27800DC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CCE8AF3D-A610-B75D-9004-EBAA0CFCEA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A6E1EB0-1AC9-BFEE-275E-66AC4EAC162B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B6C689F8-D504-0D26-0E5A-17CF8A843F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A655DD51-D09D-AFD8-871F-83B49A255D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F263CF46-8BA9-D624-F0C0-2137E177A7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03FEF1C-2D77-A4A0-FB47-6163AFDE8455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BBC9C1E7-07A4-FB95-E58E-BA07723488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44A4227B-87DC-FB83-F7A7-422783DA88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9C2D3451-76A0-5A88-D932-A4B3846974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5D562809-387C-0BD4-A2A8-3FD947534BBC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2D50313F-4C75-C49F-FFE7-8383902EFC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A11E790E-F9C3-40FA-20C3-202359E2FC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52C3476F-7BE8-DBD2-C31B-49158B8ADF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D0B50FC9-27E9-01D0-5E2D-CC6B20605CBC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3094F340-8D03-497E-DA8C-BADF7DB4B2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20D41590-1623-80F8-2EBB-47D4F50BEB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7DF63AFA-49FC-43F6-C5FC-FEB64008AA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90E7F13D-884F-E5BB-B37C-84CEB76383BB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72B06A2D-DA9F-96BB-7209-679F1CC725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99BABFC6-3FB4-0625-69B1-BD81C95E39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9702ADE8-0622-20A4-67FA-ABDD2C4FE1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C76A190E-5AA6-41A1-7702-D332EBBF8F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1DEA277D-6486-ADAF-A822-0D2C8B1139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AB0CB9A1-E594-6030-FDE3-014724D528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7F3FEE35-BFDC-AFB8-1725-E48494B7E3C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E4B6AFE1-BFBF-DE2D-8B5D-E7FA4DAD895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AEC4509-4F27-42C1-F11C-D44F9991D8BE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4A3BFA5-7126-0DFC-63F5-74E78EF805F0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0342E47-1FC9-127F-064E-37FB81B332CD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472D7EF-4BDA-6195-AC49-8A6E89A824C1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089A1495-E03F-FDB4-D5A3-B8397647E064}"/>
              </a:ext>
            </a:extLst>
          </p:cNvPr>
          <p:cNvGrpSpPr/>
          <p:nvPr/>
        </p:nvGrpSpPr>
        <p:grpSpPr>
          <a:xfrm>
            <a:off x="6778319" y="2596875"/>
            <a:ext cx="2142218" cy="2182702"/>
            <a:chOff x="-860386" y="746693"/>
            <a:chExt cx="4775873" cy="4866131"/>
          </a:xfrm>
        </p:grpSpPr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EDBA2238-F225-7E3F-0801-9B33763B0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A27C297D-A770-B8B9-E8FB-BF7FD5AD7BBF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9996C7CF-0865-C764-299D-43ACBAEF1A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51145E67-93A4-ED79-44DB-F858F879ACD0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D2821395-D833-377E-FC76-8D8D368473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21499ED4-8DF2-5EB2-07DF-D771FF0A5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F6831ED2-FFEA-C7F3-F006-6B1C0FDF6D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5" name="Group 254">
                <a:extLst>
                  <a:ext uri="{FF2B5EF4-FFF2-40B4-BE49-F238E27FC236}">
                    <a16:creationId xmlns:a16="http://schemas.microsoft.com/office/drawing/2014/main" id="{BA5B7873-F9C2-3690-76CA-7B0A6E007DF2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631F8843-0BF2-2E3D-C783-5E222E8FD5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F4C7D975-FA89-A628-EFA1-E60C3240B8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FE89D601-BD39-4E0D-F5A2-2512E3EE17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4DD605B3-8184-E812-0F81-E4BB204C3717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83A50593-9BE2-1E95-586D-7B3D4B758F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>
                  <a:extLst>
                    <a:ext uri="{FF2B5EF4-FFF2-40B4-BE49-F238E27FC236}">
                      <a16:creationId xmlns:a16="http://schemas.microsoft.com/office/drawing/2014/main" id="{7CF71994-DCB8-0A75-20BA-59DC8680D5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>
                  <a:extLst>
                    <a:ext uri="{FF2B5EF4-FFF2-40B4-BE49-F238E27FC236}">
                      <a16:creationId xmlns:a16="http://schemas.microsoft.com/office/drawing/2014/main" id="{962C00C7-AEB6-17BD-A7F0-7CE8CF5B58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D619911E-70E5-A388-8834-4839DF378775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CDF40322-D4E6-AEC3-73B6-D4FC270C27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8CF261EC-C565-BB4F-7731-C8A733F1F8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36B1B528-62C5-A5F0-9F61-5D8B4D87F2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8" name="Group 257">
                <a:extLst>
                  <a:ext uri="{FF2B5EF4-FFF2-40B4-BE49-F238E27FC236}">
                    <a16:creationId xmlns:a16="http://schemas.microsoft.com/office/drawing/2014/main" id="{CC5EBE4D-B2C0-5921-E6F2-B9C02BB03210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267" name="Straight Connector 266">
                  <a:extLst>
                    <a:ext uri="{FF2B5EF4-FFF2-40B4-BE49-F238E27FC236}">
                      <a16:creationId xmlns:a16="http://schemas.microsoft.com/office/drawing/2014/main" id="{F9A00949-A6FD-7767-3189-2E074C453A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>
                  <a:extLst>
                    <a:ext uri="{FF2B5EF4-FFF2-40B4-BE49-F238E27FC236}">
                      <a16:creationId xmlns:a16="http://schemas.microsoft.com/office/drawing/2014/main" id="{6B2293A0-C795-0271-BB4A-871EFAB29F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>
                  <a:extLst>
                    <a:ext uri="{FF2B5EF4-FFF2-40B4-BE49-F238E27FC236}">
                      <a16:creationId xmlns:a16="http://schemas.microsoft.com/office/drawing/2014/main" id="{91ED6ACA-B971-BF3E-DF19-C7B6D5C4B9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>
                <a:extLst>
                  <a:ext uri="{FF2B5EF4-FFF2-40B4-BE49-F238E27FC236}">
                    <a16:creationId xmlns:a16="http://schemas.microsoft.com/office/drawing/2014/main" id="{AA111A23-BF0B-B202-ED05-54D6761A4642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430D6946-7E56-FD71-EA1D-B727D25009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8226385B-DE12-2A01-A9A5-3ECFDC05B2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A9120FEF-C015-B8F9-EA3E-69A80313FA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644A6A7F-57BC-B1D8-24D2-2391C15F19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694EFB4F-25FB-EA17-A3E5-8B1412AC1A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45F6C978-9563-0961-8577-6A005CFBC2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D900F285-F636-B9F7-8662-A7B6ADC75C6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EABB7F08-27C4-5107-6E59-0E3BA840350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25B5538-FC47-BEE2-397E-D11E27B474AB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F897E059-278E-B1A6-EA44-F1D3FDC155CB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E56ADC4B-337E-F413-BB54-6E68E21F0063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FD96D16-3AE6-3657-C265-444CA6844865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804879C0-58EA-5775-74DE-F19574394F76}"/>
              </a:ext>
            </a:extLst>
          </p:cNvPr>
          <p:cNvGrpSpPr/>
          <p:nvPr/>
        </p:nvGrpSpPr>
        <p:grpSpPr>
          <a:xfrm>
            <a:off x="8912259" y="2596045"/>
            <a:ext cx="2142218" cy="2182702"/>
            <a:chOff x="-860386" y="746693"/>
            <a:chExt cx="4775873" cy="4866131"/>
          </a:xfrm>
        </p:grpSpPr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3A9DD336-34C2-3AB9-E289-085C2E8863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979268F2-98BB-7CFA-4AFF-ACF15685133A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BF552BC0-03EB-98C4-57F3-2F3036F56D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E26A490E-3D11-24E4-D3E6-CA491A7D84D6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5FD13995-A180-8528-C6EF-1F971AEE59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DDB6D5E6-EA42-F12E-D10E-C18CE7599A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93ACA02D-F3FC-6DD0-2AA9-AAD866C47A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35FADB21-F78E-3C7F-C6D2-A69196DED734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355" name="Straight Connector 354">
                  <a:extLst>
                    <a:ext uri="{FF2B5EF4-FFF2-40B4-BE49-F238E27FC236}">
                      <a16:creationId xmlns:a16="http://schemas.microsoft.com/office/drawing/2014/main" id="{F9449CC9-B984-6C5C-12CC-C5ACCCCA2E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Straight Connector 355">
                  <a:extLst>
                    <a:ext uri="{FF2B5EF4-FFF2-40B4-BE49-F238E27FC236}">
                      <a16:creationId xmlns:a16="http://schemas.microsoft.com/office/drawing/2014/main" id="{FC443941-2241-3F7B-0252-DB9101F890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Straight Connector 356">
                  <a:extLst>
                    <a:ext uri="{FF2B5EF4-FFF2-40B4-BE49-F238E27FC236}">
                      <a16:creationId xmlns:a16="http://schemas.microsoft.com/office/drawing/2014/main" id="{9FB4A6A9-C870-7385-3515-08B9F7EC3F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F9803A92-F37B-BF74-312C-7CDD05304449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352" name="Straight Connector 351">
                  <a:extLst>
                    <a:ext uri="{FF2B5EF4-FFF2-40B4-BE49-F238E27FC236}">
                      <a16:creationId xmlns:a16="http://schemas.microsoft.com/office/drawing/2014/main" id="{D964523F-4CF4-AB79-A655-1F07198C7B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3" name="Straight Connector 352">
                  <a:extLst>
                    <a:ext uri="{FF2B5EF4-FFF2-40B4-BE49-F238E27FC236}">
                      <a16:creationId xmlns:a16="http://schemas.microsoft.com/office/drawing/2014/main" id="{B4A687AB-A194-EC2C-287A-BB7D4FA897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4" name="Straight Connector 353">
                  <a:extLst>
                    <a:ext uri="{FF2B5EF4-FFF2-40B4-BE49-F238E27FC236}">
                      <a16:creationId xmlns:a16="http://schemas.microsoft.com/office/drawing/2014/main" id="{BE19824B-58B8-B6B7-8AEA-06E72C47B3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7DF7959E-DDE2-019F-F932-0F93EF082B50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349" name="Straight Connector 348">
                  <a:extLst>
                    <a:ext uri="{FF2B5EF4-FFF2-40B4-BE49-F238E27FC236}">
                      <a16:creationId xmlns:a16="http://schemas.microsoft.com/office/drawing/2014/main" id="{34ED66E8-ED56-5746-2E50-21FBD09B6D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0" name="Straight Connector 349">
                  <a:extLst>
                    <a:ext uri="{FF2B5EF4-FFF2-40B4-BE49-F238E27FC236}">
                      <a16:creationId xmlns:a16="http://schemas.microsoft.com/office/drawing/2014/main" id="{04E8C152-EA48-824C-EC29-8D968E8A2D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Straight Connector 350">
                  <a:extLst>
                    <a:ext uri="{FF2B5EF4-FFF2-40B4-BE49-F238E27FC236}">
                      <a16:creationId xmlns:a16="http://schemas.microsoft.com/office/drawing/2014/main" id="{49049349-586A-BDCE-C678-5502D5183E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C905FB7A-D23C-2F65-E9B9-547F41434A02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346" name="Straight Connector 345">
                  <a:extLst>
                    <a:ext uri="{FF2B5EF4-FFF2-40B4-BE49-F238E27FC236}">
                      <a16:creationId xmlns:a16="http://schemas.microsoft.com/office/drawing/2014/main" id="{04040A7F-D96B-611E-224B-2AFC848117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7" name="Straight Connector 346">
                  <a:extLst>
                    <a:ext uri="{FF2B5EF4-FFF2-40B4-BE49-F238E27FC236}">
                      <a16:creationId xmlns:a16="http://schemas.microsoft.com/office/drawing/2014/main" id="{BA5ECC87-6E29-1549-0C9B-84D33AC28F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Straight Connector 347">
                  <a:extLst>
                    <a:ext uri="{FF2B5EF4-FFF2-40B4-BE49-F238E27FC236}">
                      <a16:creationId xmlns:a16="http://schemas.microsoft.com/office/drawing/2014/main" id="{67EB6215-D904-F294-F10D-195936F87E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8" name="Group 337">
                <a:extLst>
                  <a:ext uri="{FF2B5EF4-FFF2-40B4-BE49-F238E27FC236}">
                    <a16:creationId xmlns:a16="http://schemas.microsoft.com/office/drawing/2014/main" id="{FD0EF884-0E1F-567B-5B43-0D4AD59F80CD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340" name="Straight Connector 339">
                  <a:extLst>
                    <a:ext uri="{FF2B5EF4-FFF2-40B4-BE49-F238E27FC236}">
                      <a16:creationId xmlns:a16="http://schemas.microsoft.com/office/drawing/2014/main" id="{41CF6AF3-DD82-7E9A-6DB0-D974229ACC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Straight Connector 340">
                  <a:extLst>
                    <a:ext uri="{FF2B5EF4-FFF2-40B4-BE49-F238E27FC236}">
                      <a16:creationId xmlns:a16="http://schemas.microsoft.com/office/drawing/2014/main" id="{F9BB4758-6309-2238-748D-ED4F3E7DFC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>
                  <a:extLst>
                    <a:ext uri="{FF2B5EF4-FFF2-40B4-BE49-F238E27FC236}">
                      <a16:creationId xmlns:a16="http://schemas.microsoft.com/office/drawing/2014/main" id="{E27FB612-2D5C-1C4A-6EB0-92DAF05CC1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Straight Connector 342">
                  <a:extLst>
                    <a:ext uri="{FF2B5EF4-FFF2-40B4-BE49-F238E27FC236}">
                      <a16:creationId xmlns:a16="http://schemas.microsoft.com/office/drawing/2014/main" id="{3C614C4D-9885-103D-3DB1-C85A625DA7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Straight Connector 343">
                  <a:extLst>
                    <a:ext uri="{FF2B5EF4-FFF2-40B4-BE49-F238E27FC236}">
                      <a16:creationId xmlns:a16="http://schemas.microsoft.com/office/drawing/2014/main" id="{80082273-4E34-7501-049B-C14A2CC79A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Straight Connector 344">
                  <a:extLst>
                    <a:ext uri="{FF2B5EF4-FFF2-40B4-BE49-F238E27FC236}">
                      <a16:creationId xmlns:a16="http://schemas.microsoft.com/office/drawing/2014/main" id="{521B5003-3065-0AC0-93B6-4EF746C774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4C2E18F2-66FE-C233-7C8A-126F64FB825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780E70C5-5E2D-4BF1-58ED-1E5106A9C86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465B7510-1219-A1C1-CC8A-A5CCAE2F6258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3F09D42D-6605-103B-1DCE-1FD3B80A39F1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5A663BD9-98C4-7A3D-4771-3E88114BE94D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CF40BD0E-4539-6514-AC31-48D79E73B104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89AA2D1A-9A76-E320-C711-1DC72857A9F8}"/>
              </a:ext>
            </a:extLst>
          </p:cNvPr>
          <p:cNvGrpSpPr/>
          <p:nvPr/>
        </p:nvGrpSpPr>
        <p:grpSpPr>
          <a:xfrm>
            <a:off x="1448768" y="4440724"/>
            <a:ext cx="2142218" cy="2182702"/>
            <a:chOff x="-860386" y="746693"/>
            <a:chExt cx="4775873" cy="4866131"/>
          </a:xfrm>
        </p:grpSpPr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890EDAE-BBD4-1334-7C18-E729DF2C7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02" name="Group 401">
              <a:extLst>
                <a:ext uri="{FF2B5EF4-FFF2-40B4-BE49-F238E27FC236}">
                  <a16:creationId xmlns:a16="http://schemas.microsoft.com/office/drawing/2014/main" id="{90EA5383-A270-DD3D-9B57-7007F033D45F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408" name="Straight Connector 407">
                <a:extLst>
                  <a:ext uri="{FF2B5EF4-FFF2-40B4-BE49-F238E27FC236}">
                    <a16:creationId xmlns:a16="http://schemas.microsoft.com/office/drawing/2014/main" id="{CA5FD3D1-379D-A4C4-6E61-E0147E2CF1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9" name="Straight Connector 408">
                <a:extLst>
                  <a:ext uri="{FF2B5EF4-FFF2-40B4-BE49-F238E27FC236}">
                    <a16:creationId xmlns:a16="http://schemas.microsoft.com/office/drawing/2014/main" id="{ECFD76C5-97C1-4390-6435-7B08F4DF137B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id="{64B1B6C4-E92B-FF1C-03D3-C15D2749D1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id="{7EA27A4A-4726-0F9A-FCFF-51C303EBCD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id="{69041C4A-FB39-A560-C78F-FB92434B8F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3" name="Group 412">
                <a:extLst>
                  <a:ext uri="{FF2B5EF4-FFF2-40B4-BE49-F238E27FC236}">
                    <a16:creationId xmlns:a16="http://schemas.microsoft.com/office/drawing/2014/main" id="{3087406C-4EB4-BC7E-BD9F-41BE01F30955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434" name="Straight Connector 433">
                  <a:extLst>
                    <a:ext uri="{FF2B5EF4-FFF2-40B4-BE49-F238E27FC236}">
                      <a16:creationId xmlns:a16="http://schemas.microsoft.com/office/drawing/2014/main" id="{57061875-284A-F40B-4D0D-BB3BBC61B5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7B5BFAC2-D077-4363-8C88-68BA706518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id="{021ACA72-9B70-4C77-1680-746A66437E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4" name="Group 413">
                <a:extLst>
                  <a:ext uri="{FF2B5EF4-FFF2-40B4-BE49-F238E27FC236}">
                    <a16:creationId xmlns:a16="http://schemas.microsoft.com/office/drawing/2014/main" id="{BCC0EED9-EFCF-965A-9CD4-D686E3F563BE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431" name="Straight Connector 430">
                  <a:extLst>
                    <a:ext uri="{FF2B5EF4-FFF2-40B4-BE49-F238E27FC236}">
                      <a16:creationId xmlns:a16="http://schemas.microsoft.com/office/drawing/2014/main" id="{072B6D25-3190-69F3-C1D1-49E8E0759C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Straight Connector 431">
                  <a:extLst>
                    <a:ext uri="{FF2B5EF4-FFF2-40B4-BE49-F238E27FC236}">
                      <a16:creationId xmlns:a16="http://schemas.microsoft.com/office/drawing/2014/main" id="{1FD82779-4FED-F541-C0FC-22C5692C0F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id="{36993BDC-B3F7-4BC6-2613-0BC715E90A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5" name="Group 414">
                <a:extLst>
                  <a:ext uri="{FF2B5EF4-FFF2-40B4-BE49-F238E27FC236}">
                    <a16:creationId xmlns:a16="http://schemas.microsoft.com/office/drawing/2014/main" id="{E15376E6-7EAF-8B09-6F23-49C398FF0F04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8A42C871-40F1-291F-C847-39CCD8616E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id="{46E5BA20-2D37-3409-32B9-95B8695038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Straight Connector 429">
                  <a:extLst>
                    <a:ext uri="{FF2B5EF4-FFF2-40B4-BE49-F238E27FC236}">
                      <a16:creationId xmlns:a16="http://schemas.microsoft.com/office/drawing/2014/main" id="{7146C60F-9314-5B88-7D85-7391BAC75E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6" name="Group 415">
                <a:extLst>
                  <a:ext uri="{FF2B5EF4-FFF2-40B4-BE49-F238E27FC236}">
                    <a16:creationId xmlns:a16="http://schemas.microsoft.com/office/drawing/2014/main" id="{636B50D4-175C-9191-B538-AC62440DD2ED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7499AC1D-0ED4-BE5F-7E2D-29F3D22BBA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Straight Connector 425">
                  <a:extLst>
                    <a:ext uri="{FF2B5EF4-FFF2-40B4-BE49-F238E27FC236}">
                      <a16:creationId xmlns:a16="http://schemas.microsoft.com/office/drawing/2014/main" id="{13BABD15-B7D6-EAC7-E4AC-06A8983521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id="{1928539F-2100-716E-3010-A94AD7B88F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7" name="Group 416">
                <a:extLst>
                  <a:ext uri="{FF2B5EF4-FFF2-40B4-BE49-F238E27FC236}">
                    <a16:creationId xmlns:a16="http://schemas.microsoft.com/office/drawing/2014/main" id="{DAF42C85-3756-1FD2-23D4-E372629F6CB4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419" name="Straight Connector 418">
                  <a:extLst>
                    <a:ext uri="{FF2B5EF4-FFF2-40B4-BE49-F238E27FC236}">
                      <a16:creationId xmlns:a16="http://schemas.microsoft.com/office/drawing/2014/main" id="{1103E39A-B679-D820-3C21-0B2B1C2633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419">
                  <a:extLst>
                    <a:ext uri="{FF2B5EF4-FFF2-40B4-BE49-F238E27FC236}">
                      <a16:creationId xmlns:a16="http://schemas.microsoft.com/office/drawing/2014/main" id="{7399EA75-6EA1-AF49-0818-913AF109D1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Straight Connector 420">
                  <a:extLst>
                    <a:ext uri="{FF2B5EF4-FFF2-40B4-BE49-F238E27FC236}">
                      <a16:creationId xmlns:a16="http://schemas.microsoft.com/office/drawing/2014/main" id="{1AD5329A-2429-602B-387F-E4E338C298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Straight Connector 421">
                  <a:extLst>
                    <a:ext uri="{FF2B5EF4-FFF2-40B4-BE49-F238E27FC236}">
                      <a16:creationId xmlns:a16="http://schemas.microsoft.com/office/drawing/2014/main" id="{1694A3B4-47E2-A807-E904-6F137F9890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Straight Connector 422">
                  <a:extLst>
                    <a:ext uri="{FF2B5EF4-FFF2-40B4-BE49-F238E27FC236}">
                      <a16:creationId xmlns:a16="http://schemas.microsoft.com/office/drawing/2014/main" id="{77EE6DEC-CD12-087C-FE9C-DF8743BD83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Straight Connector 423">
                  <a:extLst>
                    <a:ext uri="{FF2B5EF4-FFF2-40B4-BE49-F238E27FC236}">
                      <a16:creationId xmlns:a16="http://schemas.microsoft.com/office/drawing/2014/main" id="{C5E09667-6CD9-C6B9-8785-8588377771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8" name="Straight Connector 417">
                <a:extLst>
                  <a:ext uri="{FF2B5EF4-FFF2-40B4-BE49-F238E27FC236}">
                    <a16:creationId xmlns:a16="http://schemas.microsoft.com/office/drawing/2014/main" id="{0DD1DD79-8B18-F43B-0D9C-70C450BB540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3DD21AA3-5714-6D7D-EE15-75B1CC084B8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61BB8F1F-B18B-C736-6FBA-1FCD4E3E69F2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5B3148A-BF31-CCEC-732A-856B10C2F141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A783A33A-2048-7132-2E8D-4F00815AAA81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6BCACF63-74FB-C26F-A716-1C760B5FEDAA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C0A09304-AC19-FD67-761D-CBC8624D3F92}"/>
              </a:ext>
            </a:extLst>
          </p:cNvPr>
          <p:cNvGrpSpPr/>
          <p:nvPr/>
        </p:nvGrpSpPr>
        <p:grpSpPr>
          <a:xfrm>
            <a:off x="3580238" y="4443833"/>
            <a:ext cx="2142218" cy="2182702"/>
            <a:chOff x="-860386" y="746693"/>
            <a:chExt cx="4775873" cy="4866131"/>
          </a:xfrm>
        </p:grpSpPr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1FE9D020-0659-0575-8279-C3CB77544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81" name="Group 480">
              <a:extLst>
                <a:ext uri="{FF2B5EF4-FFF2-40B4-BE49-F238E27FC236}">
                  <a16:creationId xmlns:a16="http://schemas.microsoft.com/office/drawing/2014/main" id="{10F6E5F8-34BD-82C5-84F0-CEF79ACE59A7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487" name="Straight Connector 486">
                <a:extLst>
                  <a:ext uri="{FF2B5EF4-FFF2-40B4-BE49-F238E27FC236}">
                    <a16:creationId xmlns:a16="http://schemas.microsoft.com/office/drawing/2014/main" id="{459B497F-93AD-C85C-EB77-C07AD949A9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8" name="Straight Connector 487">
                <a:extLst>
                  <a:ext uri="{FF2B5EF4-FFF2-40B4-BE49-F238E27FC236}">
                    <a16:creationId xmlns:a16="http://schemas.microsoft.com/office/drawing/2014/main" id="{60A5456C-A2D5-24C0-DE11-E5B42D320D4C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Connector 488">
                <a:extLst>
                  <a:ext uri="{FF2B5EF4-FFF2-40B4-BE49-F238E27FC236}">
                    <a16:creationId xmlns:a16="http://schemas.microsoft.com/office/drawing/2014/main" id="{C6A9B795-6259-2CB6-75F7-C18FEF058D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0" name="Straight Connector 489">
                <a:extLst>
                  <a:ext uri="{FF2B5EF4-FFF2-40B4-BE49-F238E27FC236}">
                    <a16:creationId xmlns:a16="http://schemas.microsoft.com/office/drawing/2014/main" id="{428165FE-109A-357F-C91F-3205309D8B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1" name="Straight Connector 490">
                <a:extLst>
                  <a:ext uri="{FF2B5EF4-FFF2-40B4-BE49-F238E27FC236}">
                    <a16:creationId xmlns:a16="http://schemas.microsoft.com/office/drawing/2014/main" id="{321E9F9F-E587-7166-CCF8-7244E7794D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2" name="Group 491">
                <a:extLst>
                  <a:ext uri="{FF2B5EF4-FFF2-40B4-BE49-F238E27FC236}">
                    <a16:creationId xmlns:a16="http://schemas.microsoft.com/office/drawing/2014/main" id="{24091414-04B5-EB86-DAB0-90EE67C48CA1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13" name="Straight Connector 512">
                  <a:extLst>
                    <a:ext uri="{FF2B5EF4-FFF2-40B4-BE49-F238E27FC236}">
                      <a16:creationId xmlns:a16="http://schemas.microsoft.com/office/drawing/2014/main" id="{D9D054C4-D3CE-92B1-2DE6-C5BBBA65A7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832B1ED8-5F57-0A79-3507-7267331499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C7AFA06E-58FE-F038-0046-5242DAB059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3" name="Group 492">
                <a:extLst>
                  <a:ext uri="{FF2B5EF4-FFF2-40B4-BE49-F238E27FC236}">
                    <a16:creationId xmlns:a16="http://schemas.microsoft.com/office/drawing/2014/main" id="{492CFAEF-5512-2553-AC7F-A55D7E056560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10" name="Straight Connector 509">
                  <a:extLst>
                    <a:ext uri="{FF2B5EF4-FFF2-40B4-BE49-F238E27FC236}">
                      <a16:creationId xmlns:a16="http://schemas.microsoft.com/office/drawing/2014/main" id="{16AADA06-0543-9975-B544-F0A31B0F0E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1" name="Straight Connector 510">
                  <a:extLst>
                    <a:ext uri="{FF2B5EF4-FFF2-40B4-BE49-F238E27FC236}">
                      <a16:creationId xmlns:a16="http://schemas.microsoft.com/office/drawing/2014/main" id="{E6BEA1C0-2994-C0E2-FC07-76A390AA30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2" name="Straight Connector 511">
                  <a:extLst>
                    <a:ext uri="{FF2B5EF4-FFF2-40B4-BE49-F238E27FC236}">
                      <a16:creationId xmlns:a16="http://schemas.microsoft.com/office/drawing/2014/main" id="{870CF3A0-B1D9-5F22-E6B0-70CDAC8D72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4" name="Group 493">
                <a:extLst>
                  <a:ext uri="{FF2B5EF4-FFF2-40B4-BE49-F238E27FC236}">
                    <a16:creationId xmlns:a16="http://schemas.microsoft.com/office/drawing/2014/main" id="{BDC50D53-772A-56BA-8C8B-3F9078CD5770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id="{188ADA89-FA90-DB10-BB7C-75BC0BA803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E9738637-1155-843F-C3F9-58E2EFE348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Straight Connector 508">
                  <a:extLst>
                    <a:ext uri="{FF2B5EF4-FFF2-40B4-BE49-F238E27FC236}">
                      <a16:creationId xmlns:a16="http://schemas.microsoft.com/office/drawing/2014/main" id="{04324E15-D283-434F-3FAF-8F425021B2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5" name="Group 494">
                <a:extLst>
                  <a:ext uri="{FF2B5EF4-FFF2-40B4-BE49-F238E27FC236}">
                    <a16:creationId xmlns:a16="http://schemas.microsoft.com/office/drawing/2014/main" id="{880FAF1B-D933-1C6E-2E11-49F60BCCA19F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04" name="Straight Connector 503">
                  <a:extLst>
                    <a:ext uri="{FF2B5EF4-FFF2-40B4-BE49-F238E27FC236}">
                      <a16:creationId xmlns:a16="http://schemas.microsoft.com/office/drawing/2014/main" id="{CA439620-E818-8161-54CB-97184CACE7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5" name="Straight Connector 504">
                  <a:extLst>
                    <a:ext uri="{FF2B5EF4-FFF2-40B4-BE49-F238E27FC236}">
                      <a16:creationId xmlns:a16="http://schemas.microsoft.com/office/drawing/2014/main" id="{A3F5B840-C3D7-EF77-159A-756BFDF7FD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6" name="Straight Connector 505">
                  <a:extLst>
                    <a:ext uri="{FF2B5EF4-FFF2-40B4-BE49-F238E27FC236}">
                      <a16:creationId xmlns:a16="http://schemas.microsoft.com/office/drawing/2014/main" id="{5DA3A0F8-F972-BFAB-C14B-1CD1754FC8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6" name="Group 495">
                <a:extLst>
                  <a:ext uri="{FF2B5EF4-FFF2-40B4-BE49-F238E27FC236}">
                    <a16:creationId xmlns:a16="http://schemas.microsoft.com/office/drawing/2014/main" id="{BD388C38-C746-DFC1-0CD5-11483A767BEE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958120E7-7C83-543E-990B-8BBDD7ECF4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99" name="Straight Connector 498">
                  <a:extLst>
                    <a:ext uri="{FF2B5EF4-FFF2-40B4-BE49-F238E27FC236}">
                      <a16:creationId xmlns:a16="http://schemas.microsoft.com/office/drawing/2014/main" id="{FD152233-887A-7DC1-237D-BFDA9FF023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0294AB74-A7E1-2916-359D-23537C78A0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AEE689D5-8B8E-D46A-04E6-17F192CBE5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15867E95-94EE-63C7-96A7-689FD4C511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D94F0BBD-22A8-414D-3DF7-3D6C5237FF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7" name="Straight Connector 496">
                <a:extLst>
                  <a:ext uri="{FF2B5EF4-FFF2-40B4-BE49-F238E27FC236}">
                    <a16:creationId xmlns:a16="http://schemas.microsoft.com/office/drawing/2014/main" id="{68700EB9-6581-1A23-0894-43159232039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C4E24722-3EC0-D825-B332-966B89C3839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FF4D311D-2AFC-6418-22F6-80023967239C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D621E203-7868-51AD-629D-487A0BA24312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813B3073-6B01-615B-FEBF-09EE26B0F3C5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D4175EC6-CBDA-7991-46DE-88E28A8CFF92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58" name="Group 557">
            <a:extLst>
              <a:ext uri="{FF2B5EF4-FFF2-40B4-BE49-F238E27FC236}">
                <a16:creationId xmlns:a16="http://schemas.microsoft.com/office/drawing/2014/main" id="{6B83ACEE-1F4E-2A60-9138-BED0483F1B1B}"/>
              </a:ext>
            </a:extLst>
          </p:cNvPr>
          <p:cNvGrpSpPr/>
          <p:nvPr/>
        </p:nvGrpSpPr>
        <p:grpSpPr>
          <a:xfrm>
            <a:off x="5710200" y="4440315"/>
            <a:ext cx="2142218" cy="2182702"/>
            <a:chOff x="-860386" y="746693"/>
            <a:chExt cx="4775873" cy="4866131"/>
          </a:xfrm>
        </p:grpSpPr>
        <p:cxnSp>
          <p:nvCxnSpPr>
            <p:cNvPr id="559" name="Straight Connector 558">
              <a:extLst>
                <a:ext uri="{FF2B5EF4-FFF2-40B4-BE49-F238E27FC236}">
                  <a16:creationId xmlns:a16="http://schemas.microsoft.com/office/drawing/2014/main" id="{9A41F0D9-355E-7CA3-720D-543B2FE35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60" name="Group 559">
              <a:extLst>
                <a:ext uri="{FF2B5EF4-FFF2-40B4-BE49-F238E27FC236}">
                  <a16:creationId xmlns:a16="http://schemas.microsoft.com/office/drawing/2014/main" id="{7F9A3EE0-0233-6771-290D-E2D311185100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CFBDE9B7-329B-F992-1D73-A5418870EC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7C1FE3C4-5B8F-2378-F8CE-46E9AC179D8E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D7B96BCC-804F-F328-A82A-C132B0117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9DFD7569-B342-2DFE-3E29-B99CF04DCB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C67525AE-ACF7-46DB-1655-BBF8245E38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1" name="Group 570">
                <a:extLst>
                  <a:ext uri="{FF2B5EF4-FFF2-40B4-BE49-F238E27FC236}">
                    <a16:creationId xmlns:a16="http://schemas.microsoft.com/office/drawing/2014/main" id="{90FD1626-B216-CD05-BF86-C4816E1F5737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92" name="Straight Connector 591">
                  <a:extLst>
                    <a:ext uri="{FF2B5EF4-FFF2-40B4-BE49-F238E27FC236}">
                      <a16:creationId xmlns:a16="http://schemas.microsoft.com/office/drawing/2014/main" id="{7364D57B-9510-23B9-4F6E-4C85369240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Straight Connector 592">
                  <a:extLst>
                    <a:ext uri="{FF2B5EF4-FFF2-40B4-BE49-F238E27FC236}">
                      <a16:creationId xmlns:a16="http://schemas.microsoft.com/office/drawing/2014/main" id="{DAB05B60-67B8-A8AA-6AA7-04DCF6F8ED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4" name="Straight Connector 593">
                  <a:extLst>
                    <a:ext uri="{FF2B5EF4-FFF2-40B4-BE49-F238E27FC236}">
                      <a16:creationId xmlns:a16="http://schemas.microsoft.com/office/drawing/2014/main" id="{AA9AE4D1-834A-AAA0-84D9-A149CF6180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2" name="Group 571">
                <a:extLst>
                  <a:ext uri="{FF2B5EF4-FFF2-40B4-BE49-F238E27FC236}">
                    <a16:creationId xmlns:a16="http://schemas.microsoft.com/office/drawing/2014/main" id="{11F6B382-5D64-A06E-DDC2-04FB01A865AC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89" name="Straight Connector 588">
                  <a:extLst>
                    <a:ext uri="{FF2B5EF4-FFF2-40B4-BE49-F238E27FC236}">
                      <a16:creationId xmlns:a16="http://schemas.microsoft.com/office/drawing/2014/main" id="{6C05BB41-4435-25FB-C471-5C5DD3B6F0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0" name="Straight Connector 589">
                  <a:extLst>
                    <a:ext uri="{FF2B5EF4-FFF2-40B4-BE49-F238E27FC236}">
                      <a16:creationId xmlns:a16="http://schemas.microsoft.com/office/drawing/2014/main" id="{53BAE298-87C5-E8DB-4138-40911B9B74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1" name="Straight Connector 590">
                  <a:extLst>
                    <a:ext uri="{FF2B5EF4-FFF2-40B4-BE49-F238E27FC236}">
                      <a16:creationId xmlns:a16="http://schemas.microsoft.com/office/drawing/2014/main" id="{FBC65974-6183-CDAC-7AE1-74C4396349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3" name="Group 572">
                <a:extLst>
                  <a:ext uri="{FF2B5EF4-FFF2-40B4-BE49-F238E27FC236}">
                    <a16:creationId xmlns:a16="http://schemas.microsoft.com/office/drawing/2014/main" id="{3B58969D-B66D-787E-A007-8A59581C8DEE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86" name="Straight Connector 585">
                  <a:extLst>
                    <a:ext uri="{FF2B5EF4-FFF2-40B4-BE49-F238E27FC236}">
                      <a16:creationId xmlns:a16="http://schemas.microsoft.com/office/drawing/2014/main" id="{4A6A8634-1841-4C2E-E34D-E11A8D119B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7" name="Straight Connector 586">
                  <a:extLst>
                    <a:ext uri="{FF2B5EF4-FFF2-40B4-BE49-F238E27FC236}">
                      <a16:creationId xmlns:a16="http://schemas.microsoft.com/office/drawing/2014/main" id="{F4F6A88C-E639-733D-8365-C98B44370A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8" name="Straight Connector 587">
                  <a:extLst>
                    <a:ext uri="{FF2B5EF4-FFF2-40B4-BE49-F238E27FC236}">
                      <a16:creationId xmlns:a16="http://schemas.microsoft.com/office/drawing/2014/main" id="{559B68B9-BFAB-9ABD-D873-D61B301D34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4" name="Group 573">
                <a:extLst>
                  <a:ext uri="{FF2B5EF4-FFF2-40B4-BE49-F238E27FC236}">
                    <a16:creationId xmlns:a16="http://schemas.microsoft.com/office/drawing/2014/main" id="{5F2DEADF-0C68-15CA-F3BA-91D5D91B2CD8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583" name="Straight Connector 582">
                  <a:extLst>
                    <a:ext uri="{FF2B5EF4-FFF2-40B4-BE49-F238E27FC236}">
                      <a16:creationId xmlns:a16="http://schemas.microsoft.com/office/drawing/2014/main" id="{CACAD88C-DB93-4C6C-EFD2-5C0F8D29E7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4" name="Straight Connector 583">
                  <a:extLst>
                    <a:ext uri="{FF2B5EF4-FFF2-40B4-BE49-F238E27FC236}">
                      <a16:creationId xmlns:a16="http://schemas.microsoft.com/office/drawing/2014/main" id="{EA25EEC0-E39F-B1F9-306F-110DAA218A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5" name="Straight Connector 584">
                  <a:extLst>
                    <a:ext uri="{FF2B5EF4-FFF2-40B4-BE49-F238E27FC236}">
                      <a16:creationId xmlns:a16="http://schemas.microsoft.com/office/drawing/2014/main" id="{5AE2CA65-2F1B-CFDE-3ECA-206CA31C3B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5" name="Group 574">
                <a:extLst>
                  <a:ext uri="{FF2B5EF4-FFF2-40B4-BE49-F238E27FC236}">
                    <a16:creationId xmlns:a16="http://schemas.microsoft.com/office/drawing/2014/main" id="{36EC790B-E84F-6F13-4C0B-6BA2A27418A4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577" name="Straight Connector 576">
                  <a:extLst>
                    <a:ext uri="{FF2B5EF4-FFF2-40B4-BE49-F238E27FC236}">
                      <a16:creationId xmlns:a16="http://schemas.microsoft.com/office/drawing/2014/main" id="{30BA1146-40F6-F4F3-181D-8BE3BAD6E6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8" name="Straight Connector 577">
                  <a:extLst>
                    <a:ext uri="{FF2B5EF4-FFF2-40B4-BE49-F238E27FC236}">
                      <a16:creationId xmlns:a16="http://schemas.microsoft.com/office/drawing/2014/main" id="{748920D3-DBEF-26E2-C1C2-8C05C274D1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9" name="Straight Connector 578">
                  <a:extLst>
                    <a:ext uri="{FF2B5EF4-FFF2-40B4-BE49-F238E27FC236}">
                      <a16:creationId xmlns:a16="http://schemas.microsoft.com/office/drawing/2014/main" id="{A3F96338-B0BA-9BAA-25FD-8ABADD829C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0" name="Straight Connector 579">
                  <a:extLst>
                    <a:ext uri="{FF2B5EF4-FFF2-40B4-BE49-F238E27FC236}">
                      <a16:creationId xmlns:a16="http://schemas.microsoft.com/office/drawing/2014/main" id="{D4D0D530-5926-5F6A-24BF-2FB869EC11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1" name="Straight Connector 580">
                  <a:extLst>
                    <a:ext uri="{FF2B5EF4-FFF2-40B4-BE49-F238E27FC236}">
                      <a16:creationId xmlns:a16="http://schemas.microsoft.com/office/drawing/2014/main" id="{3E70A63B-E10D-7767-6EA3-4B17C3DD4A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2" name="Straight Connector 581">
                  <a:extLst>
                    <a:ext uri="{FF2B5EF4-FFF2-40B4-BE49-F238E27FC236}">
                      <a16:creationId xmlns:a16="http://schemas.microsoft.com/office/drawing/2014/main" id="{FFE37CAB-0AD2-DCFB-17D6-A35B11CF94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76" name="Straight Connector 575">
                <a:extLst>
                  <a:ext uri="{FF2B5EF4-FFF2-40B4-BE49-F238E27FC236}">
                    <a16:creationId xmlns:a16="http://schemas.microsoft.com/office/drawing/2014/main" id="{4901A287-B694-9B63-7103-B0327BAAFD9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561" name="Straight Connector 560">
              <a:extLst>
                <a:ext uri="{FF2B5EF4-FFF2-40B4-BE49-F238E27FC236}">
                  <a16:creationId xmlns:a16="http://schemas.microsoft.com/office/drawing/2014/main" id="{62429043-9599-DA24-CA47-916E69A7A1F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2" name="Straight Connector 561">
              <a:extLst>
                <a:ext uri="{FF2B5EF4-FFF2-40B4-BE49-F238E27FC236}">
                  <a16:creationId xmlns:a16="http://schemas.microsoft.com/office/drawing/2014/main" id="{E16E175D-53BC-30BF-6ACB-AC1DC79DC774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1A726040-0D7C-C860-3682-0C6B42B358CC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4" name="Straight Connector 563">
              <a:extLst>
                <a:ext uri="{FF2B5EF4-FFF2-40B4-BE49-F238E27FC236}">
                  <a16:creationId xmlns:a16="http://schemas.microsoft.com/office/drawing/2014/main" id="{26C0AE05-B750-FD7B-63DF-7F8A14599E9F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5" name="Straight Connector 564">
              <a:extLst>
                <a:ext uri="{FF2B5EF4-FFF2-40B4-BE49-F238E27FC236}">
                  <a16:creationId xmlns:a16="http://schemas.microsoft.com/office/drawing/2014/main" id="{3B4A7593-AA71-B1BE-0FF0-ED2CFE7D5230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37" name="Group 636">
            <a:extLst>
              <a:ext uri="{FF2B5EF4-FFF2-40B4-BE49-F238E27FC236}">
                <a16:creationId xmlns:a16="http://schemas.microsoft.com/office/drawing/2014/main" id="{22AAA83E-7E84-019E-D224-BCCC0CC739E6}"/>
              </a:ext>
            </a:extLst>
          </p:cNvPr>
          <p:cNvGrpSpPr/>
          <p:nvPr/>
        </p:nvGrpSpPr>
        <p:grpSpPr>
          <a:xfrm>
            <a:off x="7851882" y="4439458"/>
            <a:ext cx="2142218" cy="2182702"/>
            <a:chOff x="-860386" y="746693"/>
            <a:chExt cx="4775873" cy="4866131"/>
          </a:xfrm>
        </p:grpSpPr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DC215F87-5B15-6D5B-A294-78BA960CD9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39" name="Group 638">
              <a:extLst>
                <a:ext uri="{FF2B5EF4-FFF2-40B4-BE49-F238E27FC236}">
                  <a16:creationId xmlns:a16="http://schemas.microsoft.com/office/drawing/2014/main" id="{3ECA506A-EEB8-9C26-BFEC-F81965119638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645" name="Straight Connector 644">
                <a:extLst>
                  <a:ext uri="{FF2B5EF4-FFF2-40B4-BE49-F238E27FC236}">
                    <a16:creationId xmlns:a16="http://schemas.microsoft.com/office/drawing/2014/main" id="{5240B313-F100-21F1-0263-A2FD85FBA0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6" name="Straight Connector 645">
                <a:extLst>
                  <a:ext uri="{FF2B5EF4-FFF2-40B4-BE49-F238E27FC236}">
                    <a16:creationId xmlns:a16="http://schemas.microsoft.com/office/drawing/2014/main" id="{0257D1DE-4D3E-F88A-85C6-8132E377126B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7" name="Straight Connector 646">
                <a:extLst>
                  <a:ext uri="{FF2B5EF4-FFF2-40B4-BE49-F238E27FC236}">
                    <a16:creationId xmlns:a16="http://schemas.microsoft.com/office/drawing/2014/main" id="{93A81681-7B12-6C07-53A2-54A345891E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8" name="Straight Connector 647">
                <a:extLst>
                  <a:ext uri="{FF2B5EF4-FFF2-40B4-BE49-F238E27FC236}">
                    <a16:creationId xmlns:a16="http://schemas.microsoft.com/office/drawing/2014/main" id="{18435D03-2C49-EB11-5E98-82B4AD78D6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9" name="Straight Connector 648">
                <a:extLst>
                  <a:ext uri="{FF2B5EF4-FFF2-40B4-BE49-F238E27FC236}">
                    <a16:creationId xmlns:a16="http://schemas.microsoft.com/office/drawing/2014/main" id="{C9E41437-005E-D2E1-EF3B-F0BC88EB9F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50" name="Group 649">
                <a:extLst>
                  <a:ext uri="{FF2B5EF4-FFF2-40B4-BE49-F238E27FC236}">
                    <a16:creationId xmlns:a16="http://schemas.microsoft.com/office/drawing/2014/main" id="{62465EFD-A92B-B62A-E474-DC42491B9BE8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671" name="Straight Connector 670">
                  <a:extLst>
                    <a:ext uri="{FF2B5EF4-FFF2-40B4-BE49-F238E27FC236}">
                      <a16:creationId xmlns:a16="http://schemas.microsoft.com/office/drawing/2014/main" id="{F7E58DF6-CA2A-3BB7-9704-F6CDAE3FD8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72" name="Straight Connector 671">
                  <a:extLst>
                    <a:ext uri="{FF2B5EF4-FFF2-40B4-BE49-F238E27FC236}">
                      <a16:creationId xmlns:a16="http://schemas.microsoft.com/office/drawing/2014/main" id="{87B0F810-DAD0-92F6-F7A7-538EA68571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73" name="Straight Connector 672">
                  <a:extLst>
                    <a:ext uri="{FF2B5EF4-FFF2-40B4-BE49-F238E27FC236}">
                      <a16:creationId xmlns:a16="http://schemas.microsoft.com/office/drawing/2014/main" id="{6422B7A7-880B-BEA9-4AF7-DB67762BF9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1" name="Group 650">
                <a:extLst>
                  <a:ext uri="{FF2B5EF4-FFF2-40B4-BE49-F238E27FC236}">
                    <a16:creationId xmlns:a16="http://schemas.microsoft.com/office/drawing/2014/main" id="{E6AA0749-D7F9-7425-0413-9B0C8299B127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668" name="Straight Connector 667">
                  <a:extLst>
                    <a:ext uri="{FF2B5EF4-FFF2-40B4-BE49-F238E27FC236}">
                      <a16:creationId xmlns:a16="http://schemas.microsoft.com/office/drawing/2014/main" id="{C04C1E2A-844E-2564-F73C-983E5389DF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9" name="Straight Connector 668">
                  <a:extLst>
                    <a:ext uri="{FF2B5EF4-FFF2-40B4-BE49-F238E27FC236}">
                      <a16:creationId xmlns:a16="http://schemas.microsoft.com/office/drawing/2014/main" id="{35A41FE7-F83D-75C6-02EC-B2D517ECAC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70" name="Straight Connector 669">
                  <a:extLst>
                    <a:ext uri="{FF2B5EF4-FFF2-40B4-BE49-F238E27FC236}">
                      <a16:creationId xmlns:a16="http://schemas.microsoft.com/office/drawing/2014/main" id="{F25FC88B-9172-BC2E-01AD-AD82353EF6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2" name="Group 651">
                <a:extLst>
                  <a:ext uri="{FF2B5EF4-FFF2-40B4-BE49-F238E27FC236}">
                    <a16:creationId xmlns:a16="http://schemas.microsoft.com/office/drawing/2014/main" id="{5B596DB0-8FE5-A5AD-31DB-F75B130CE039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665" name="Straight Connector 664">
                  <a:extLst>
                    <a:ext uri="{FF2B5EF4-FFF2-40B4-BE49-F238E27FC236}">
                      <a16:creationId xmlns:a16="http://schemas.microsoft.com/office/drawing/2014/main" id="{588F7C72-254E-A6C4-71E7-C67C47F872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6" name="Straight Connector 665">
                  <a:extLst>
                    <a:ext uri="{FF2B5EF4-FFF2-40B4-BE49-F238E27FC236}">
                      <a16:creationId xmlns:a16="http://schemas.microsoft.com/office/drawing/2014/main" id="{6DF94DC0-8F0C-2FFD-A4BD-1C56B2F9EF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7" name="Straight Connector 666">
                  <a:extLst>
                    <a:ext uri="{FF2B5EF4-FFF2-40B4-BE49-F238E27FC236}">
                      <a16:creationId xmlns:a16="http://schemas.microsoft.com/office/drawing/2014/main" id="{EB39D6E1-7F53-8969-BD06-10CD0B48D1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3" name="Group 652">
                <a:extLst>
                  <a:ext uri="{FF2B5EF4-FFF2-40B4-BE49-F238E27FC236}">
                    <a16:creationId xmlns:a16="http://schemas.microsoft.com/office/drawing/2014/main" id="{3C39980C-A520-0115-58E9-BD1621BF970E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662" name="Straight Connector 661">
                  <a:extLst>
                    <a:ext uri="{FF2B5EF4-FFF2-40B4-BE49-F238E27FC236}">
                      <a16:creationId xmlns:a16="http://schemas.microsoft.com/office/drawing/2014/main" id="{7EFC2F43-8F61-B0B2-22DD-3719194D7B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3" name="Straight Connector 662">
                  <a:extLst>
                    <a:ext uri="{FF2B5EF4-FFF2-40B4-BE49-F238E27FC236}">
                      <a16:creationId xmlns:a16="http://schemas.microsoft.com/office/drawing/2014/main" id="{408891E6-66F1-66A0-9B28-0C062D6584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4" name="Straight Connector 663">
                  <a:extLst>
                    <a:ext uri="{FF2B5EF4-FFF2-40B4-BE49-F238E27FC236}">
                      <a16:creationId xmlns:a16="http://schemas.microsoft.com/office/drawing/2014/main" id="{B7DB8A69-ACA2-96BC-E580-2575332784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4" name="Group 653">
                <a:extLst>
                  <a:ext uri="{FF2B5EF4-FFF2-40B4-BE49-F238E27FC236}">
                    <a16:creationId xmlns:a16="http://schemas.microsoft.com/office/drawing/2014/main" id="{43AB13B6-2F1C-C8A4-FC43-3A175BE39F46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656" name="Straight Connector 655">
                  <a:extLst>
                    <a:ext uri="{FF2B5EF4-FFF2-40B4-BE49-F238E27FC236}">
                      <a16:creationId xmlns:a16="http://schemas.microsoft.com/office/drawing/2014/main" id="{742CD8F6-7E6B-1DED-F918-ED40A7147E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57" name="Straight Connector 656">
                  <a:extLst>
                    <a:ext uri="{FF2B5EF4-FFF2-40B4-BE49-F238E27FC236}">
                      <a16:creationId xmlns:a16="http://schemas.microsoft.com/office/drawing/2014/main" id="{3E1045DC-D613-4F24-9CCB-C51EED19DE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58" name="Straight Connector 657">
                  <a:extLst>
                    <a:ext uri="{FF2B5EF4-FFF2-40B4-BE49-F238E27FC236}">
                      <a16:creationId xmlns:a16="http://schemas.microsoft.com/office/drawing/2014/main" id="{7B8327E3-3ED3-7FDC-A467-4629D83657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59" name="Straight Connector 658">
                  <a:extLst>
                    <a:ext uri="{FF2B5EF4-FFF2-40B4-BE49-F238E27FC236}">
                      <a16:creationId xmlns:a16="http://schemas.microsoft.com/office/drawing/2014/main" id="{A6E08A82-281F-1EA6-AF80-84B104A9E7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0" name="Straight Connector 659">
                  <a:extLst>
                    <a:ext uri="{FF2B5EF4-FFF2-40B4-BE49-F238E27FC236}">
                      <a16:creationId xmlns:a16="http://schemas.microsoft.com/office/drawing/2014/main" id="{B3256EC4-8EE0-DD6A-1A7B-0F5D1FDEA0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1" name="Straight Connector 660">
                  <a:extLst>
                    <a:ext uri="{FF2B5EF4-FFF2-40B4-BE49-F238E27FC236}">
                      <a16:creationId xmlns:a16="http://schemas.microsoft.com/office/drawing/2014/main" id="{5CD5F082-743E-CD93-A2C4-A4CD0DC2D1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55" name="Straight Connector 654">
                <a:extLst>
                  <a:ext uri="{FF2B5EF4-FFF2-40B4-BE49-F238E27FC236}">
                    <a16:creationId xmlns:a16="http://schemas.microsoft.com/office/drawing/2014/main" id="{FC1BED25-9BE5-FE19-835E-CFCF589A33A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D1E04D6B-8960-A8A4-A987-3811330C694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41" name="Straight Connector 640">
              <a:extLst>
                <a:ext uri="{FF2B5EF4-FFF2-40B4-BE49-F238E27FC236}">
                  <a16:creationId xmlns:a16="http://schemas.microsoft.com/office/drawing/2014/main" id="{8D2A8714-EEF0-A0BD-3C3A-798636866AE0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42" name="Straight Connector 641">
              <a:extLst>
                <a:ext uri="{FF2B5EF4-FFF2-40B4-BE49-F238E27FC236}">
                  <a16:creationId xmlns:a16="http://schemas.microsoft.com/office/drawing/2014/main" id="{5FACE720-5341-B5CA-DE25-CC7426D65423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43" name="Straight Connector 642">
              <a:extLst>
                <a:ext uri="{FF2B5EF4-FFF2-40B4-BE49-F238E27FC236}">
                  <a16:creationId xmlns:a16="http://schemas.microsoft.com/office/drawing/2014/main" id="{81EF815D-9B85-6E84-C514-BC310227EAEE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B04A571F-52A0-1A28-2D3F-5CA0653A86F4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16" name="Group 715">
            <a:extLst>
              <a:ext uri="{FF2B5EF4-FFF2-40B4-BE49-F238E27FC236}">
                <a16:creationId xmlns:a16="http://schemas.microsoft.com/office/drawing/2014/main" id="{F0E9159E-E140-4199-872D-65C46FB64705}"/>
              </a:ext>
            </a:extLst>
          </p:cNvPr>
          <p:cNvGrpSpPr/>
          <p:nvPr/>
        </p:nvGrpSpPr>
        <p:grpSpPr>
          <a:xfrm>
            <a:off x="9983711" y="4440333"/>
            <a:ext cx="2142218" cy="2182702"/>
            <a:chOff x="-860386" y="746693"/>
            <a:chExt cx="4775873" cy="4866131"/>
          </a:xfrm>
        </p:grpSpPr>
        <p:cxnSp>
          <p:nvCxnSpPr>
            <p:cNvPr id="717" name="Straight Connector 716">
              <a:extLst>
                <a:ext uri="{FF2B5EF4-FFF2-40B4-BE49-F238E27FC236}">
                  <a16:creationId xmlns:a16="http://schemas.microsoft.com/office/drawing/2014/main" id="{EDD4EF65-76C8-E844-5E33-4AC887A447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718" name="Group 717">
              <a:extLst>
                <a:ext uri="{FF2B5EF4-FFF2-40B4-BE49-F238E27FC236}">
                  <a16:creationId xmlns:a16="http://schemas.microsoft.com/office/drawing/2014/main" id="{A1AD7EEB-6CAA-BEBD-F509-23218F5EB945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724" name="Straight Connector 723">
                <a:extLst>
                  <a:ext uri="{FF2B5EF4-FFF2-40B4-BE49-F238E27FC236}">
                    <a16:creationId xmlns:a16="http://schemas.microsoft.com/office/drawing/2014/main" id="{BCD9F513-E751-7BAB-4F97-876ABAE295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5" name="Straight Connector 724">
                <a:extLst>
                  <a:ext uri="{FF2B5EF4-FFF2-40B4-BE49-F238E27FC236}">
                    <a16:creationId xmlns:a16="http://schemas.microsoft.com/office/drawing/2014/main" id="{25B5CFB9-9DE0-5C7B-24C0-CE41C82421BA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" name="Straight Connector 725">
                <a:extLst>
                  <a:ext uri="{FF2B5EF4-FFF2-40B4-BE49-F238E27FC236}">
                    <a16:creationId xmlns:a16="http://schemas.microsoft.com/office/drawing/2014/main" id="{078908CB-A233-3620-1763-750D9689AB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7" name="Straight Connector 726">
                <a:extLst>
                  <a:ext uri="{FF2B5EF4-FFF2-40B4-BE49-F238E27FC236}">
                    <a16:creationId xmlns:a16="http://schemas.microsoft.com/office/drawing/2014/main" id="{1C05968C-8B6A-3B6B-F6C6-9099B7680B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8" name="Straight Connector 727">
                <a:extLst>
                  <a:ext uri="{FF2B5EF4-FFF2-40B4-BE49-F238E27FC236}">
                    <a16:creationId xmlns:a16="http://schemas.microsoft.com/office/drawing/2014/main" id="{F274AE27-5E11-0443-E2A3-84E97085BC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29" name="Group 728">
                <a:extLst>
                  <a:ext uri="{FF2B5EF4-FFF2-40B4-BE49-F238E27FC236}">
                    <a16:creationId xmlns:a16="http://schemas.microsoft.com/office/drawing/2014/main" id="{6E963B7A-37C9-5A81-9F2E-0B2C158F938D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750" name="Straight Connector 749">
                  <a:extLst>
                    <a:ext uri="{FF2B5EF4-FFF2-40B4-BE49-F238E27FC236}">
                      <a16:creationId xmlns:a16="http://schemas.microsoft.com/office/drawing/2014/main" id="{0A064822-8738-261A-437F-3EEB052E0C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51" name="Straight Connector 750">
                  <a:extLst>
                    <a:ext uri="{FF2B5EF4-FFF2-40B4-BE49-F238E27FC236}">
                      <a16:creationId xmlns:a16="http://schemas.microsoft.com/office/drawing/2014/main" id="{897CFC16-CCE5-1B9C-D848-BA069959C6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52" name="Straight Connector 751">
                  <a:extLst>
                    <a:ext uri="{FF2B5EF4-FFF2-40B4-BE49-F238E27FC236}">
                      <a16:creationId xmlns:a16="http://schemas.microsoft.com/office/drawing/2014/main" id="{BECDF253-F0BA-F83F-8DC9-6018F1645C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0" name="Group 729">
                <a:extLst>
                  <a:ext uri="{FF2B5EF4-FFF2-40B4-BE49-F238E27FC236}">
                    <a16:creationId xmlns:a16="http://schemas.microsoft.com/office/drawing/2014/main" id="{46D42C62-F432-082B-0D5F-0FC0DA741FBC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747" name="Straight Connector 746">
                  <a:extLst>
                    <a:ext uri="{FF2B5EF4-FFF2-40B4-BE49-F238E27FC236}">
                      <a16:creationId xmlns:a16="http://schemas.microsoft.com/office/drawing/2014/main" id="{A874F70C-70B3-72D9-BE9B-E871BCB73C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8" name="Straight Connector 747">
                  <a:extLst>
                    <a:ext uri="{FF2B5EF4-FFF2-40B4-BE49-F238E27FC236}">
                      <a16:creationId xmlns:a16="http://schemas.microsoft.com/office/drawing/2014/main" id="{2CA4FC67-EA81-FC19-E02E-04EF874B4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9" name="Straight Connector 748">
                  <a:extLst>
                    <a:ext uri="{FF2B5EF4-FFF2-40B4-BE49-F238E27FC236}">
                      <a16:creationId xmlns:a16="http://schemas.microsoft.com/office/drawing/2014/main" id="{4885FD23-C293-C541-19F9-3BDB2B208B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1" name="Group 730">
                <a:extLst>
                  <a:ext uri="{FF2B5EF4-FFF2-40B4-BE49-F238E27FC236}">
                    <a16:creationId xmlns:a16="http://schemas.microsoft.com/office/drawing/2014/main" id="{82CC91B9-3297-CF55-C067-E0317F72CBC0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744" name="Straight Connector 743">
                  <a:extLst>
                    <a:ext uri="{FF2B5EF4-FFF2-40B4-BE49-F238E27FC236}">
                      <a16:creationId xmlns:a16="http://schemas.microsoft.com/office/drawing/2014/main" id="{4651329E-AC50-98BF-2AAA-EE128CD54A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5" name="Straight Connector 744">
                  <a:extLst>
                    <a:ext uri="{FF2B5EF4-FFF2-40B4-BE49-F238E27FC236}">
                      <a16:creationId xmlns:a16="http://schemas.microsoft.com/office/drawing/2014/main" id="{9396A2A8-FAF7-975B-69E1-EA53FA5B4E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6" name="Straight Connector 745">
                  <a:extLst>
                    <a:ext uri="{FF2B5EF4-FFF2-40B4-BE49-F238E27FC236}">
                      <a16:creationId xmlns:a16="http://schemas.microsoft.com/office/drawing/2014/main" id="{3985F106-1F3F-E63E-71DF-8A803080EC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2" name="Group 731">
                <a:extLst>
                  <a:ext uri="{FF2B5EF4-FFF2-40B4-BE49-F238E27FC236}">
                    <a16:creationId xmlns:a16="http://schemas.microsoft.com/office/drawing/2014/main" id="{E7E8C7C0-C89B-6CC4-F4A2-9EC3AE8593B3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741" name="Straight Connector 740">
                  <a:extLst>
                    <a:ext uri="{FF2B5EF4-FFF2-40B4-BE49-F238E27FC236}">
                      <a16:creationId xmlns:a16="http://schemas.microsoft.com/office/drawing/2014/main" id="{03C925D9-3521-04C5-B016-95B976AC75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2" name="Straight Connector 741">
                  <a:extLst>
                    <a:ext uri="{FF2B5EF4-FFF2-40B4-BE49-F238E27FC236}">
                      <a16:creationId xmlns:a16="http://schemas.microsoft.com/office/drawing/2014/main" id="{E9D96F23-2E36-DA7B-68A2-AFA9F29A88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3" name="Straight Connector 742">
                  <a:extLst>
                    <a:ext uri="{FF2B5EF4-FFF2-40B4-BE49-F238E27FC236}">
                      <a16:creationId xmlns:a16="http://schemas.microsoft.com/office/drawing/2014/main" id="{2AB67C4F-9D22-D786-1FDF-B4A0120003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3" name="Group 732">
                <a:extLst>
                  <a:ext uri="{FF2B5EF4-FFF2-40B4-BE49-F238E27FC236}">
                    <a16:creationId xmlns:a16="http://schemas.microsoft.com/office/drawing/2014/main" id="{D7DCA5A5-1C5C-64F4-5BED-6953AF391987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735" name="Straight Connector 734">
                  <a:extLst>
                    <a:ext uri="{FF2B5EF4-FFF2-40B4-BE49-F238E27FC236}">
                      <a16:creationId xmlns:a16="http://schemas.microsoft.com/office/drawing/2014/main" id="{91324CDD-4088-1336-D4E6-69953DC82A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36" name="Straight Connector 735">
                  <a:extLst>
                    <a:ext uri="{FF2B5EF4-FFF2-40B4-BE49-F238E27FC236}">
                      <a16:creationId xmlns:a16="http://schemas.microsoft.com/office/drawing/2014/main" id="{EA92AF97-6C0F-EEF7-8681-3230126173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37" name="Straight Connector 736">
                  <a:extLst>
                    <a:ext uri="{FF2B5EF4-FFF2-40B4-BE49-F238E27FC236}">
                      <a16:creationId xmlns:a16="http://schemas.microsoft.com/office/drawing/2014/main" id="{B0568BCA-B478-F6F3-A1ED-2221E4B072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Connector 737">
                  <a:extLst>
                    <a:ext uri="{FF2B5EF4-FFF2-40B4-BE49-F238E27FC236}">
                      <a16:creationId xmlns:a16="http://schemas.microsoft.com/office/drawing/2014/main" id="{65FDED9E-7DB8-D149-6493-3EA32E9552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39" name="Straight Connector 738">
                  <a:extLst>
                    <a:ext uri="{FF2B5EF4-FFF2-40B4-BE49-F238E27FC236}">
                      <a16:creationId xmlns:a16="http://schemas.microsoft.com/office/drawing/2014/main" id="{D9539F6D-CBCE-0216-63A9-8A29FDD7B1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0" name="Straight Connector 739">
                  <a:extLst>
                    <a:ext uri="{FF2B5EF4-FFF2-40B4-BE49-F238E27FC236}">
                      <a16:creationId xmlns:a16="http://schemas.microsoft.com/office/drawing/2014/main" id="{BE18D221-71B0-DD38-4C43-62B4C6F28C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4" name="Straight Connector 733">
                <a:extLst>
                  <a:ext uri="{FF2B5EF4-FFF2-40B4-BE49-F238E27FC236}">
                    <a16:creationId xmlns:a16="http://schemas.microsoft.com/office/drawing/2014/main" id="{A6C4267B-8BDE-7F40-6D80-35F08352351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719" name="Straight Connector 718">
              <a:extLst>
                <a:ext uri="{FF2B5EF4-FFF2-40B4-BE49-F238E27FC236}">
                  <a16:creationId xmlns:a16="http://schemas.microsoft.com/office/drawing/2014/main" id="{E0C7C035-59CA-2307-B784-31152513897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0" name="Straight Connector 719">
              <a:extLst>
                <a:ext uri="{FF2B5EF4-FFF2-40B4-BE49-F238E27FC236}">
                  <a16:creationId xmlns:a16="http://schemas.microsoft.com/office/drawing/2014/main" id="{C65F8D63-2799-2E0E-0FFA-DB109F10DAF2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1" name="Straight Connector 720">
              <a:extLst>
                <a:ext uri="{FF2B5EF4-FFF2-40B4-BE49-F238E27FC236}">
                  <a16:creationId xmlns:a16="http://schemas.microsoft.com/office/drawing/2014/main" id="{1A0F3A39-037E-7D18-AC5B-7C3DCC1276E3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2" name="Straight Connector 721">
              <a:extLst>
                <a:ext uri="{FF2B5EF4-FFF2-40B4-BE49-F238E27FC236}">
                  <a16:creationId xmlns:a16="http://schemas.microsoft.com/office/drawing/2014/main" id="{2DB5B921-CCD4-7199-469D-ADC06FF6791E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3" name="Straight Connector 722">
              <a:extLst>
                <a:ext uri="{FF2B5EF4-FFF2-40B4-BE49-F238E27FC236}">
                  <a16:creationId xmlns:a16="http://schemas.microsoft.com/office/drawing/2014/main" id="{6A23CF48-5916-49B2-9C3F-3BD4435A4F7A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2833B04C-4FB1-9C75-2B75-BAE64457A7A9}"/>
              </a:ext>
            </a:extLst>
          </p:cNvPr>
          <p:cNvGrpSpPr/>
          <p:nvPr/>
        </p:nvGrpSpPr>
        <p:grpSpPr>
          <a:xfrm>
            <a:off x="1448552" y="754605"/>
            <a:ext cx="2142218" cy="2182702"/>
            <a:chOff x="-860386" y="746693"/>
            <a:chExt cx="4775873" cy="4866131"/>
          </a:xfrm>
        </p:grpSpPr>
        <p:cxnSp>
          <p:nvCxnSpPr>
            <p:cNvPr id="796" name="Straight Connector 795">
              <a:extLst>
                <a:ext uri="{FF2B5EF4-FFF2-40B4-BE49-F238E27FC236}">
                  <a16:creationId xmlns:a16="http://schemas.microsoft.com/office/drawing/2014/main" id="{1B2DB56E-2991-036E-3416-D056EC8BBF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797" name="Group 796">
              <a:extLst>
                <a:ext uri="{FF2B5EF4-FFF2-40B4-BE49-F238E27FC236}">
                  <a16:creationId xmlns:a16="http://schemas.microsoft.com/office/drawing/2014/main" id="{B7D8A3CD-5A51-B6EF-AD93-AAD8E453C4CA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803" name="Straight Connector 802">
                <a:extLst>
                  <a:ext uri="{FF2B5EF4-FFF2-40B4-BE49-F238E27FC236}">
                    <a16:creationId xmlns:a16="http://schemas.microsoft.com/office/drawing/2014/main" id="{E7DC81AA-406C-A719-5E20-A9B32078B0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D8E45A2C-ADFF-B831-8E00-51FBD4BA0714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5" name="Straight Connector 804">
                <a:extLst>
                  <a:ext uri="{FF2B5EF4-FFF2-40B4-BE49-F238E27FC236}">
                    <a16:creationId xmlns:a16="http://schemas.microsoft.com/office/drawing/2014/main" id="{D1CB0C56-9E17-E389-117E-4F5CC38D36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6" name="Straight Connector 805">
                <a:extLst>
                  <a:ext uri="{FF2B5EF4-FFF2-40B4-BE49-F238E27FC236}">
                    <a16:creationId xmlns:a16="http://schemas.microsoft.com/office/drawing/2014/main" id="{64408C8B-0DA4-F75E-CF7F-ED5A4D2664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7" name="Straight Connector 806">
                <a:extLst>
                  <a:ext uri="{FF2B5EF4-FFF2-40B4-BE49-F238E27FC236}">
                    <a16:creationId xmlns:a16="http://schemas.microsoft.com/office/drawing/2014/main" id="{E5EBD18B-3E76-BE8E-44D7-630C161F7E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08" name="Group 807">
                <a:extLst>
                  <a:ext uri="{FF2B5EF4-FFF2-40B4-BE49-F238E27FC236}">
                    <a16:creationId xmlns:a16="http://schemas.microsoft.com/office/drawing/2014/main" id="{823B74ED-19EF-F65F-F569-0C21954618D1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829" name="Straight Connector 828">
                  <a:extLst>
                    <a:ext uri="{FF2B5EF4-FFF2-40B4-BE49-F238E27FC236}">
                      <a16:creationId xmlns:a16="http://schemas.microsoft.com/office/drawing/2014/main" id="{962B9859-222B-31BD-C86C-78AB3B2E9A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30" name="Straight Connector 829">
                  <a:extLst>
                    <a:ext uri="{FF2B5EF4-FFF2-40B4-BE49-F238E27FC236}">
                      <a16:creationId xmlns:a16="http://schemas.microsoft.com/office/drawing/2014/main" id="{72C024E9-CFA0-8C0B-5955-A4942A41FB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31" name="Straight Connector 830">
                  <a:extLst>
                    <a:ext uri="{FF2B5EF4-FFF2-40B4-BE49-F238E27FC236}">
                      <a16:creationId xmlns:a16="http://schemas.microsoft.com/office/drawing/2014/main" id="{46F70278-A197-DD1A-5278-2CD726D845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09" name="Group 808">
                <a:extLst>
                  <a:ext uri="{FF2B5EF4-FFF2-40B4-BE49-F238E27FC236}">
                    <a16:creationId xmlns:a16="http://schemas.microsoft.com/office/drawing/2014/main" id="{12168DD7-C87F-DF6C-13B5-B799A761E4E2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826" name="Straight Connector 825">
                  <a:extLst>
                    <a:ext uri="{FF2B5EF4-FFF2-40B4-BE49-F238E27FC236}">
                      <a16:creationId xmlns:a16="http://schemas.microsoft.com/office/drawing/2014/main" id="{359106C4-0713-B1EB-18A1-89D27AA612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7" name="Straight Connector 826">
                  <a:extLst>
                    <a:ext uri="{FF2B5EF4-FFF2-40B4-BE49-F238E27FC236}">
                      <a16:creationId xmlns:a16="http://schemas.microsoft.com/office/drawing/2014/main" id="{B655751C-9E35-6AF5-CB09-60618A7D87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8" name="Straight Connector 827">
                  <a:extLst>
                    <a:ext uri="{FF2B5EF4-FFF2-40B4-BE49-F238E27FC236}">
                      <a16:creationId xmlns:a16="http://schemas.microsoft.com/office/drawing/2014/main" id="{1E7ACBBB-3115-F748-660C-FBF3327F3B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10" name="Group 809">
                <a:extLst>
                  <a:ext uri="{FF2B5EF4-FFF2-40B4-BE49-F238E27FC236}">
                    <a16:creationId xmlns:a16="http://schemas.microsoft.com/office/drawing/2014/main" id="{3DB8694C-9EC0-A74A-AFDA-A8FCB7BCAF00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823" name="Straight Connector 822">
                  <a:extLst>
                    <a:ext uri="{FF2B5EF4-FFF2-40B4-BE49-F238E27FC236}">
                      <a16:creationId xmlns:a16="http://schemas.microsoft.com/office/drawing/2014/main" id="{1CD2D875-62B5-E768-F538-91155F9A36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4" name="Straight Connector 823">
                  <a:extLst>
                    <a:ext uri="{FF2B5EF4-FFF2-40B4-BE49-F238E27FC236}">
                      <a16:creationId xmlns:a16="http://schemas.microsoft.com/office/drawing/2014/main" id="{5C740ECB-E17F-462F-7425-8253CC0F81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5" name="Straight Connector 824">
                  <a:extLst>
                    <a:ext uri="{FF2B5EF4-FFF2-40B4-BE49-F238E27FC236}">
                      <a16:creationId xmlns:a16="http://schemas.microsoft.com/office/drawing/2014/main" id="{07A1DAE8-3648-1DE2-FB5F-0E448968F9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11" name="Group 810">
                <a:extLst>
                  <a:ext uri="{FF2B5EF4-FFF2-40B4-BE49-F238E27FC236}">
                    <a16:creationId xmlns:a16="http://schemas.microsoft.com/office/drawing/2014/main" id="{EDF10A14-98D1-2EAC-BBD2-32CD19A0B1D8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820" name="Straight Connector 819">
                  <a:extLst>
                    <a:ext uri="{FF2B5EF4-FFF2-40B4-BE49-F238E27FC236}">
                      <a16:creationId xmlns:a16="http://schemas.microsoft.com/office/drawing/2014/main" id="{68842B67-3AF9-CB49-00E2-D166278A01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1" name="Straight Connector 820">
                  <a:extLst>
                    <a:ext uri="{FF2B5EF4-FFF2-40B4-BE49-F238E27FC236}">
                      <a16:creationId xmlns:a16="http://schemas.microsoft.com/office/drawing/2014/main" id="{7EC3085C-8F34-2585-08CD-9D44501A38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2" name="Straight Connector 821">
                  <a:extLst>
                    <a:ext uri="{FF2B5EF4-FFF2-40B4-BE49-F238E27FC236}">
                      <a16:creationId xmlns:a16="http://schemas.microsoft.com/office/drawing/2014/main" id="{C7521E29-87A1-D9FA-7893-E82E35353C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12" name="Group 811">
                <a:extLst>
                  <a:ext uri="{FF2B5EF4-FFF2-40B4-BE49-F238E27FC236}">
                    <a16:creationId xmlns:a16="http://schemas.microsoft.com/office/drawing/2014/main" id="{7C11C309-1A22-955C-3AB1-6B1296304A46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814" name="Straight Connector 813">
                  <a:extLst>
                    <a:ext uri="{FF2B5EF4-FFF2-40B4-BE49-F238E27FC236}">
                      <a16:creationId xmlns:a16="http://schemas.microsoft.com/office/drawing/2014/main" id="{3B3C62ED-F31E-6741-6DD6-475BCC252B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5" name="Straight Connector 814">
                  <a:extLst>
                    <a:ext uri="{FF2B5EF4-FFF2-40B4-BE49-F238E27FC236}">
                      <a16:creationId xmlns:a16="http://schemas.microsoft.com/office/drawing/2014/main" id="{7D403A83-09FA-9058-4BCE-BE5A407460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6" name="Straight Connector 815">
                  <a:extLst>
                    <a:ext uri="{FF2B5EF4-FFF2-40B4-BE49-F238E27FC236}">
                      <a16:creationId xmlns:a16="http://schemas.microsoft.com/office/drawing/2014/main" id="{F493F161-6FEB-3EDA-0D61-5CE2AE2F46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7" name="Straight Connector 816">
                  <a:extLst>
                    <a:ext uri="{FF2B5EF4-FFF2-40B4-BE49-F238E27FC236}">
                      <a16:creationId xmlns:a16="http://schemas.microsoft.com/office/drawing/2014/main" id="{E4F890BD-906D-CA25-F338-D0EE045D54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8" name="Straight Connector 817">
                  <a:extLst>
                    <a:ext uri="{FF2B5EF4-FFF2-40B4-BE49-F238E27FC236}">
                      <a16:creationId xmlns:a16="http://schemas.microsoft.com/office/drawing/2014/main" id="{70CEA810-E164-D379-AD68-B13861AD24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9" name="Straight Connector 818">
                  <a:extLst>
                    <a:ext uri="{FF2B5EF4-FFF2-40B4-BE49-F238E27FC236}">
                      <a16:creationId xmlns:a16="http://schemas.microsoft.com/office/drawing/2014/main" id="{85F30C26-F9B1-5741-F23A-A4DFD4B60E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13" name="Straight Connector 812">
                <a:extLst>
                  <a:ext uri="{FF2B5EF4-FFF2-40B4-BE49-F238E27FC236}">
                    <a16:creationId xmlns:a16="http://schemas.microsoft.com/office/drawing/2014/main" id="{EDCF4001-014F-2078-364E-5FB084D67F7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798" name="Straight Connector 797">
              <a:extLst>
                <a:ext uri="{FF2B5EF4-FFF2-40B4-BE49-F238E27FC236}">
                  <a16:creationId xmlns:a16="http://schemas.microsoft.com/office/drawing/2014/main" id="{2BDAB4B0-B43B-2929-7B39-ADEA17F116A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99" name="Straight Connector 798">
              <a:extLst>
                <a:ext uri="{FF2B5EF4-FFF2-40B4-BE49-F238E27FC236}">
                  <a16:creationId xmlns:a16="http://schemas.microsoft.com/office/drawing/2014/main" id="{38120480-BAA3-298D-E52C-3F898B313CFD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0" name="Straight Connector 799">
              <a:extLst>
                <a:ext uri="{FF2B5EF4-FFF2-40B4-BE49-F238E27FC236}">
                  <a16:creationId xmlns:a16="http://schemas.microsoft.com/office/drawing/2014/main" id="{983645B8-CEE9-8D84-3669-75B898609205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1" name="Straight Connector 800">
              <a:extLst>
                <a:ext uri="{FF2B5EF4-FFF2-40B4-BE49-F238E27FC236}">
                  <a16:creationId xmlns:a16="http://schemas.microsoft.com/office/drawing/2014/main" id="{D34DC39C-AD3F-91BD-93BA-6AC896274CFA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2" name="Straight Connector 801">
              <a:extLst>
                <a:ext uri="{FF2B5EF4-FFF2-40B4-BE49-F238E27FC236}">
                  <a16:creationId xmlns:a16="http://schemas.microsoft.com/office/drawing/2014/main" id="{51A18D78-2644-564A-8C7C-50139F7B5FCE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874" name="Group 873">
            <a:extLst>
              <a:ext uri="{FF2B5EF4-FFF2-40B4-BE49-F238E27FC236}">
                <a16:creationId xmlns:a16="http://schemas.microsoft.com/office/drawing/2014/main" id="{E1DC91E1-FAEC-0ED4-C037-DC22AC80609E}"/>
              </a:ext>
            </a:extLst>
          </p:cNvPr>
          <p:cNvGrpSpPr/>
          <p:nvPr/>
        </p:nvGrpSpPr>
        <p:grpSpPr>
          <a:xfrm>
            <a:off x="3579615" y="750699"/>
            <a:ext cx="2142218" cy="2182702"/>
            <a:chOff x="-860386" y="746693"/>
            <a:chExt cx="4775873" cy="4866131"/>
          </a:xfrm>
        </p:grpSpPr>
        <p:cxnSp>
          <p:nvCxnSpPr>
            <p:cNvPr id="875" name="Straight Connector 874">
              <a:extLst>
                <a:ext uri="{FF2B5EF4-FFF2-40B4-BE49-F238E27FC236}">
                  <a16:creationId xmlns:a16="http://schemas.microsoft.com/office/drawing/2014/main" id="{30F8DBEB-B0E3-1F6B-E520-0479251991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76" name="Group 875">
              <a:extLst>
                <a:ext uri="{FF2B5EF4-FFF2-40B4-BE49-F238E27FC236}">
                  <a16:creationId xmlns:a16="http://schemas.microsoft.com/office/drawing/2014/main" id="{67F2A523-78FA-A5D8-613B-CA6FFC35A125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882" name="Straight Connector 881">
                <a:extLst>
                  <a:ext uri="{FF2B5EF4-FFF2-40B4-BE49-F238E27FC236}">
                    <a16:creationId xmlns:a16="http://schemas.microsoft.com/office/drawing/2014/main" id="{706ADBCC-AA1E-97DD-6620-99032E3900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83" name="Straight Connector 882">
                <a:extLst>
                  <a:ext uri="{FF2B5EF4-FFF2-40B4-BE49-F238E27FC236}">
                    <a16:creationId xmlns:a16="http://schemas.microsoft.com/office/drawing/2014/main" id="{D150D762-DB2C-2E9A-4315-7042E8B4D1E6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4" name="Straight Connector 883">
                <a:extLst>
                  <a:ext uri="{FF2B5EF4-FFF2-40B4-BE49-F238E27FC236}">
                    <a16:creationId xmlns:a16="http://schemas.microsoft.com/office/drawing/2014/main" id="{D4D84B8E-261E-E19E-DCEB-3D23E3182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85" name="Straight Connector 884">
                <a:extLst>
                  <a:ext uri="{FF2B5EF4-FFF2-40B4-BE49-F238E27FC236}">
                    <a16:creationId xmlns:a16="http://schemas.microsoft.com/office/drawing/2014/main" id="{6BD51543-8A5F-2551-0669-4979C4E149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86" name="Straight Connector 885">
                <a:extLst>
                  <a:ext uri="{FF2B5EF4-FFF2-40B4-BE49-F238E27FC236}">
                    <a16:creationId xmlns:a16="http://schemas.microsoft.com/office/drawing/2014/main" id="{19D495D0-0D64-1819-9B98-59C1567E8B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87" name="Group 886">
                <a:extLst>
                  <a:ext uri="{FF2B5EF4-FFF2-40B4-BE49-F238E27FC236}">
                    <a16:creationId xmlns:a16="http://schemas.microsoft.com/office/drawing/2014/main" id="{C08E3735-D5C2-D602-F9DC-78B84BA453B3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908" name="Straight Connector 907">
                  <a:extLst>
                    <a:ext uri="{FF2B5EF4-FFF2-40B4-BE49-F238E27FC236}">
                      <a16:creationId xmlns:a16="http://schemas.microsoft.com/office/drawing/2014/main" id="{B163CB99-AA5D-407C-C5AC-9991C00E2D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9" name="Straight Connector 908">
                  <a:extLst>
                    <a:ext uri="{FF2B5EF4-FFF2-40B4-BE49-F238E27FC236}">
                      <a16:creationId xmlns:a16="http://schemas.microsoft.com/office/drawing/2014/main" id="{33A82D26-02F3-3938-8C63-873E49F426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10" name="Straight Connector 909">
                  <a:extLst>
                    <a:ext uri="{FF2B5EF4-FFF2-40B4-BE49-F238E27FC236}">
                      <a16:creationId xmlns:a16="http://schemas.microsoft.com/office/drawing/2014/main" id="{6F76F1D2-6123-FDEF-AE6B-3F8DEEEC20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8" name="Group 887">
                <a:extLst>
                  <a:ext uri="{FF2B5EF4-FFF2-40B4-BE49-F238E27FC236}">
                    <a16:creationId xmlns:a16="http://schemas.microsoft.com/office/drawing/2014/main" id="{CB13D11C-7D8B-8C80-AEC7-DD41AE9EA64C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905" name="Straight Connector 904">
                  <a:extLst>
                    <a:ext uri="{FF2B5EF4-FFF2-40B4-BE49-F238E27FC236}">
                      <a16:creationId xmlns:a16="http://schemas.microsoft.com/office/drawing/2014/main" id="{10C2CFD4-D2C7-ECDD-F889-5B3BFFB76C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6" name="Straight Connector 905">
                  <a:extLst>
                    <a:ext uri="{FF2B5EF4-FFF2-40B4-BE49-F238E27FC236}">
                      <a16:creationId xmlns:a16="http://schemas.microsoft.com/office/drawing/2014/main" id="{0AC8544C-60BF-AFCD-D7B6-2B27DAB31A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7" name="Straight Connector 906">
                  <a:extLst>
                    <a:ext uri="{FF2B5EF4-FFF2-40B4-BE49-F238E27FC236}">
                      <a16:creationId xmlns:a16="http://schemas.microsoft.com/office/drawing/2014/main" id="{616AB544-C76C-FE10-044C-08CBE918F0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9" name="Group 888">
                <a:extLst>
                  <a:ext uri="{FF2B5EF4-FFF2-40B4-BE49-F238E27FC236}">
                    <a16:creationId xmlns:a16="http://schemas.microsoft.com/office/drawing/2014/main" id="{A2925EDC-411F-DEBB-92CF-87B98F37BA2D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902" name="Straight Connector 901">
                  <a:extLst>
                    <a:ext uri="{FF2B5EF4-FFF2-40B4-BE49-F238E27FC236}">
                      <a16:creationId xmlns:a16="http://schemas.microsoft.com/office/drawing/2014/main" id="{31CD8018-30CE-609B-86D3-417D1B5C30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3" name="Straight Connector 902">
                  <a:extLst>
                    <a:ext uri="{FF2B5EF4-FFF2-40B4-BE49-F238E27FC236}">
                      <a16:creationId xmlns:a16="http://schemas.microsoft.com/office/drawing/2014/main" id="{DCAEECA7-3B88-6A77-D92E-187C5EE51E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4" name="Straight Connector 903">
                  <a:extLst>
                    <a:ext uri="{FF2B5EF4-FFF2-40B4-BE49-F238E27FC236}">
                      <a16:creationId xmlns:a16="http://schemas.microsoft.com/office/drawing/2014/main" id="{B651DDFB-4042-7D21-4627-B237CD229D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0" name="Group 889">
                <a:extLst>
                  <a:ext uri="{FF2B5EF4-FFF2-40B4-BE49-F238E27FC236}">
                    <a16:creationId xmlns:a16="http://schemas.microsoft.com/office/drawing/2014/main" id="{D333F6B2-979E-95D0-44A0-4BC3AFAF6262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899" name="Straight Connector 898">
                  <a:extLst>
                    <a:ext uri="{FF2B5EF4-FFF2-40B4-BE49-F238E27FC236}">
                      <a16:creationId xmlns:a16="http://schemas.microsoft.com/office/drawing/2014/main" id="{F0B836A9-A821-728B-4CA9-7DB98F1163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0" name="Straight Connector 899">
                  <a:extLst>
                    <a:ext uri="{FF2B5EF4-FFF2-40B4-BE49-F238E27FC236}">
                      <a16:creationId xmlns:a16="http://schemas.microsoft.com/office/drawing/2014/main" id="{A6D5825E-8643-9FB7-FBFB-EB1137C874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1" name="Straight Connector 900">
                  <a:extLst>
                    <a:ext uri="{FF2B5EF4-FFF2-40B4-BE49-F238E27FC236}">
                      <a16:creationId xmlns:a16="http://schemas.microsoft.com/office/drawing/2014/main" id="{6771A1C3-689F-B686-DF58-7A363A5D64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1" name="Group 890">
                <a:extLst>
                  <a:ext uri="{FF2B5EF4-FFF2-40B4-BE49-F238E27FC236}">
                    <a16:creationId xmlns:a16="http://schemas.microsoft.com/office/drawing/2014/main" id="{1E00EF4D-B45D-7C7C-7B7F-338AE522DE25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893" name="Straight Connector 892">
                  <a:extLst>
                    <a:ext uri="{FF2B5EF4-FFF2-40B4-BE49-F238E27FC236}">
                      <a16:creationId xmlns:a16="http://schemas.microsoft.com/office/drawing/2014/main" id="{DE4D4D74-8CF6-1A14-C233-85487A90AB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4" name="Straight Connector 893">
                  <a:extLst>
                    <a:ext uri="{FF2B5EF4-FFF2-40B4-BE49-F238E27FC236}">
                      <a16:creationId xmlns:a16="http://schemas.microsoft.com/office/drawing/2014/main" id="{D800738D-4710-90FE-DD53-8C3D0F0854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5" name="Straight Connector 894">
                  <a:extLst>
                    <a:ext uri="{FF2B5EF4-FFF2-40B4-BE49-F238E27FC236}">
                      <a16:creationId xmlns:a16="http://schemas.microsoft.com/office/drawing/2014/main" id="{040C7960-D5AA-1853-EDCF-CA3D5AFF4B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6" name="Straight Connector 895">
                  <a:extLst>
                    <a:ext uri="{FF2B5EF4-FFF2-40B4-BE49-F238E27FC236}">
                      <a16:creationId xmlns:a16="http://schemas.microsoft.com/office/drawing/2014/main" id="{A4C2E3F8-246B-18FA-3303-F703ECE3F4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7" name="Straight Connector 896">
                  <a:extLst>
                    <a:ext uri="{FF2B5EF4-FFF2-40B4-BE49-F238E27FC236}">
                      <a16:creationId xmlns:a16="http://schemas.microsoft.com/office/drawing/2014/main" id="{E4943F03-E233-A791-E967-E2F554C86B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8" name="Straight Connector 897">
                  <a:extLst>
                    <a:ext uri="{FF2B5EF4-FFF2-40B4-BE49-F238E27FC236}">
                      <a16:creationId xmlns:a16="http://schemas.microsoft.com/office/drawing/2014/main" id="{1C9D0907-2BAF-0C90-6CA6-69BDE459B8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92" name="Straight Connector 891">
                <a:extLst>
                  <a:ext uri="{FF2B5EF4-FFF2-40B4-BE49-F238E27FC236}">
                    <a16:creationId xmlns:a16="http://schemas.microsoft.com/office/drawing/2014/main" id="{D6CAD823-48A4-224C-DB11-FD0B98ED48A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877" name="Straight Connector 876">
              <a:extLst>
                <a:ext uri="{FF2B5EF4-FFF2-40B4-BE49-F238E27FC236}">
                  <a16:creationId xmlns:a16="http://schemas.microsoft.com/office/drawing/2014/main" id="{C9E15381-BADA-AF41-F586-FC78E68339B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8" name="Straight Connector 877">
              <a:extLst>
                <a:ext uri="{FF2B5EF4-FFF2-40B4-BE49-F238E27FC236}">
                  <a16:creationId xmlns:a16="http://schemas.microsoft.com/office/drawing/2014/main" id="{29AE5FC1-BE64-3E3F-C5BE-BFECC02347FB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9" name="Straight Connector 878">
              <a:extLst>
                <a:ext uri="{FF2B5EF4-FFF2-40B4-BE49-F238E27FC236}">
                  <a16:creationId xmlns:a16="http://schemas.microsoft.com/office/drawing/2014/main" id="{06168474-2589-38EF-A692-3DA46C447F0A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80" name="Straight Connector 879">
              <a:extLst>
                <a:ext uri="{FF2B5EF4-FFF2-40B4-BE49-F238E27FC236}">
                  <a16:creationId xmlns:a16="http://schemas.microsoft.com/office/drawing/2014/main" id="{AEC7B26B-7D65-8049-3D74-BB013CC3AEFC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81" name="Straight Connector 880">
              <a:extLst>
                <a:ext uri="{FF2B5EF4-FFF2-40B4-BE49-F238E27FC236}">
                  <a16:creationId xmlns:a16="http://schemas.microsoft.com/office/drawing/2014/main" id="{93EBD3F2-5C56-1AF1-E7FE-56224074B28B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953" name="Group 952">
            <a:extLst>
              <a:ext uri="{FF2B5EF4-FFF2-40B4-BE49-F238E27FC236}">
                <a16:creationId xmlns:a16="http://schemas.microsoft.com/office/drawing/2014/main" id="{7C3924AB-AA04-6A74-1C61-F300753E019F}"/>
              </a:ext>
            </a:extLst>
          </p:cNvPr>
          <p:cNvGrpSpPr/>
          <p:nvPr/>
        </p:nvGrpSpPr>
        <p:grpSpPr>
          <a:xfrm>
            <a:off x="5717123" y="754607"/>
            <a:ext cx="2142218" cy="2182702"/>
            <a:chOff x="-860386" y="746693"/>
            <a:chExt cx="4775873" cy="4866131"/>
          </a:xfrm>
        </p:grpSpPr>
        <p:cxnSp>
          <p:nvCxnSpPr>
            <p:cNvPr id="954" name="Straight Connector 953">
              <a:extLst>
                <a:ext uri="{FF2B5EF4-FFF2-40B4-BE49-F238E27FC236}">
                  <a16:creationId xmlns:a16="http://schemas.microsoft.com/office/drawing/2014/main" id="{3FD1AFF2-F7C3-865B-2D5B-58C5A07C11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955" name="Group 954">
              <a:extLst>
                <a:ext uri="{FF2B5EF4-FFF2-40B4-BE49-F238E27FC236}">
                  <a16:creationId xmlns:a16="http://schemas.microsoft.com/office/drawing/2014/main" id="{2E4D5F16-83B1-00F6-05EC-43B4CEC5345E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961" name="Straight Connector 960">
                <a:extLst>
                  <a:ext uri="{FF2B5EF4-FFF2-40B4-BE49-F238E27FC236}">
                    <a16:creationId xmlns:a16="http://schemas.microsoft.com/office/drawing/2014/main" id="{F2848886-0CEB-18AD-64B7-109326B48E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62" name="Straight Connector 961">
                <a:extLst>
                  <a:ext uri="{FF2B5EF4-FFF2-40B4-BE49-F238E27FC236}">
                    <a16:creationId xmlns:a16="http://schemas.microsoft.com/office/drawing/2014/main" id="{1663734A-1A15-99EE-CAEC-04978DF8965E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3" name="Straight Connector 962">
                <a:extLst>
                  <a:ext uri="{FF2B5EF4-FFF2-40B4-BE49-F238E27FC236}">
                    <a16:creationId xmlns:a16="http://schemas.microsoft.com/office/drawing/2014/main" id="{2C50796F-CF7A-BAB4-3999-CA4BB4BB3A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64" name="Straight Connector 963">
                <a:extLst>
                  <a:ext uri="{FF2B5EF4-FFF2-40B4-BE49-F238E27FC236}">
                    <a16:creationId xmlns:a16="http://schemas.microsoft.com/office/drawing/2014/main" id="{36303E8D-1C82-6022-D0BE-CE08F88B32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65" name="Straight Connector 964">
                <a:extLst>
                  <a:ext uri="{FF2B5EF4-FFF2-40B4-BE49-F238E27FC236}">
                    <a16:creationId xmlns:a16="http://schemas.microsoft.com/office/drawing/2014/main" id="{2F327B67-40AF-F858-8A52-242A048725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66" name="Group 965">
                <a:extLst>
                  <a:ext uri="{FF2B5EF4-FFF2-40B4-BE49-F238E27FC236}">
                    <a16:creationId xmlns:a16="http://schemas.microsoft.com/office/drawing/2014/main" id="{52D12A4A-846C-3870-3051-D880F99583E8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987" name="Straight Connector 986">
                  <a:extLst>
                    <a:ext uri="{FF2B5EF4-FFF2-40B4-BE49-F238E27FC236}">
                      <a16:creationId xmlns:a16="http://schemas.microsoft.com/office/drawing/2014/main" id="{0F45D6F6-5597-647C-C59E-BE6F76AE30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88" name="Straight Connector 987">
                  <a:extLst>
                    <a:ext uri="{FF2B5EF4-FFF2-40B4-BE49-F238E27FC236}">
                      <a16:creationId xmlns:a16="http://schemas.microsoft.com/office/drawing/2014/main" id="{055C3231-B27C-27B8-704F-4DB124DFAC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89" name="Straight Connector 988">
                  <a:extLst>
                    <a:ext uri="{FF2B5EF4-FFF2-40B4-BE49-F238E27FC236}">
                      <a16:creationId xmlns:a16="http://schemas.microsoft.com/office/drawing/2014/main" id="{6593DB06-0C63-07EE-E147-8F43975FF0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67" name="Group 966">
                <a:extLst>
                  <a:ext uri="{FF2B5EF4-FFF2-40B4-BE49-F238E27FC236}">
                    <a16:creationId xmlns:a16="http://schemas.microsoft.com/office/drawing/2014/main" id="{53AC0908-ABEC-8047-0FA9-5E33EFF19BC3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984" name="Straight Connector 983">
                  <a:extLst>
                    <a:ext uri="{FF2B5EF4-FFF2-40B4-BE49-F238E27FC236}">
                      <a16:creationId xmlns:a16="http://schemas.microsoft.com/office/drawing/2014/main" id="{1E92B04A-8C33-5145-3672-F01BCE3063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85" name="Straight Connector 984">
                  <a:extLst>
                    <a:ext uri="{FF2B5EF4-FFF2-40B4-BE49-F238E27FC236}">
                      <a16:creationId xmlns:a16="http://schemas.microsoft.com/office/drawing/2014/main" id="{32A6BA16-B3EC-07CD-0D03-EE37766EB8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86" name="Straight Connector 985">
                  <a:extLst>
                    <a:ext uri="{FF2B5EF4-FFF2-40B4-BE49-F238E27FC236}">
                      <a16:creationId xmlns:a16="http://schemas.microsoft.com/office/drawing/2014/main" id="{134A9668-A232-FD50-6453-C4F2B8501D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68" name="Group 967">
                <a:extLst>
                  <a:ext uri="{FF2B5EF4-FFF2-40B4-BE49-F238E27FC236}">
                    <a16:creationId xmlns:a16="http://schemas.microsoft.com/office/drawing/2014/main" id="{5F018271-7343-7C64-E8B4-ADD0EEFFFDC6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981" name="Straight Connector 980">
                  <a:extLst>
                    <a:ext uri="{FF2B5EF4-FFF2-40B4-BE49-F238E27FC236}">
                      <a16:creationId xmlns:a16="http://schemas.microsoft.com/office/drawing/2014/main" id="{D8909F26-DC57-FD8A-3E20-1E7E30A3E1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82" name="Straight Connector 981">
                  <a:extLst>
                    <a:ext uri="{FF2B5EF4-FFF2-40B4-BE49-F238E27FC236}">
                      <a16:creationId xmlns:a16="http://schemas.microsoft.com/office/drawing/2014/main" id="{321ECFF1-F864-9876-9EAF-6F67343FBA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83" name="Straight Connector 982">
                  <a:extLst>
                    <a:ext uri="{FF2B5EF4-FFF2-40B4-BE49-F238E27FC236}">
                      <a16:creationId xmlns:a16="http://schemas.microsoft.com/office/drawing/2014/main" id="{DE814197-C75A-2A03-BDA2-8D8B0969D6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69" name="Group 968">
                <a:extLst>
                  <a:ext uri="{FF2B5EF4-FFF2-40B4-BE49-F238E27FC236}">
                    <a16:creationId xmlns:a16="http://schemas.microsoft.com/office/drawing/2014/main" id="{2D1BEDF3-609E-5336-6D12-1FB883336422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978" name="Straight Connector 977">
                  <a:extLst>
                    <a:ext uri="{FF2B5EF4-FFF2-40B4-BE49-F238E27FC236}">
                      <a16:creationId xmlns:a16="http://schemas.microsoft.com/office/drawing/2014/main" id="{CE6036C4-F1BA-AD4C-55C0-DE7D9B9E02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79" name="Straight Connector 978">
                  <a:extLst>
                    <a:ext uri="{FF2B5EF4-FFF2-40B4-BE49-F238E27FC236}">
                      <a16:creationId xmlns:a16="http://schemas.microsoft.com/office/drawing/2014/main" id="{EDFF84CA-E187-C944-2071-5B46933196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80" name="Straight Connector 979">
                  <a:extLst>
                    <a:ext uri="{FF2B5EF4-FFF2-40B4-BE49-F238E27FC236}">
                      <a16:creationId xmlns:a16="http://schemas.microsoft.com/office/drawing/2014/main" id="{DC255496-40B0-981B-E4A2-BC50279905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0" name="Group 969">
                <a:extLst>
                  <a:ext uri="{FF2B5EF4-FFF2-40B4-BE49-F238E27FC236}">
                    <a16:creationId xmlns:a16="http://schemas.microsoft.com/office/drawing/2014/main" id="{8BD7A4BD-7699-92F2-18A5-12706DC8AC6F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972" name="Straight Connector 971">
                  <a:extLst>
                    <a:ext uri="{FF2B5EF4-FFF2-40B4-BE49-F238E27FC236}">
                      <a16:creationId xmlns:a16="http://schemas.microsoft.com/office/drawing/2014/main" id="{94AC4BB6-F0DA-0026-AF10-D664260E7D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73" name="Straight Connector 972">
                  <a:extLst>
                    <a:ext uri="{FF2B5EF4-FFF2-40B4-BE49-F238E27FC236}">
                      <a16:creationId xmlns:a16="http://schemas.microsoft.com/office/drawing/2014/main" id="{23C22B35-B94F-7546-F113-A96285B187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74" name="Straight Connector 973">
                  <a:extLst>
                    <a:ext uri="{FF2B5EF4-FFF2-40B4-BE49-F238E27FC236}">
                      <a16:creationId xmlns:a16="http://schemas.microsoft.com/office/drawing/2014/main" id="{37E5CB6F-69E5-43B4-3B2E-F83480BCE8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75" name="Straight Connector 974">
                  <a:extLst>
                    <a:ext uri="{FF2B5EF4-FFF2-40B4-BE49-F238E27FC236}">
                      <a16:creationId xmlns:a16="http://schemas.microsoft.com/office/drawing/2014/main" id="{A624ACF9-8BB5-C2CD-C85A-65799702F0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76" name="Straight Connector 975">
                  <a:extLst>
                    <a:ext uri="{FF2B5EF4-FFF2-40B4-BE49-F238E27FC236}">
                      <a16:creationId xmlns:a16="http://schemas.microsoft.com/office/drawing/2014/main" id="{9F204677-E0CF-5D38-DA4F-1424D354C9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77" name="Straight Connector 976">
                  <a:extLst>
                    <a:ext uri="{FF2B5EF4-FFF2-40B4-BE49-F238E27FC236}">
                      <a16:creationId xmlns:a16="http://schemas.microsoft.com/office/drawing/2014/main" id="{5E0150AF-EE84-8C26-D1BA-2FFA2535E8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71" name="Straight Connector 970">
                <a:extLst>
                  <a:ext uri="{FF2B5EF4-FFF2-40B4-BE49-F238E27FC236}">
                    <a16:creationId xmlns:a16="http://schemas.microsoft.com/office/drawing/2014/main" id="{AB330D89-8CC6-7D7E-B406-1A4ECBB777C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956" name="Straight Connector 955">
              <a:extLst>
                <a:ext uri="{FF2B5EF4-FFF2-40B4-BE49-F238E27FC236}">
                  <a16:creationId xmlns:a16="http://schemas.microsoft.com/office/drawing/2014/main" id="{22468B5A-3E2D-39EF-E349-24E744EEDE6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0B62C704-1883-5ADF-D1BB-25AFAAE3BBC3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92DB916D-DBD7-365E-ED1A-AD2A67115ED6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0144D5FB-85F9-E0BE-9102-1CCB51A0D18E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F5170AAF-7E37-54FB-BFF0-CA2607D054FD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A0CF5C36-B141-A14D-1906-BCF237168754}"/>
              </a:ext>
            </a:extLst>
          </p:cNvPr>
          <p:cNvGrpSpPr/>
          <p:nvPr/>
        </p:nvGrpSpPr>
        <p:grpSpPr>
          <a:xfrm>
            <a:off x="7850724" y="754607"/>
            <a:ext cx="2142218" cy="2182702"/>
            <a:chOff x="-860386" y="746693"/>
            <a:chExt cx="4775873" cy="4866131"/>
          </a:xfrm>
        </p:grpSpPr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20B47E2B-1514-A17F-80C3-2152A3B27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5E493AF7-9361-A9BE-019F-4892DA3BE64B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1040" name="Straight Connector 1039">
                <a:extLst>
                  <a:ext uri="{FF2B5EF4-FFF2-40B4-BE49-F238E27FC236}">
                    <a16:creationId xmlns:a16="http://schemas.microsoft.com/office/drawing/2014/main" id="{24981315-A248-2F3B-7991-1A13C7508C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41" name="Straight Connector 1040">
                <a:extLst>
                  <a:ext uri="{FF2B5EF4-FFF2-40B4-BE49-F238E27FC236}">
                    <a16:creationId xmlns:a16="http://schemas.microsoft.com/office/drawing/2014/main" id="{F80CA365-51C6-740E-2A01-894FA977252F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Straight Connector 1041">
                <a:extLst>
                  <a:ext uri="{FF2B5EF4-FFF2-40B4-BE49-F238E27FC236}">
                    <a16:creationId xmlns:a16="http://schemas.microsoft.com/office/drawing/2014/main" id="{0E8C2F80-4464-3B73-ADE3-21E66835F4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43" name="Straight Connector 1042">
                <a:extLst>
                  <a:ext uri="{FF2B5EF4-FFF2-40B4-BE49-F238E27FC236}">
                    <a16:creationId xmlns:a16="http://schemas.microsoft.com/office/drawing/2014/main" id="{F6C0D890-C89E-5CAD-A67A-C0033BF450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44" name="Straight Connector 1043">
                <a:extLst>
                  <a:ext uri="{FF2B5EF4-FFF2-40B4-BE49-F238E27FC236}">
                    <a16:creationId xmlns:a16="http://schemas.microsoft.com/office/drawing/2014/main" id="{4626B6A5-E11C-65CF-1DCD-FD3C603B11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45" name="Group 1044">
                <a:extLst>
                  <a:ext uri="{FF2B5EF4-FFF2-40B4-BE49-F238E27FC236}">
                    <a16:creationId xmlns:a16="http://schemas.microsoft.com/office/drawing/2014/main" id="{E422AA6F-C0A4-7B9E-5603-0E93A13C830C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066" name="Straight Connector 1065">
                  <a:extLst>
                    <a:ext uri="{FF2B5EF4-FFF2-40B4-BE49-F238E27FC236}">
                      <a16:creationId xmlns:a16="http://schemas.microsoft.com/office/drawing/2014/main" id="{AED55F00-CF4B-7B5F-70DC-960252AA9B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67" name="Straight Connector 1066">
                  <a:extLst>
                    <a:ext uri="{FF2B5EF4-FFF2-40B4-BE49-F238E27FC236}">
                      <a16:creationId xmlns:a16="http://schemas.microsoft.com/office/drawing/2014/main" id="{DEA24940-B16E-E230-79D7-434A44A166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68" name="Straight Connector 1067">
                  <a:extLst>
                    <a:ext uri="{FF2B5EF4-FFF2-40B4-BE49-F238E27FC236}">
                      <a16:creationId xmlns:a16="http://schemas.microsoft.com/office/drawing/2014/main" id="{E4D86616-0594-CF4A-11F5-7DB9B2066D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46" name="Group 1045">
                <a:extLst>
                  <a:ext uri="{FF2B5EF4-FFF2-40B4-BE49-F238E27FC236}">
                    <a16:creationId xmlns:a16="http://schemas.microsoft.com/office/drawing/2014/main" id="{1CC57308-ABE3-027F-0C29-826E8314354C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063" name="Straight Connector 1062">
                  <a:extLst>
                    <a:ext uri="{FF2B5EF4-FFF2-40B4-BE49-F238E27FC236}">
                      <a16:creationId xmlns:a16="http://schemas.microsoft.com/office/drawing/2014/main" id="{3F34244D-69E7-E17B-6F75-8E4B746A4B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64" name="Straight Connector 1063">
                  <a:extLst>
                    <a:ext uri="{FF2B5EF4-FFF2-40B4-BE49-F238E27FC236}">
                      <a16:creationId xmlns:a16="http://schemas.microsoft.com/office/drawing/2014/main" id="{CE17F0D4-6BF9-528E-781A-98189C1B02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65" name="Straight Connector 1064">
                  <a:extLst>
                    <a:ext uri="{FF2B5EF4-FFF2-40B4-BE49-F238E27FC236}">
                      <a16:creationId xmlns:a16="http://schemas.microsoft.com/office/drawing/2014/main" id="{7047C582-A5C0-962D-1519-59F1804884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47" name="Group 1046">
                <a:extLst>
                  <a:ext uri="{FF2B5EF4-FFF2-40B4-BE49-F238E27FC236}">
                    <a16:creationId xmlns:a16="http://schemas.microsoft.com/office/drawing/2014/main" id="{15EF5A58-4AE8-E7F0-F05B-5BC8EF04B5F3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060" name="Straight Connector 1059">
                  <a:extLst>
                    <a:ext uri="{FF2B5EF4-FFF2-40B4-BE49-F238E27FC236}">
                      <a16:creationId xmlns:a16="http://schemas.microsoft.com/office/drawing/2014/main" id="{3BBE7582-F7C0-066B-6918-C15A2B27DA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61" name="Straight Connector 1060">
                  <a:extLst>
                    <a:ext uri="{FF2B5EF4-FFF2-40B4-BE49-F238E27FC236}">
                      <a16:creationId xmlns:a16="http://schemas.microsoft.com/office/drawing/2014/main" id="{7B090D95-8941-8D37-F05B-786C63867F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62" name="Straight Connector 1061">
                  <a:extLst>
                    <a:ext uri="{FF2B5EF4-FFF2-40B4-BE49-F238E27FC236}">
                      <a16:creationId xmlns:a16="http://schemas.microsoft.com/office/drawing/2014/main" id="{6DF1E238-3C9E-0188-8711-8925BDCE7C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48" name="Group 1047">
                <a:extLst>
                  <a:ext uri="{FF2B5EF4-FFF2-40B4-BE49-F238E27FC236}">
                    <a16:creationId xmlns:a16="http://schemas.microsoft.com/office/drawing/2014/main" id="{A42D0B71-8B2F-5889-4680-9A52D0F30A2E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057" name="Straight Connector 1056">
                  <a:extLst>
                    <a:ext uri="{FF2B5EF4-FFF2-40B4-BE49-F238E27FC236}">
                      <a16:creationId xmlns:a16="http://schemas.microsoft.com/office/drawing/2014/main" id="{18286B24-30BD-CC89-1849-501409483F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8" name="Straight Connector 1057">
                  <a:extLst>
                    <a:ext uri="{FF2B5EF4-FFF2-40B4-BE49-F238E27FC236}">
                      <a16:creationId xmlns:a16="http://schemas.microsoft.com/office/drawing/2014/main" id="{C9BE993E-BED2-C5FD-A5E3-85B76F1A0E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9" name="Straight Connector 1058">
                  <a:extLst>
                    <a:ext uri="{FF2B5EF4-FFF2-40B4-BE49-F238E27FC236}">
                      <a16:creationId xmlns:a16="http://schemas.microsoft.com/office/drawing/2014/main" id="{19024C47-5554-3A51-815E-DF135DF109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24CDB79E-7525-4BE4-4F8C-E3976330D461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1051" name="Straight Connector 1050">
                  <a:extLst>
                    <a:ext uri="{FF2B5EF4-FFF2-40B4-BE49-F238E27FC236}">
                      <a16:creationId xmlns:a16="http://schemas.microsoft.com/office/drawing/2014/main" id="{1EB04B88-4EB0-6D03-CC6A-8B0B29A91F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2" name="Straight Connector 1051">
                  <a:extLst>
                    <a:ext uri="{FF2B5EF4-FFF2-40B4-BE49-F238E27FC236}">
                      <a16:creationId xmlns:a16="http://schemas.microsoft.com/office/drawing/2014/main" id="{81A47625-4A0C-6DFC-704A-250B082111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3" name="Straight Connector 1052">
                  <a:extLst>
                    <a:ext uri="{FF2B5EF4-FFF2-40B4-BE49-F238E27FC236}">
                      <a16:creationId xmlns:a16="http://schemas.microsoft.com/office/drawing/2014/main" id="{3D3C6A49-06F7-B985-7157-6067513C38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4" name="Straight Connector 1053">
                  <a:extLst>
                    <a:ext uri="{FF2B5EF4-FFF2-40B4-BE49-F238E27FC236}">
                      <a16:creationId xmlns:a16="http://schemas.microsoft.com/office/drawing/2014/main" id="{48ED55A8-FF8F-75B2-6A5D-6EF6545E01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5" name="Straight Connector 1054">
                  <a:extLst>
                    <a:ext uri="{FF2B5EF4-FFF2-40B4-BE49-F238E27FC236}">
                      <a16:creationId xmlns:a16="http://schemas.microsoft.com/office/drawing/2014/main" id="{191757C8-4B5E-317C-B7E7-76BDB2BA14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6" name="Straight Connector 1055">
                  <a:extLst>
                    <a:ext uri="{FF2B5EF4-FFF2-40B4-BE49-F238E27FC236}">
                      <a16:creationId xmlns:a16="http://schemas.microsoft.com/office/drawing/2014/main" id="{E2371305-31D5-55C8-CD38-E59AEB04C3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50" name="Straight Connector 1049">
                <a:extLst>
                  <a:ext uri="{FF2B5EF4-FFF2-40B4-BE49-F238E27FC236}">
                    <a16:creationId xmlns:a16="http://schemas.microsoft.com/office/drawing/2014/main" id="{1913BAC5-F5C1-6E6B-11E0-D6BC07C7B9F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BD97A162-3622-59AF-9F5B-D0C2D39FE34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DF83F990-5B63-C0D5-6AB1-3EB70FBF7F08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AE784483-9736-116A-04FC-D65658FE5F57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B3449A44-E1B7-727C-8E8B-7E1DBD38579C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6B6E2FA6-A818-56D0-C1FA-E3BD7D83ABF6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11" name="Group 1110">
            <a:extLst>
              <a:ext uri="{FF2B5EF4-FFF2-40B4-BE49-F238E27FC236}">
                <a16:creationId xmlns:a16="http://schemas.microsoft.com/office/drawing/2014/main" id="{962B45AA-DB23-D9AD-EB18-9C6B5D0BC065}"/>
              </a:ext>
            </a:extLst>
          </p:cNvPr>
          <p:cNvGrpSpPr/>
          <p:nvPr/>
        </p:nvGrpSpPr>
        <p:grpSpPr>
          <a:xfrm>
            <a:off x="9980415" y="750699"/>
            <a:ext cx="2142218" cy="2182702"/>
            <a:chOff x="-860386" y="746693"/>
            <a:chExt cx="4775873" cy="4866131"/>
          </a:xfrm>
        </p:grpSpPr>
        <p:cxnSp>
          <p:nvCxnSpPr>
            <p:cNvPr id="1112" name="Straight Connector 1111">
              <a:extLst>
                <a:ext uri="{FF2B5EF4-FFF2-40B4-BE49-F238E27FC236}">
                  <a16:creationId xmlns:a16="http://schemas.microsoft.com/office/drawing/2014/main" id="{E1A5C379-B318-2895-81A4-7DC60530E4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92" y="746693"/>
              <a:ext cx="713771" cy="1229815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3" name="Group 1112">
              <a:extLst>
                <a:ext uri="{FF2B5EF4-FFF2-40B4-BE49-F238E27FC236}">
                  <a16:creationId xmlns:a16="http://schemas.microsoft.com/office/drawing/2014/main" id="{252D9A84-0695-BBB3-956D-6761A70DB1D7}"/>
                </a:ext>
              </a:extLst>
            </p:cNvPr>
            <p:cNvGrpSpPr/>
            <p:nvPr/>
          </p:nvGrpSpPr>
          <p:grpSpPr>
            <a:xfrm>
              <a:off x="-860386" y="746693"/>
              <a:ext cx="4775873" cy="4866131"/>
              <a:chOff x="3870401" y="1048243"/>
              <a:chExt cx="4775873" cy="4866131"/>
            </a:xfrm>
          </p:grpSpPr>
          <p:cxnSp>
            <p:nvCxnSpPr>
              <p:cNvPr id="1119" name="Straight Connector 1118">
                <a:extLst>
                  <a:ext uri="{FF2B5EF4-FFF2-40B4-BE49-F238E27FC236}">
                    <a16:creationId xmlns:a16="http://schemas.microsoft.com/office/drawing/2014/main" id="{1CE33910-777D-E7FA-75CD-5C1762E46B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8558" y="4048743"/>
                <a:ext cx="647716" cy="111852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0" name="Straight Connector 1119">
                <a:extLst>
                  <a:ext uri="{FF2B5EF4-FFF2-40B4-BE49-F238E27FC236}">
                    <a16:creationId xmlns:a16="http://schemas.microsoft.com/office/drawing/2014/main" id="{25F3ED13-DBAE-001F-0CB3-11F5377FC188}"/>
                  </a:ext>
                </a:extLst>
              </p:cNvPr>
              <p:cNvCxnSpPr/>
              <p:nvPr/>
            </p:nvCxnSpPr>
            <p:spPr>
              <a:xfrm>
                <a:off x="5622550" y="1048243"/>
                <a:ext cx="1289978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1" name="Straight Connector 1120">
                <a:extLst>
                  <a:ext uri="{FF2B5EF4-FFF2-40B4-BE49-F238E27FC236}">
                    <a16:creationId xmlns:a16="http://schemas.microsoft.com/office/drawing/2014/main" id="{E5DA25E5-AAB7-2A23-9AC3-46F1DFCE75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1562" y="1048243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2" name="Straight Connector 1121">
                <a:extLst>
                  <a:ext uri="{FF2B5EF4-FFF2-40B4-BE49-F238E27FC236}">
                    <a16:creationId xmlns:a16="http://schemas.microsoft.com/office/drawing/2014/main" id="{0B70116B-004F-E75B-7D18-0D1E9A4CB9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182" y="2831644"/>
                <a:ext cx="701272" cy="1225621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3" name="Straight Connector 1122">
                <a:extLst>
                  <a:ext uri="{FF2B5EF4-FFF2-40B4-BE49-F238E27FC236}">
                    <a16:creationId xmlns:a16="http://schemas.microsoft.com/office/drawing/2014/main" id="{9D8420CD-2263-425A-AE63-8524C70E73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0493" y="5163369"/>
                <a:ext cx="1415912" cy="0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24" name="Group 1123">
                <a:extLst>
                  <a:ext uri="{FF2B5EF4-FFF2-40B4-BE49-F238E27FC236}">
                    <a16:creationId xmlns:a16="http://schemas.microsoft.com/office/drawing/2014/main" id="{26D7F4AB-1E0F-77D8-C22A-DC75C26DB206}"/>
                  </a:ext>
                </a:extLst>
              </p:cNvPr>
              <p:cNvGrpSpPr/>
              <p:nvPr/>
            </p:nvGrpSpPr>
            <p:grpSpPr>
              <a:xfrm>
                <a:off x="3870401" y="2810463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145" name="Straight Connector 1144">
                  <a:extLst>
                    <a:ext uri="{FF2B5EF4-FFF2-40B4-BE49-F238E27FC236}">
                      <a16:creationId xmlns:a16="http://schemas.microsoft.com/office/drawing/2014/main" id="{44B737DC-C63D-E836-7203-B6C43A6D17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46" name="Straight Connector 1145">
                  <a:extLst>
                    <a:ext uri="{FF2B5EF4-FFF2-40B4-BE49-F238E27FC236}">
                      <a16:creationId xmlns:a16="http://schemas.microsoft.com/office/drawing/2014/main" id="{2DC5FB39-E66C-CDF4-3776-AF3C3DF201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47" name="Straight Connector 1146">
                  <a:extLst>
                    <a:ext uri="{FF2B5EF4-FFF2-40B4-BE49-F238E27FC236}">
                      <a16:creationId xmlns:a16="http://schemas.microsoft.com/office/drawing/2014/main" id="{6DDC8D04-133A-F8F0-7037-18F28C3A61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5" name="Group 1124">
                <a:extLst>
                  <a:ext uri="{FF2B5EF4-FFF2-40B4-BE49-F238E27FC236}">
                    <a16:creationId xmlns:a16="http://schemas.microsoft.com/office/drawing/2014/main" id="{98489642-694B-8E9C-993B-EA2F8DCCD6E6}"/>
                  </a:ext>
                </a:extLst>
              </p:cNvPr>
              <p:cNvGrpSpPr/>
              <p:nvPr/>
            </p:nvGrpSpPr>
            <p:grpSpPr>
              <a:xfrm rot="3600000">
                <a:off x="4050528" y="1360614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142" name="Straight Connector 1141">
                  <a:extLst>
                    <a:ext uri="{FF2B5EF4-FFF2-40B4-BE49-F238E27FC236}">
                      <a16:creationId xmlns:a16="http://schemas.microsoft.com/office/drawing/2014/main" id="{14F59D38-52D8-D4C1-7D19-D1CDF28E43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43" name="Straight Connector 1142">
                  <a:extLst>
                    <a:ext uri="{FF2B5EF4-FFF2-40B4-BE49-F238E27FC236}">
                      <a16:creationId xmlns:a16="http://schemas.microsoft.com/office/drawing/2014/main" id="{0286966F-06CE-7483-048B-309B636787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44" name="Straight Connector 1143">
                  <a:extLst>
                    <a:ext uri="{FF2B5EF4-FFF2-40B4-BE49-F238E27FC236}">
                      <a16:creationId xmlns:a16="http://schemas.microsoft.com/office/drawing/2014/main" id="{C113833D-A10E-B3DB-C52F-F17B64763E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6" name="Group 1125">
                <a:extLst>
                  <a:ext uri="{FF2B5EF4-FFF2-40B4-BE49-F238E27FC236}">
                    <a16:creationId xmlns:a16="http://schemas.microsoft.com/office/drawing/2014/main" id="{7084149C-7307-CEE7-C008-D03ECD82E017}"/>
                  </a:ext>
                </a:extLst>
              </p:cNvPr>
              <p:cNvGrpSpPr/>
              <p:nvPr/>
            </p:nvGrpSpPr>
            <p:grpSpPr>
              <a:xfrm rot="10800000">
                <a:off x="6570410" y="166926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139" name="Straight Connector 1138">
                  <a:extLst>
                    <a:ext uri="{FF2B5EF4-FFF2-40B4-BE49-F238E27FC236}">
                      <a16:creationId xmlns:a16="http://schemas.microsoft.com/office/drawing/2014/main" id="{7020E404-3C21-A0ED-7E9D-1DA6472725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40" name="Straight Connector 1139">
                  <a:extLst>
                    <a:ext uri="{FF2B5EF4-FFF2-40B4-BE49-F238E27FC236}">
                      <a16:creationId xmlns:a16="http://schemas.microsoft.com/office/drawing/2014/main" id="{7B7A9E22-4168-BD23-08EF-845C32D837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41" name="Straight Connector 1140">
                  <a:extLst>
                    <a:ext uri="{FF2B5EF4-FFF2-40B4-BE49-F238E27FC236}">
                      <a16:creationId xmlns:a16="http://schemas.microsoft.com/office/drawing/2014/main" id="{F2FA4961-BDEB-8CE1-D3FF-F678B7A540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7" name="Group 1126">
                <a:extLst>
                  <a:ext uri="{FF2B5EF4-FFF2-40B4-BE49-F238E27FC236}">
                    <a16:creationId xmlns:a16="http://schemas.microsoft.com/office/drawing/2014/main" id="{2F9C61DC-FC9E-C035-6747-24A5D54295DE}"/>
                  </a:ext>
                </a:extLst>
              </p:cNvPr>
              <p:cNvGrpSpPr/>
              <p:nvPr/>
            </p:nvGrpSpPr>
            <p:grpSpPr>
              <a:xfrm rot="18000000">
                <a:off x="5047526" y="3691441"/>
                <a:ext cx="2073197" cy="2372670"/>
                <a:chOff x="3870401" y="2810463"/>
                <a:chExt cx="2073197" cy="2372670"/>
              </a:xfrm>
            </p:grpSpPr>
            <p:cxnSp>
              <p:nvCxnSpPr>
                <p:cNvPr id="1136" name="Straight Connector 1135">
                  <a:extLst>
                    <a:ext uri="{FF2B5EF4-FFF2-40B4-BE49-F238E27FC236}">
                      <a16:creationId xmlns:a16="http://schemas.microsoft.com/office/drawing/2014/main" id="{76A8C1B3-9FF8-5B6A-A8D6-5E67889C2F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0401" y="2810463"/>
                  <a:ext cx="734354" cy="1266945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7" name="Straight Connector 1136">
                  <a:extLst>
                    <a:ext uri="{FF2B5EF4-FFF2-40B4-BE49-F238E27FC236}">
                      <a16:creationId xmlns:a16="http://schemas.microsoft.com/office/drawing/2014/main" id="{8C3A73D8-111A-CD6E-CE9F-1F0E437EFD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82615" y="4066362"/>
                  <a:ext cx="643246" cy="1116771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8" name="Straight Connector 1137">
                  <a:extLst>
                    <a:ext uri="{FF2B5EF4-FFF2-40B4-BE49-F238E27FC236}">
                      <a16:creationId xmlns:a16="http://schemas.microsoft.com/office/drawing/2014/main" id="{965DE3B2-D2C1-EF42-12BC-58CE416E65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5189" y="5160289"/>
                  <a:ext cx="1438409" cy="0"/>
                </a:xfrm>
                <a:prstGeom prst="line">
                  <a:avLst/>
                </a:prstGeom>
                <a:ln w="1270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8" name="Group 1127">
                <a:extLst>
                  <a:ext uri="{FF2B5EF4-FFF2-40B4-BE49-F238E27FC236}">
                    <a16:creationId xmlns:a16="http://schemas.microsoft.com/office/drawing/2014/main" id="{53240EC3-6649-8D70-A0BF-868107FF90BC}"/>
                  </a:ext>
                </a:extLst>
              </p:cNvPr>
              <p:cNvGrpSpPr/>
              <p:nvPr/>
            </p:nvGrpSpPr>
            <p:grpSpPr>
              <a:xfrm>
                <a:off x="4592828" y="1781600"/>
                <a:ext cx="3056483" cy="3075278"/>
                <a:chOff x="4592828" y="1781600"/>
                <a:chExt cx="3056483" cy="3075278"/>
              </a:xfrm>
            </p:grpSpPr>
            <p:cxnSp>
              <p:nvCxnSpPr>
                <p:cNvPr id="1130" name="Straight Connector 1129">
                  <a:extLst>
                    <a:ext uri="{FF2B5EF4-FFF2-40B4-BE49-F238E27FC236}">
                      <a16:creationId xmlns:a16="http://schemas.microsoft.com/office/drawing/2014/main" id="{37DC06CB-63FE-A187-F8B8-97C37EFC29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2828" y="3233956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1" name="Straight Connector 1130">
                  <a:extLst>
                    <a:ext uri="{FF2B5EF4-FFF2-40B4-BE49-F238E27FC236}">
                      <a16:creationId xmlns:a16="http://schemas.microsoft.com/office/drawing/2014/main" id="{91670163-3A49-BABB-DD2C-DAFECC3B84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5157" y="379291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2" name="Straight Connector 1131">
                  <a:extLst>
                    <a:ext uri="{FF2B5EF4-FFF2-40B4-BE49-F238E27FC236}">
                      <a16:creationId xmlns:a16="http://schemas.microsoft.com/office/drawing/2014/main" id="{028699B5-AEAB-BBCC-2248-36944ED34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268383" y="2065593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3" name="Straight Connector 1132">
                  <a:extLst>
                    <a:ext uri="{FF2B5EF4-FFF2-40B4-BE49-F238E27FC236}">
                      <a16:creationId xmlns:a16="http://schemas.microsoft.com/office/drawing/2014/main" id="{B406FA8F-3D8E-7034-3ADE-22AFEDFCEF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 flipV="1">
                  <a:off x="5904187" y="2071544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4" name="Straight Connector 1133">
                  <a:extLst>
                    <a:ext uri="{FF2B5EF4-FFF2-40B4-BE49-F238E27FC236}">
                      <a16:creationId xmlns:a16="http://schemas.microsoft.com/office/drawing/2014/main" id="{77479922-02D0-7FFB-E097-FC7B91E109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582534" y="3226498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5" name="Straight Connector 1134">
                  <a:extLst>
                    <a:ext uri="{FF2B5EF4-FFF2-40B4-BE49-F238E27FC236}">
                      <a16:creationId xmlns:a16="http://schemas.microsoft.com/office/drawing/2014/main" id="{8565C2DD-AC64-2C7D-1ED4-B240D1F81D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00000" flipV="1">
                  <a:off x="6279362" y="3790101"/>
                  <a:ext cx="1350770" cy="782784"/>
                </a:xfrm>
                <a:prstGeom prst="line">
                  <a:avLst/>
                </a:prstGeom>
                <a:ln w="1270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29" name="Straight Connector 1128">
                <a:extLst>
                  <a:ext uri="{FF2B5EF4-FFF2-40B4-BE49-F238E27FC236}">
                    <a16:creationId xmlns:a16="http://schemas.microsoft.com/office/drawing/2014/main" id="{74416F0E-D337-133A-C856-0DE5748D01C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587256" y="2831326"/>
                <a:ext cx="1350770" cy="782784"/>
              </a:xfrm>
              <a:prstGeom prst="line">
                <a:avLst/>
              </a:prstGeom>
              <a:ln w="1270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F84E201A-4041-ADB9-4F1E-A2BF9EE3C90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140" y="1973842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5" name="Straight Connector 1114">
              <a:extLst>
                <a:ext uri="{FF2B5EF4-FFF2-40B4-BE49-F238E27FC236}">
                  <a16:creationId xmlns:a16="http://schemas.microsoft.com/office/drawing/2014/main" id="{53E5E1A1-794D-1EFB-94DF-A4570EEA2722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1174858" y="3689055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6" name="Straight Connector 1115">
              <a:extLst>
                <a:ext uri="{FF2B5EF4-FFF2-40B4-BE49-F238E27FC236}">
                  <a16:creationId xmlns:a16="http://schemas.microsoft.com/office/drawing/2014/main" id="{68508AD5-ACA1-5981-7F6B-B8E5B807AE6E}"/>
                </a:ext>
              </a:extLst>
            </p:cNvPr>
            <p:cNvCxnSpPr>
              <a:cxnSpLocks/>
            </p:cNvCxnSpPr>
            <p:nvPr/>
          </p:nvCxnSpPr>
          <p:spPr>
            <a:xfrm rot="18000000" flipV="1">
              <a:off x="539054" y="3683104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62AF3236-76D4-F740-BE73-A36A87DE2F50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-133237" y="2516038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8" name="Straight Connector 1117">
              <a:extLst>
                <a:ext uri="{FF2B5EF4-FFF2-40B4-BE49-F238E27FC236}">
                  <a16:creationId xmlns:a16="http://schemas.microsoft.com/office/drawing/2014/main" id="{A81A9C83-80B8-0799-369F-5F947BCF3D32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169935" y="1955463"/>
              <a:ext cx="1350770" cy="782784"/>
            </a:xfrm>
            <a:prstGeom prst="line">
              <a:avLst/>
            </a:prstGeom>
            <a:ln w="1270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3BD81EF-CA05-B229-FCF6-BB927B6F3C06}"/>
              </a:ext>
            </a:extLst>
          </p:cNvPr>
          <p:cNvSpPr/>
          <p:nvPr/>
        </p:nvSpPr>
        <p:spPr>
          <a:xfrm>
            <a:off x="2524953" y="1814548"/>
            <a:ext cx="2123247" cy="36813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57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85967F-C08C-0747-1A2B-E0B4592C1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725" y="295275"/>
            <a:ext cx="3638550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219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A0102-38C3-8040-2616-B6C8D9CF6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478D510D-9AB5-C4A3-E9CB-BDFFC308996C}"/>
              </a:ext>
            </a:extLst>
          </p:cNvPr>
          <p:cNvGrpSpPr/>
          <p:nvPr/>
        </p:nvGrpSpPr>
        <p:grpSpPr>
          <a:xfrm>
            <a:off x="6076364" y="4108996"/>
            <a:ext cx="2743200" cy="2743200"/>
            <a:chOff x="6076364" y="4802"/>
            <a:chExt cx="2743200" cy="27432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C916989-8048-4D95-53E9-3D1216F9A6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6364" y="4802"/>
              <a:ext cx="2743200" cy="27432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86A2378-0A4E-38A5-C0E4-F56E6346C010}"/>
                </a:ext>
              </a:extLst>
            </p:cNvPr>
            <p:cNvCxnSpPr>
              <a:stCxn id="61" idx="2"/>
              <a:endCxn id="61" idx="6"/>
            </p:cNvCxnSpPr>
            <p:nvPr/>
          </p:nvCxnSpPr>
          <p:spPr>
            <a:xfrm>
              <a:off x="6076364" y="1376402"/>
              <a:ext cx="27432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86F6217-C9A7-EDA2-12B4-963493AA023F}"/>
                </a:ext>
              </a:extLst>
            </p:cNvPr>
            <p:cNvCxnSpPr>
              <a:stCxn id="61" idx="0"/>
              <a:endCxn id="61" idx="4"/>
            </p:cNvCxnSpPr>
            <p:nvPr/>
          </p:nvCxnSpPr>
          <p:spPr>
            <a:xfrm>
              <a:off x="7447964" y="4802"/>
              <a:ext cx="0" cy="274320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9AB8289-CFF8-24B7-9D61-B36A6B07DC2C}"/>
              </a:ext>
            </a:extLst>
          </p:cNvPr>
          <p:cNvGrpSpPr/>
          <p:nvPr/>
        </p:nvGrpSpPr>
        <p:grpSpPr>
          <a:xfrm>
            <a:off x="3700683" y="4108995"/>
            <a:ext cx="2743200" cy="2743200"/>
            <a:chOff x="6076364" y="4802"/>
            <a:chExt cx="2743200" cy="2743200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85622BD3-76E9-D716-A95D-5D41C0A5DE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6364" y="4802"/>
              <a:ext cx="2743200" cy="27432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D671E9DA-86BF-94C8-C82E-3E1CF61D25F3}"/>
                </a:ext>
              </a:extLst>
            </p:cNvPr>
            <p:cNvCxnSpPr>
              <a:stCxn id="129" idx="2"/>
              <a:endCxn id="129" idx="6"/>
            </p:cNvCxnSpPr>
            <p:nvPr/>
          </p:nvCxnSpPr>
          <p:spPr>
            <a:xfrm>
              <a:off x="6076364" y="1376402"/>
              <a:ext cx="27432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68919234-BBD4-3F96-E899-4A03530CE5E9}"/>
                </a:ext>
              </a:extLst>
            </p:cNvPr>
            <p:cNvCxnSpPr>
              <a:stCxn id="129" idx="0"/>
              <a:endCxn id="129" idx="4"/>
            </p:cNvCxnSpPr>
            <p:nvPr/>
          </p:nvCxnSpPr>
          <p:spPr>
            <a:xfrm>
              <a:off x="7447964" y="4802"/>
              <a:ext cx="0" cy="274320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150F26E-D37A-9DF4-8449-64F82BCE6542}"/>
              </a:ext>
            </a:extLst>
          </p:cNvPr>
          <p:cNvGrpSpPr>
            <a:grpSpLocks noChangeAspect="1"/>
          </p:cNvGrpSpPr>
          <p:nvPr/>
        </p:nvGrpSpPr>
        <p:grpSpPr>
          <a:xfrm>
            <a:off x="2512446" y="2061031"/>
            <a:ext cx="2743200" cy="2743200"/>
            <a:chOff x="6076364" y="4802"/>
            <a:chExt cx="2743200" cy="2743200"/>
          </a:xfrm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F5AF20C0-049D-6CA6-6A30-EBB685D12C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6364" y="4802"/>
              <a:ext cx="2743200" cy="27432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D222EE06-59FD-430E-4E3F-BD2CAE7FCA92}"/>
                </a:ext>
              </a:extLst>
            </p:cNvPr>
            <p:cNvCxnSpPr>
              <a:stCxn id="133" idx="2"/>
              <a:endCxn id="133" idx="6"/>
            </p:cNvCxnSpPr>
            <p:nvPr/>
          </p:nvCxnSpPr>
          <p:spPr>
            <a:xfrm>
              <a:off x="6076364" y="1376402"/>
              <a:ext cx="27432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E0ED5E0-D441-DFD7-5544-867F193D6D7B}"/>
                </a:ext>
              </a:extLst>
            </p:cNvPr>
            <p:cNvCxnSpPr>
              <a:stCxn id="133" idx="0"/>
              <a:endCxn id="133" idx="4"/>
            </p:cNvCxnSpPr>
            <p:nvPr/>
          </p:nvCxnSpPr>
          <p:spPr>
            <a:xfrm>
              <a:off x="7447964" y="4802"/>
              <a:ext cx="0" cy="274320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D54D130-F93F-4F21-9CFE-81EFB3A55EB2}"/>
              </a:ext>
            </a:extLst>
          </p:cNvPr>
          <p:cNvGrpSpPr/>
          <p:nvPr/>
        </p:nvGrpSpPr>
        <p:grpSpPr>
          <a:xfrm>
            <a:off x="3694707" y="2456"/>
            <a:ext cx="2743200" cy="2743200"/>
            <a:chOff x="6076364" y="4802"/>
            <a:chExt cx="2743200" cy="2743200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8293D2F-4D4E-4F53-983E-DBFAE0B7EB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6364" y="4802"/>
              <a:ext cx="2743200" cy="27432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6D93707-F58A-EB78-0A50-DD6576978022}"/>
                </a:ext>
              </a:extLst>
            </p:cNvPr>
            <p:cNvCxnSpPr>
              <a:stCxn id="137" idx="2"/>
              <a:endCxn id="137" idx="6"/>
            </p:cNvCxnSpPr>
            <p:nvPr/>
          </p:nvCxnSpPr>
          <p:spPr>
            <a:xfrm>
              <a:off x="6076364" y="1376402"/>
              <a:ext cx="27432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A30D1B9-CA10-8B68-9E03-BF345F762CFA}"/>
                </a:ext>
              </a:extLst>
            </p:cNvPr>
            <p:cNvCxnSpPr>
              <a:stCxn id="137" idx="0"/>
              <a:endCxn id="137" idx="4"/>
            </p:cNvCxnSpPr>
            <p:nvPr/>
          </p:nvCxnSpPr>
          <p:spPr>
            <a:xfrm>
              <a:off x="7447964" y="4802"/>
              <a:ext cx="0" cy="274320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3C2CC3F-B12D-FCCA-249F-5795D3572C2B}"/>
              </a:ext>
            </a:extLst>
          </p:cNvPr>
          <p:cNvGrpSpPr/>
          <p:nvPr/>
        </p:nvGrpSpPr>
        <p:grpSpPr>
          <a:xfrm>
            <a:off x="6076364" y="4802"/>
            <a:ext cx="2743200" cy="2743200"/>
            <a:chOff x="6076364" y="4802"/>
            <a:chExt cx="2743200" cy="27432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15C1C74-D032-EA3F-1C3D-59B0B1D613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6364" y="4802"/>
              <a:ext cx="2743200" cy="27432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6E3D65D-56C1-0A5B-5180-4C249D0F310C}"/>
                </a:ext>
              </a:extLst>
            </p:cNvPr>
            <p:cNvCxnSpPr>
              <a:stCxn id="13" idx="2"/>
              <a:endCxn id="13" idx="6"/>
            </p:cNvCxnSpPr>
            <p:nvPr/>
          </p:nvCxnSpPr>
          <p:spPr>
            <a:xfrm>
              <a:off x="6076364" y="1376402"/>
              <a:ext cx="27432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EA235CA-5583-C449-A8EF-8C223D912819}"/>
                </a:ext>
              </a:extLst>
            </p:cNvPr>
            <p:cNvCxnSpPr>
              <a:stCxn id="13" idx="0"/>
              <a:endCxn id="13" idx="4"/>
            </p:cNvCxnSpPr>
            <p:nvPr/>
          </p:nvCxnSpPr>
          <p:spPr>
            <a:xfrm>
              <a:off x="7447964" y="4802"/>
              <a:ext cx="0" cy="274320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77F63A2-C22B-73D2-144B-CC0A08DC3A40}"/>
              </a:ext>
            </a:extLst>
          </p:cNvPr>
          <p:cNvGrpSpPr/>
          <p:nvPr/>
        </p:nvGrpSpPr>
        <p:grpSpPr>
          <a:xfrm>
            <a:off x="7264204" y="2057397"/>
            <a:ext cx="2743200" cy="2743200"/>
            <a:chOff x="6076364" y="4802"/>
            <a:chExt cx="2743200" cy="27432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EBEB2F4-82F5-39AF-BC4C-A77DCDA369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6364" y="4802"/>
              <a:ext cx="2743200" cy="27432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FB3F0B-A55B-8B9A-C00B-7344A38190EB}"/>
                </a:ext>
              </a:extLst>
            </p:cNvPr>
            <p:cNvCxnSpPr>
              <a:stCxn id="57" idx="2"/>
              <a:endCxn id="57" idx="6"/>
            </p:cNvCxnSpPr>
            <p:nvPr/>
          </p:nvCxnSpPr>
          <p:spPr>
            <a:xfrm>
              <a:off x="6076364" y="1376402"/>
              <a:ext cx="27432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4ACBDCA-64A0-E440-2C75-04FB9CFEDF14}"/>
                </a:ext>
              </a:extLst>
            </p:cNvPr>
            <p:cNvCxnSpPr>
              <a:stCxn id="57" idx="0"/>
              <a:endCxn id="57" idx="4"/>
            </p:cNvCxnSpPr>
            <p:nvPr/>
          </p:nvCxnSpPr>
          <p:spPr>
            <a:xfrm>
              <a:off x="7447964" y="4802"/>
              <a:ext cx="0" cy="274320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C6E6B69F-DD81-7D98-6563-714444A8A1E4}"/>
              </a:ext>
            </a:extLst>
          </p:cNvPr>
          <p:cNvSpPr txBox="1"/>
          <p:nvPr/>
        </p:nvSpPr>
        <p:spPr>
          <a:xfrm>
            <a:off x="276775" y="373802"/>
            <a:ext cx="237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 Three Proportions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DC2075-8772-61AD-4117-81D6F7972011}"/>
              </a:ext>
            </a:extLst>
          </p:cNvPr>
          <p:cNvGrpSpPr/>
          <p:nvPr/>
        </p:nvGrpSpPr>
        <p:grpSpPr>
          <a:xfrm>
            <a:off x="3516924" y="685795"/>
            <a:ext cx="5486400" cy="5486400"/>
            <a:chOff x="3516924" y="685800"/>
            <a:chExt cx="5486400" cy="54864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6A1A652-3FB4-4A90-64E3-D984B5120D6C}"/>
                </a:ext>
              </a:extLst>
            </p:cNvPr>
            <p:cNvGrpSpPr/>
            <p:nvPr/>
          </p:nvGrpSpPr>
          <p:grpSpPr>
            <a:xfrm>
              <a:off x="3516924" y="1053319"/>
              <a:ext cx="5486400" cy="4751362"/>
              <a:chOff x="3352800" y="1053319"/>
              <a:chExt cx="5486400" cy="4751362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BF0DE4A-365F-A82D-EBD9-3072714829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2800" y="3429000"/>
                <a:ext cx="5486400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3085C9B1-5ACB-722E-C053-5C545E7205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4400" y="1053319"/>
                <a:ext cx="2743200" cy="4751362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CC6347F-0AD6-F8AF-8CAF-FDC0E9E154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4400" y="1053319"/>
                <a:ext cx="2743200" cy="4751362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796BAB3-C59A-3F67-AEA3-38B6C72421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4443" y="6858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2E1678-590B-864E-9FFD-665F46A76C50}"/>
                </a:ext>
              </a:extLst>
            </p:cNvPr>
            <p:cNvCxnSpPr>
              <a:cxnSpLocks/>
            </p:cNvCxnSpPr>
            <p:nvPr/>
          </p:nvCxnSpPr>
          <p:spPr>
            <a:xfrm>
              <a:off x="6260124" y="6858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4823011-E4C2-1BFC-79E8-D042FA857C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0124" y="48006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587F55F-64A1-4E9B-93D7-46A0F1A95A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84443" y="48006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ACCAA90-6A94-66E4-898B-7908A2929B2D}"/>
                </a:ext>
              </a:extLst>
            </p:cNvPr>
            <p:cNvCxnSpPr/>
            <p:nvPr/>
          </p:nvCxnSpPr>
          <p:spPr>
            <a:xfrm>
              <a:off x="3884443" y="2057400"/>
              <a:ext cx="0" cy="27432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6D6F70-0B98-0124-D7E9-2418A843BB52}"/>
                </a:ext>
              </a:extLst>
            </p:cNvPr>
            <p:cNvCxnSpPr/>
            <p:nvPr/>
          </p:nvCxnSpPr>
          <p:spPr>
            <a:xfrm>
              <a:off x="8635805" y="2057400"/>
              <a:ext cx="0" cy="27432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B18B22-2D40-E9A4-0CA6-4B73C484FC4D}"/>
              </a:ext>
            </a:extLst>
          </p:cNvPr>
          <p:cNvGrpSpPr/>
          <p:nvPr/>
        </p:nvGrpSpPr>
        <p:grpSpPr>
          <a:xfrm>
            <a:off x="3980469" y="1299744"/>
            <a:ext cx="4754816" cy="5070811"/>
            <a:chOff x="3980469" y="1299744"/>
            <a:chExt cx="4754816" cy="507081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3139466-8DCD-60D2-371E-265C9057B4BC}"/>
                </a:ext>
              </a:extLst>
            </p:cNvPr>
            <p:cNvCxnSpPr>
              <a:cxnSpLocks/>
            </p:cNvCxnSpPr>
            <p:nvPr/>
          </p:nvCxnSpPr>
          <p:spPr>
            <a:xfrm>
              <a:off x="4939627" y="1299744"/>
              <a:ext cx="3795658" cy="218612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C19364A-40AC-3CA5-8B1A-CE3E3F847EE9}"/>
                </a:ext>
              </a:extLst>
            </p:cNvPr>
            <p:cNvCxnSpPr>
              <a:cxnSpLocks noChangeAspect="1"/>
            </p:cNvCxnSpPr>
            <p:nvPr/>
          </p:nvCxnSpPr>
          <p:spPr>
            <a:xfrm rot="7200000">
              <a:off x="4933651" y="3379665"/>
              <a:ext cx="3795658" cy="218612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E6E7234-ABA3-FF50-FEC9-D81241E7C3C2}"/>
                </a:ext>
              </a:extLst>
            </p:cNvPr>
            <p:cNvCxnSpPr>
              <a:cxnSpLocks noChangeAspect="1"/>
            </p:cNvCxnSpPr>
            <p:nvPr/>
          </p:nvCxnSpPr>
          <p:spPr>
            <a:xfrm rot="14400000">
              <a:off x="3175701" y="2335936"/>
              <a:ext cx="3795658" cy="218612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4FE4DE5-DEBA-9DE1-4973-6DEC5EB0D44B}"/>
              </a:ext>
            </a:extLst>
          </p:cNvPr>
          <p:cNvGrpSpPr/>
          <p:nvPr/>
        </p:nvGrpSpPr>
        <p:grpSpPr>
          <a:xfrm rot="3600000">
            <a:off x="3585732" y="1182923"/>
            <a:ext cx="4754816" cy="5070811"/>
            <a:chOff x="3980469" y="1299744"/>
            <a:chExt cx="4754816" cy="5070811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114B59A-EDE9-5DCE-2015-DE33553B92C2}"/>
                </a:ext>
              </a:extLst>
            </p:cNvPr>
            <p:cNvCxnSpPr>
              <a:cxnSpLocks/>
            </p:cNvCxnSpPr>
            <p:nvPr/>
          </p:nvCxnSpPr>
          <p:spPr>
            <a:xfrm>
              <a:off x="4939627" y="1299744"/>
              <a:ext cx="3795658" cy="218612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49673D3-BAE5-6CB8-5047-5FD853598560}"/>
                </a:ext>
              </a:extLst>
            </p:cNvPr>
            <p:cNvCxnSpPr>
              <a:cxnSpLocks noChangeAspect="1"/>
            </p:cNvCxnSpPr>
            <p:nvPr/>
          </p:nvCxnSpPr>
          <p:spPr>
            <a:xfrm rot="7200000">
              <a:off x="4933651" y="3379665"/>
              <a:ext cx="3795658" cy="218612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069CFC7-6407-47A8-1A6C-BCF4A15E9178}"/>
                </a:ext>
              </a:extLst>
            </p:cNvPr>
            <p:cNvCxnSpPr>
              <a:cxnSpLocks noChangeAspect="1"/>
            </p:cNvCxnSpPr>
            <p:nvPr/>
          </p:nvCxnSpPr>
          <p:spPr>
            <a:xfrm rot="14400000">
              <a:off x="3175701" y="2335936"/>
              <a:ext cx="3795658" cy="218612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392E6D4-0A0D-B03D-C554-0944EAA0123F}"/>
              </a:ext>
            </a:extLst>
          </p:cNvPr>
          <p:cNvGrpSpPr/>
          <p:nvPr/>
        </p:nvGrpSpPr>
        <p:grpSpPr>
          <a:xfrm>
            <a:off x="4894103" y="2057397"/>
            <a:ext cx="2743200" cy="2743200"/>
            <a:chOff x="6076364" y="4802"/>
            <a:chExt cx="2743200" cy="2743200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7AE66FF4-5850-A2B3-B00A-EFDFF310AE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6364" y="4802"/>
              <a:ext cx="2743200" cy="27432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78148FDB-AA98-C32C-95C7-6679F4154900}"/>
                </a:ext>
              </a:extLst>
            </p:cNvPr>
            <p:cNvCxnSpPr>
              <a:stCxn id="147" idx="2"/>
              <a:endCxn id="147" idx="6"/>
            </p:cNvCxnSpPr>
            <p:nvPr/>
          </p:nvCxnSpPr>
          <p:spPr>
            <a:xfrm>
              <a:off x="6076364" y="1376402"/>
              <a:ext cx="27432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C9B907E6-175A-B914-63FA-1C3A5619D3C1}"/>
                </a:ext>
              </a:extLst>
            </p:cNvPr>
            <p:cNvCxnSpPr>
              <a:stCxn id="147" idx="0"/>
              <a:endCxn id="147" idx="4"/>
            </p:cNvCxnSpPr>
            <p:nvPr/>
          </p:nvCxnSpPr>
          <p:spPr>
            <a:xfrm>
              <a:off x="7447964" y="4802"/>
              <a:ext cx="0" cy="274320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B660D270-E248-1F0B-A563-95B1C54E031A}"/>
              </a:ext>
            </a:extLst>
          </p:cNvPr>
          <p:cNvCxnSpPr>
            <a:cxnSpLocks/>
          </p:cNvCxnSpPr>
          <p:nvPr/>
        </p:nvCxnSpPr>
        <p:spPr>
          <a:xfrm>
            <a:off x="5754897" y="2559926"/>
            <a:ext cx="100612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FE05D280-9C51-26CA-1E87-F3CBD06F040B}"/>
              </a:ext>
            </a:extLst>
          </p:cNvPr>
          <p:cNvCxnSpPr>
            <a:cxnSpLocks/>
          </p:cNvCxnSpPr>
          <p:nvPr/>
        </p:nvCxnSpPr>
        <p:spPr>
          <a:xfrm>
            <a:off x="5754897" y="4291562"/>
            <a:ext cx="100612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E31E74B-5BA2-C801-4123-E586CB33150B}"/>
              </a:ext>
            </a:extLst>
          </p:cNvPr>
          <p:cNvCxnSpPr>
            <a:cxnSpLocks/>
          </p:cNvCxnSpPr>
          <p:nvPr/>
        </p:nvCxnSpPr>
        <p:spPr>
          <a:xfrm rot="3600000">
            <a:off x="6513347" y="2996968"/>
            <a:ext cx="100612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6210C3D0-2CE5-1F61-6504-66D7708525F6}"/>
              </a:ext>
            </a:extLst>
          </p:cNvPr>
          <p:cNvCxnSpPr>
            <a:cxnSpLocks/>
          </p:cNvCxnSpPr>
          <p:nvPr/>
        </p:nvCxnSpPr>
        <p:spPr>
          <a:xfrm rot="3600000">
            <a:off x="5007648" y="3863658"/>
            <a:ext cx="100612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92E84875-1973-AE37-7449-754FB0C0402A}"/>
              </a:ext>
            </a:extLst>
          </p:cNvPr>
          <p:cNvCxnSpPr>
            <a:cxnSpLocks/>
          </p:cNvCxnSpPr>
          <p:nvPr/>
        </p:nvCxnSpPr>
        <p:spPr>
          <a:xfrm rot="7200000">
            <a:off x="6507372" y="3866963"/>
            <a:ext cx="100612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64EC9E10-824F-6579-CB0B-9AC547996B71}"/>
              </a:ext>
            </a:extLst>
          </p:cNvPr>
          <p:cNvCxnSpPr>
            <a:cxnSpLocks/>
          </p:cNvCxnSpPr>
          <p:nvPr/>
        </p:nvCxnSpPr>
        <p:spPr>
          <a:xfrm rot="7200000">
            <a:off x="5005636" y="2993627"/>
            <a:ext cx="100612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Isosceles Triangle 199">
            <a:extLst>
              <a:ext uri="{FF2B5EF4-FFF2-40B4-BE49-F238E27FC236}">
                <a16:creationId xmlns:a16="http://schemas.microsoft.com/office/drawing/2014/main" id="{C7DB7FC1-83DC-969C-E84E-93044872C7AF}"/>
              </a:ext>
            </a:extLst>
          </p:cNvPr>
          <p:cNvSpPr/>
          <p:nvPr/>
        </p:nvSpPr>
        <p:spPr>
          <a:xfrm>
            <a:off x="5512594" y="2564620"/>
            <a:ext cx="1499616" cy="1298448"/>
          </a:xfrm>
          <a:prstGeom prst="triangle">
            <a:avLst>
              <a:gd name="adj" fmla="val 49944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B9CE8E5C-A48D-34F9-945C-32BB967555C7}"/>
              </a:ext>
            </a:extLst>
          </p:cNvPr>
          <p:cNvCxnSpPr/>
          <p:nvPr/>
        </p:nvCxnSpPr>
        <p:spPr>
          <a:xfrm>
            <a:off x="5066307" y="2745656"/>
            <a:ext cx="2381657" cy="136333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0D391DED-706B-63EE-D68B-71A551977A1D}"/>
              </a:ext>
            </a:extLst>
          </p:cNvPr>
          <p:cNvCxnSpPr>
            <a:cxnSpLocks/>
            <a:endCxn id="129" idx="0"/>
          </p:cNvCxnSpPr>
          <p:nvPr/>
        </p:nvCxnSpPr>
        <p:spPr>
          <a:xfrm flipH="1">
            <a:off x="5072283" y="2729143"/>
            <a:ext cx="2398443" cy="137985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0" name="Isosceles Triangle 209">
            <a:extLst>
              <a:ext uri="{FF2B5EF4-FFF2-40B4-BE49-F238E27FC236}">
                <a16:creationId xmlns:a16="http://schemas.microsoft.com/office/drawing/2014/main" id="{373E587D-AD7F-807E-7B2F-392D620D1DD0}"/>
              </a:ext>
            </a:extLst>
          </p:cNvPr>
          <p:cNvSpPr/>
          <p:nvPr/>
        </p:nvSpPr>
        <p:spPr>
          <a:xfrm rot="10800000">
            <a:off x="5515840" y="2995383"/>
            <a:ext cx="1499616" cy="1298448"/>
          </a:xfrm>
          <a:prstGeom prst="triangle">
            <a:avLst>
              <a:gd name="adj" fmla="val 49944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Isosceles Triangle 210">
            <a:extLst>
              <a:ext uri="{FF2B5EF4-FFF2-40B4-BE49-F238E27FC236}">
                <a16:creationId xmlns:a16="http://schemas.microsoft.com/office/drawing/2014/main" id="{0D134A3F-EAA3-699A-0BCE-F24E01CC731C}"/>
              </a:ext>
            </a:extLst>
          </p:cNvPr>
          <p:cNvSpPr>
            <a:spLocks noChangeAspect="1"/>
          </p:cNvSpPr>
          <p:nvPr/>
        </p:nvSpPr>
        <p:spPr>
          <a:xfrm rot="3600000">
            <a:off x="5991160" y="3057519"/>
            <a:ext cx="739248" cy="640080"/>
          </a:xfrm>
          <a:prstGeom prst="triangle">
            <a:avLst>
              <a:gd name="adj" fmla="val 49944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Isosceles Triangle 211">
            <a:extLst>
              <a:ext uri="{FF2B5EF4-FFF2-40B4-BE49-F238E27FC236}">
                <a16:creationId xmlns:a16="http://schemas.microsoft.com/office/drawing/2014/main" id="{4D1FCD0D-B8B1-36E3-62FB-7206F3D49DA0}"/>
              </a:ext>
            </a:extLst>
          </p:cNvPr>
          <p:cNvSpPr>
            <a:spLocks noChangeAspect="1"/>
          </p:cNvSpPr>
          <p:nvPr/>
        </p:nvSpPr>
        <p:spPr>
          <a:xfrm rot="14400000">
            <a:off x="5804148" y="3164812"/>
            <a:ext cx="739248" cy="640080"/>
          </a:xfrm>
          <a:prstGeom prst="triangle">
            <a:avLst>
              <a:gd name="adj" fmla="val 49944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C7726-C118-E8C5-0164-773ABA50A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8CA15208-D159-809E-225B-B3BF25FF8153}"/>
              </a:ext>
            </a:extLst>
          </p:cNvPr>
          <p:cNvSpPr txBox="1"/>
          <p:nvPr/>
        </p:nvSpPr>
        <p:spPr>
          <a:xfrm>
            <a:off x="276775" y="373802"/>
            <a:ext cx="237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 Three Proportions</a:t>
            </a: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9801127A-00A4-2495-515B-FFCC9E5352C9}"/>
              </a:ext>
            </a:extLst>
          </p:cNvPr>
          <p:cNvGrpSpPr/>
          <p:nvPr/>
        </p:nvGrpSpPr>
        <p:grpSpPr>
          <a:xfrm>
            <a:off x="4894103" y="2057397"/>
            <a:ext cx="2743200" cy="2743200"/>
            <a:chOff x="4894103" y="2057397"/>
            <a:chExt cx="2743200" cy="27432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ACD40ED-C1F7-75FD-C6FC-49EA0BB893A9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3092F068-7FC2-80DD-72D5-2FEA72F0BC15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6076364" y="4802"/>
                <a:chExt cx="2743200" cy="2743200"/>
              </a:xfrm>
            </p:grpSpPr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73F808DA-23F6-EEE5-7013-0204667639F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6364" y="4802"/>
                  <a:ext cx="2743200" cy="2743200"/>
                </a:xfrm>
                <a:prstGeom prst="ellipse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A409CAF5-1D21-BB76-457D-12D9EBB2ADE9}"/>
                    </a:ext>
                  </a:extLst>
                </p:cNvPr>
                <p:cNvCxnSpPr>
                  <a:stCxn id="147" idx="2"/>
                  <a:endCxn id="147" idx="6"/>
                </p:cNvCxnSpPr>
                <p:nvPr/>
              </p:nvCxnSpPr>
              <p:spPr>
                <a:xfrm>
                  <a:off x="6076364" y="1376402"/>
                  <a:ext cx="2743200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3940AD80-1586-9FDC-F137-3EAAEAEF6071}"/>
                    </a:ext>
                  </a:extLst>
                </p:cNvPr>
                <p:cNvCxnSpPr>
                  <a:stCxn id="147" idx="0"/>
                  <a:endCxn id="147" idx="4"/>
                </p:cNvCxnSpPr>
                <p:nvPr/>
              </p:nvCxnSpPr>
              <p:spPr>
                <a:xfrm>
                  <a:off x="7447964" y="4802"/>
                  <a:ext cx="0" cy="274320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57106023-F282-414B-AAB7-8ED7147CB2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2559926"/>
                <a:ext cx="1006121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85644DA8-C898-3E6B-C9B2-E487563C35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4291562"/>
                <a:ext cx="1006121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DF5DCB1F-2E1C-7AC1-7729-2FFF8E0CE078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513347" y="2996968"/>
                <a:ext cx="1006121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189E46C0-CE3C-8E78-A67A-63CF54A86F5F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007648" y="3863658"/>
                <a:ext cx="1006121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DD4E25A9-77B8-6538-9E2B-4AEB82805E0E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507372" y="3866963"/>
                <a:ext cx="1006121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4E332792-F6D9-900D-6BDF-94B8E1FDEAD2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005636" y="2993627"/>
                <a:ext cx="1006121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Isosceles Triangle 199">
                <a:extLst>
                  <a:ext uri="{FF2B5EF4-FFF2-40B4-BE49-F238E27FC236}">
                    <a16:creationId xmlns:a16="http://schemas.microsoft.com/office/drawing/2014/main" id="{672BA414-5AEC-C15D-AB0B-1285B94CB5A4}"/>
                  </a:ext>
                </a:extLst>
              </p:cNvPr>
              <p:cNvSpPr/>
              <p:nvPr/>
            </p:nvSpPr>
            <p:spPr>
              <a:xfrm>
                <a:off x="5512594" y="2564620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EEE6A8C7-9E1A-94E9-E30C-A363351373A9}"/>
                  </a:ext>
                </a:extLst>
              </p:cNvPr>
              <p:cNvCxnSpPr/>
              <p:nvPr/>
            </p:nvCxnSpPr>
            <p:spPr>
              <a:xfrm>
                <a:off x="5066307" y="2745656"/>
                <a:ext cx="2381657" cy="1363339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284C6651-49E9-E384-B6FC-F2202C3DC4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2283" y="2729143"/>
                <a:ext cx="2398443" cy="137985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210" name="Isosceles Triangle 209">
                <a:extLst>
                  <a:ext uri="{FF2B5EF4-FFF2-40B4-BE49-F238E27FC236}">
                    <a16:creationId xmlns:a16="http://schemas.microsoft.com/office/drawing/2014/main" id="{40D08EFF-F7AC-AC77-055F-2AB43CDB8029}"/>
                  </a:ext>
                </a:extLst>
              </p:cNvPr>
              <p:cNvSpPr/>
              <p:nvPr/>
            </p:nvSpPr>
            <p:spPr>
              <a:xfrm rot="10800000">
                <a:off x="5515840" y="2995383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Isosceles Triangle 210">
                <a:extLst>
                  <a:ext uri="{FF2B5EF4-FFF2-40B4-BE49-F238E27FC236}">
                    <a16:creationId xmlns:a16="http://schemas.microsoft.com/office/drawing/2014/main" id="{AF5EA4D5-F365-E5E1-07C8-7F691A5270D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5893069" y="2942062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4" name="Isosceles Triangle 233">
              <a:extLst>
                <a:ext uri="{FF2B5EF4-FFF2-40B4-BE49-F238E27FC236}">
                  <a16:creationId xmlns:a16="http://schemas.microsoft.com/office/drawing/2014/main" id="{4D85DCA7-B835-10CC-2A51-63A7FF7890D5}"/>
                </a:ext>
              </a:extLst>
            </p:cNvPr>
            <p:cNvSpPr>
              <a:spLocks noChangeAspect="1"/>
            </p:cNvSpPr>
            <p:nvPr/>
          </p:nvSpPr>
          <p:spPr>
            <a:xfrm rot="12600000">
              <a:off x="5769717" y="3164360"/>
              <a:ext cx="868680" cy="752149"/>
            </a:xfrm>
            <a:prstGeom prst="triangle">
              <a:avLst>
                <a:gd name="adj" fmla="val 49944"/>
              </a:avLst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C4DE3CC5-3D2D-489A-9A31-734C36310FD7}"/>
              </a:ext>
            </a:extLst>
          </p:cNvPr>
          <p:cNvGrpSpPr/>
          <p:nvPr/>
        </p:nvGrpSpPr>
        <p:grpSpPr>
          <a:xfrm>
            <a:off x="7271856" y="2055725"/>
            <a:ext cx="2743200" cy="2743200"/>
            <a:chOff x="4894103" y="2057397"/>
            <a:chExt cx="2743200" cy="2743200"/>
          </a:xfrm>
        </p:grpSpPr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3AAF6353-AB62-67B4-F363-0971B262CA15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1F4FD24B-0CE4-5BFA-B7B6-8C83F3333B9A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6076364" y="4802"/>
                <a:chExt cx="2743200" cy="2743200"/>
              </a:xfrm>
            </p:grpSpPr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331C19FF-3158-6F34-EE59-89C9D9A586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6364" y="4802"/>
                  <a:ext cx="2743200" cy="2743200"/>
                </a:xfrm>
                <a:prstGeom prst="ellipse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9DAD4DCE-46A2-E8CF-CC98-EA4D713A716F}"/>
                    </a:ext>
                  </a:extLst>
                </p:cNvPr>
                <p:cNvCxnSpPr>
                  <a:stCxn id="251" idx="2"/>
                  <a:endCxn id="251" idx="6"/>
                </p:cNvCxnSpPr>
                <p:nvPr/>
              </p:nvCxnSpPr>
              <p:spPr>
                <a:xfrm>
                  <a:off x="6076364" y="1376402"/>
                  <a:ext cx="2743200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81029FCF-8D6C-7FF8-A8AF-52A325859989}"/>
                    </a:ext>
                  </a:extLst>
                </p:cNvPr>
                <p:cNvCxnSpPr>
                  <a:stCxn id="251" idx="0"/>
                  <a:endCxn id="251" idx="4"/>
                </p:cNvCxnSpPr>
                <p:nvPr/>
              </p:nvCxnSpPr>
              <p:spPr>
                <a:xfrm>
                  <a:off x="7447964" y="4802"/>
                  <a:ext cx="0" cy="274320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0337C6FF-4571-8DBE-2E4C-FCC714AA69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2559926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7F1AB1FB-8C92-A229-5DA4-C758F784DB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4291562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52DB96B0-A984-8582-8A06-6527E1F10B38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513347" y="299696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FB6EB5E9-021F-7A7A-0414-F2D1B4422A21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007648" y="386365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0A384D5E-B0F7-3085-0B08-C358A39DA814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507372" y="3866963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7F586212-4CCD-E459-CB59-A4DEFD3AD022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005636" y="2993627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" name="Isosceles Triangle 245">
                <a:extLst>
                  <a:ext uri="{FF2B5EF4-FFF2-40B4-BE49-F238E27FC236}">
                    <a16:creationId xmlns:a16="http://schemas.microsoft.com/office/drawing/2014/main" id="{B2CAFE17-583F-004F-1A87-9261D7552BC1}"/>
                  </a:ext>
                </a:extLst>
              </p:cNvPr>
              <p:cNvSpPr/>
              <p:nvPr/>
            </p:nvSpPr>
            <p:spPr>
              <a:xfrm>
                <a:off x="5512594" y="2564620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83141BA5-DEDE-8D53-E9AA-BBACD8B76827}"/>
                  </a:ext>
                </a:extLst>
              </p:cNvPr>
              <p:cNvCxnSpPr/>
              <p:nvPr/>
            </p:nvCxnSpPr>
            <p:spPr>
              <a:xfrm>
                <a:off x="5066307" y="2745656"/>
                <a:ext cx="2381657" cy="1363339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226BF882-6928-52F6-9BCF-CF55C0B805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2283" y="2729143"/>
                <a:ext cx="2398443" cy="137985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249" name="Isosceles Triangle 248">
                <a:extLst>
                  <a:ext uri="{FF2B5EF4-FFF2-40B4-BE49-F238E27FC236}">
                    <a16:creationId xmlns:a16="http://schemas.microsoft.com/office/drawing/2014/main" id="{F789A324-A29E-B544-6C26-8A1E1F4BF15B}"/>
                  </a:ext>
                </a:extLst>
              </p:cNvPr>
              <p:cNvSpPr/>
              <p:nvPr/>
            </p:nvSpPr>
            <p:spPr>
              <a:xfrm rot="10800000">
                <a:off x="5515840" y="2995383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Isosceles Triangle 249">
                <a:extLst>
                  <a:ext uri="{FF2B5EF4-FFF2-40B4-BE49-F238E27FC236}">
                    <a16:creationId xmlns:a16="http://schemas.microsoft.com/office/drawing/2014/main" id="{F878951E-6118-B911-729C-7D1CBD80012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5889538" y="2945593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8" name="Isosceles Triangle 237">
              <a:extLst>
                <a:ext uri="{FF2B5EF4-FFF2-40B4-BE49-F238E27FC236}">
                  <a16:creationId xmlns:a16="http://schemas.microsoft.com/office/drawing/2014/main" id="{D56F4949-2EAD-AFFF-FA3C-E5EAAA04F255}"/>
                </a:ext>
              </a:extLst>
            </p:cNvPr>
            <p:cNvSpPr>
              <a:spLocks noChangeAspect="1"/>
            </p:cNvSpPr>
            <p:nvPr/>
          </p:nvSpPr>
          <p:spPr>
            <a:xfrm rot="12600000">
              <a:off x="5783841" y="3164360"/>
              <a:ext cx="868680" cy="752149"/>
            </a:xfrm>
            <a:prstGeom prst="triangle">
              <a:avLst>
                <a:gd name="adj" fmla="val 49944"/>
              </a:avLst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7979AB8F-2D9B-4D4D-9EFB-497AA4C99E14}"/>
              </a:ext>
            </a:extLst>
          </p:cNvPr>
          <p:cNvGrpSpPr/>
          <p:nvPr/>
        </p:nvGrpSpPr>
        <p:grpSpPr>
          <a:xfrm>
            <a:off x="6082980" y="4584"/>
            <a:ext cx="2743200" cy="2743200"/>
            <a:chOff x="4894103" y="2057397"/>
            <a:chExt cx="2743200" cy="2743200"/>
          </a:xfrm>
        </p:grpSpPr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037ED59B-25D7-4138-0239-9A4020259519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B3B4CF1D-0F98-696E-A584-75EA5097BFFF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6076364" y="4802"/>
                <a:chExt cx="2743200" cy="2743200"/>
              </a:xfrm>
            </p:grpSpPr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D8D3F5D4-7AE9-888B-FC2D-454FC143AB0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6364" y="4802"/>
                  <a:ext cx="2743200" cy="2743200"/>
                </a:xfrm>
                <a:prstGeom prst="ellipse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43CAEB4D-5257-AFA7-10F8-8D2C4C1D511F}"/>
                    </a:ext>
                  </a:extLst>
                </p:cNvPr>
                <p:cNvCxnSpPr>
                  <a:stCxn id="269" idx="2"/>
                  <a:endCxn id="269" idx="6"/>
                </p:cNvCxnSpPr>
                <p:nvPr/>
              </p:nvCxnSpPr>
              <p:spPr>
                <a:xfrm>
                  <a:off x="6076364" y="1376402"/>
                  <a:ext cx="2743200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6BCDD1EA-2E6F-3629-EAED-A94C1C1A9EB7}"/>
                    </a:ext>
                  </a:extLst>
                </p:cNvPr>
                <p:cNvCxnSpPr>
                  <a:stCxn id="269" idx="0"/>
                  <a:endCxn id="269" idx="4"/>
                </p:cNvCxnSpPr>
                <p:nvPr/>
              </p:nvCxnSpPr>
              <p:spPr>
                <a:xfrm>
                  <a:off x="7447964" y="4802"/>
                  <a:ext cx="0" cy="274320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5745DDFA-A904-AD54-5261-8CD1D7285D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2559926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06D97706-B3D2-384E-07A3-A8EE374011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4291562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AE84D8C9-C492-39B6-2F37-45BB19CF7B6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513347" y="299696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F528C7F6-2AA5-1EA9-4280-623034D81E7E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007648" y="386365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E00ADCB2-0E7E-92FB-50F0-A8C7C7E97A87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507372" y="3866963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19521294-7E54-A53A-434C-B47729E9C7D9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005636" y="2993627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4" name="Isosceles Triangle 263">
                <a:extLst>
                  <a:ext uri="{FF2B5EF4-FFF2-40B4-BE49-F238E27FC236}">
                    <a16:creationId xmlns:a16="http://schemas.microsoft.com/office/drawing/2014/main" id="{6FE2AE09-9141-CE62-FA99-141A91DA9342}"/>
                  </a:ext>
                </a:extLst>
              </p:cNvPr>
              <p:cNvSpPr/>
              <p:nvPr/>
            </p:nvSpPr>
            <p:spPr>
              <a:xfrm>
                <a:off x="5512594" y="2564620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99E5FBF7-8165-CE73-9315-6946AC9C055D}"/>
                  </a:ext>
                </a:extLst>
              </p:cNvPr>
              <p:cNvCxnSpPr/>
              <p:nvPr/>
            </p:nvCxnSpPr>
            <p:spPr>
              <a:xfrm>
                <a:off x="5066307" y="2745656"/>
                <a:ext cx="2381657" cy="1363339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81C2D6F0-DA36-D7AA-F277-C80FC7D881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2283" y="2729143"/>
                <a:ext cx="2398443" cy="137985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267" name="Isosceles Triangle 266">
                <a:extLst>
                  <a:ext uri="{FF2B5EF4-FFF2-40B4-BE49-F238E27FC236}">
                    <a16:creationId xmlns:a16="http://schemas.microsoft.com/office/drawing/2014/main" id="{0D80CE4C-2290-C498-B377-C4539828B39B}"/>
                  </a:ext>
                </a:extLst>
              </p:cNvPr>
              <p:cNvSpPr/>
              <p:nvPr/>
            </p:nvSpPr>
            <p:spPr>
              <a:xfrm rot="10800000">
                <a:off x="5515840" y="2995383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Isosceles Triangle 267">
                <a:extLst>
                  <a:ext uri="{FF2B5EF4-FFF2-40B4-BE49-F238E27FC236}">
                    <a16:creationId xmlns:a16="http://schemas.microsoft.com/office/drawing/2014/main" id="{7F7B6115-7441-FD3A-03BF-2F3A0BC1B27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5889538" y="2945593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6" name="Isosceles Triangle 255">
              <a:extLst>
                <a:ext uri="{FF2B5EF4-FFF2-40B4-BE49-F238E27FC236}">
                  <a16:creationId xmlns:a16="http://schemas.microsoft.com/office/drawing/2014/main" id="{07D4412F-9E42-3051-8551-09B570D8EE8D}"/>
                </a:ext>
              </a:extLst>
            </p:cNvPr>
            <p:cNvSpPr>
              <a:spLocks noChangeAspect="1"/>
            </p:cNvSpPr>
            <p:nvPr/>
          </p:nvSpPr>
          <p:spPr>
            <a:xfrm rot="12600000">
              <a:off x="5783841" y="3164360"/>
              <a:ext cx="868680" cy="752149"/>
            </a:xfrm>
            <a:prstGeom prst="triangle">
              <a:avLst>
                <a:gd name="adj" fmla="val 49944"/>
              </a:avLst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7EF96EC2-EE77-7AF2-1062-0625B4DE7F69}"/>
              </a:ext>
            </a:extLst>
          </p:cNvPr>
          <p:cNvGrpSpPr/>
          <p:nvPr/>
        </p:nvGrpSpPr>
        <p:grpSpPr>
          <a:xfrm>
            <a:off x="3711053" y="-7274"/>
            <a:ext cx="2743200" cy="2743200"/>
            <a:chOff x="4894103" y="2057397"/>
            <a:chExt cx="2743200" cy="2743200"/>
          </a:xfrm>
        </p:grpSpPr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BF1D4ADB-92A0-8FA0-FE1D-3122029B5748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D223814D-AB66-1D7C-CFA3-A50D3FC1F1ED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6076364" y="4802"/>
                <a:chExt cx="2743200" cy="2743200"/>
              </a:xfrm>
            </p:grpSpPr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9FC8FE6E-6B02-5CE8-1605-5DBB751D874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6364" y="4802"/>
                  <a:ext cx="2743200" cy="2743200"/>
                </a:xfrm>
                <a:prstGeom prst="ellipse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8" name="Straight Connector 287">
                  <a:extLst>
                    <a:ext uri="{FF2B5EF4-FFF2-40B4-BE49-F238E27FC236}">
                      <a16:creationId xmlns:a16="http://schemas.microsoft.com/office/drawing/2014/main" id="{E906D17A-5CF7-FF5D-2C35-0E3D237047B0}"/>
                    </a:ext>
                  </a:extLst>
                </p:cNvPr>
                <p:cNvCxnSpPr>
                  <a:stCxn id="287" idx="2"/>
                  <a:endCxn id="287" idx="6"/>
                </p:cNvCxnSpPr>
                <p:nvPr/>
              </p:nvCxnSpPr>
              <p:spPr>
                <a:xfrm>
                  <a:off x="6076364" y="1376402"/>
                  <a:ext cx="2743200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>
                  <a:extLst>
                    <a:ext uri="{FF2B5EF4-FFF2-40B4-BE49-F238E27FC236}">
                      <a16:creationId xmlns:a16="http://schemas.microsoft.com/office/drawing/2014/main" id="{C9409C25-21E5-26C2-1A43-8D61372288F5}"/>
                    </a:ext>
                  </a:extLst>
                </p:cNvPr>
                <p:cNvCxnSpPr>
                  <a:stCxn id="287" idx="0"/>
                  <a:endCxn id="287" idx="4"/>
                </p:cNvCxnSpPr>
                <p:nvPr/>
              </p:nvCxnSpPr>
              <p:spPr>
                <a:xfrm>
                  <a:off x="7447964" y="4802"/>
                  <a:ext cx="0" cy="274320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F8F97B93-B78C-6738-0371-600A668CEB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2559926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A367F9C5-5365-C670-40B6-5759FED4DD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4291562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F840B4F5-C7D8-85DE-8338-FCBC38B2FB9A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513347" y="299696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1555D49F-1234-9EAB-A6C9-CA0D04C78B7F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007648" y="386365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04587C38-BCA2-32AF-2D54-E974EE0AD76B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507372" y="3866963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EB845D0E-C32F-91FB-F526-80B1D21A72AD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005636" y="2993627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2" name="Isosceles Triangle 281">
                <a:extLst>
                  <a:ext uri="{FF2B5EF4-FFF2-40B4-BE49-F238E27FC236}">
                    <a16:creationId xmlns:a16="http://schemas.microsoft.com/office/drawing/2014/main" id="{786BA704-96CB-C84A-CA6E-0DE26236418F}"/>
                  </a:ext>
                </a:extLst>
              </p:cNvPr>
              <p:cNvSpPr/>
              <p:nvPr/>
            </p:nvSpPr>
            <p:spPr>
              <a:xfrm>
                <a:off x="5512594" y="2564620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85296535-1C0C-6938-EB35-2EAABAA4C6EC}"/>
                  </a:ext>
                </a:extLst>
              </p:cNvPr>
              <p:cNvCxnSpPr/>
              <p:nvPr/>
            </p:nvCxnSpPr>
            <p:spPr>
              <a:xfrm>
                <a:off x="5066307" y="2745656"/>
                <a:ext cx="2381657" cy="1363339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31CA56D2-049D-B016-99E2-8A1752032D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2283" y="2729143"/>
                <a:ext cx="2398443" cy="137985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285" name="Isosceles Triangle 284">
                <a:extLst>
                  <a:ext uri="{FF2B5EF4-FFF2-40B4-BE49-F238E27FC236}">
                    <a16:creationId xmlns:a16="http://schemas.microsoft.com/office/drawing/2014/main" id="{46CC0D7C-7425-B246-D102-885F7110317C}"/>
                  </a:ext>
                </a:extLst>
              </p:cNvPr>
              <p:cNvSpPr/>
              <p:nvPr/>
            </p:nvSpPr>
            <p:spPr>
              <a:xfrm rot="10800000">
                <a:off x="5515840" y="2995383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Isosceles Triangle 285">
                <a:extLst>
                  <a:ext uri="{FF2B5EF4-FFF2-40B4-BE49-F238E27FC236}">
                    <a16:creationId xmlns:a16="http://schemas.microsoft.com/office/drawing/2014/main" id="{49BC5C04-B108-1214-88AC-344264F86A8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5889538" y="2945593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4" name="Isosceles Triangle 273">
              <a:extLst>
                <a:ext uri="{FF2B5EF4-FFF2-40B4-BE49-F238E27FC236}">
                  <a16:creationId xmlns:a16="http://schemas.microsoft.com/office/drawing/2014/main" id="{A7A9547F-56D8-7CA6-AB26-3A5A9A5360B1}"/>
                </a:ext>
              </a:extLst>
            </p:cNvPr>
            <p:cNvSpPr>
              <a:spLocks noChangeAspect="1"/>
            </p:cNvSpPr>
            <p:nvPr/>
          </p:nvSpPr>
          <p:spPr>
            <a:xfrm rot="12600000">
              <a:off x="5783841" y="3164360"/>
              <a:ext cx="868680" cy="752149"/>
            </a:xfrm>
            <a:prstGeom prst="triangle">
              <a:avLst>
                <a:gd name="adj" fmla="val 49944"/>
              </a:avLst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1BF32600-E906-A552-840A-31A78696308E}"/>
              </a:ext>
            </a:extLst>
          </p:cNvPr>
          <p:cNvGrpSpPr/>
          <p:nvPr/>
        </p:nvGrpSpPr>
        <p:grpSpPr>
          <a:xfrm>
            <a:off x="2518821" y="2058161"/>
            <a:ext cx="2743200" cy="2743200"/>
            <a:chOff x="4894103" y="2057397"/>
            <a:chExt cx="2743200" cy="2743200"/>
          </a:xfrm>
        </p:grpSpPr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61F0C6FF-2513-34DE-2318-52F4E31CA27B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181AF7C2-BF61-2071-7227-6087C2305752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6076364" y="4802"/>
                <a:chExt cx="2743200" cy="2743200"/>
              </a:xfrm>
            </p:grpSpPr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3F0424BD-7339-8EA1-F2A3-5A3CEB1F802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6364" y="4802"/>
                  <a:ext cx="2743200" cy="2743200"/>
                </a:xfrm>
                <a:prstGeom prst="ellipse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06" name="Straight Connector 305">
                  <a:extLst>
                    <a:ext uri="{FF2B5EF4-FFF2-40B4-BE49-F238E27FC236}">
                      <a16:creationId xmlns:a16="http://schemas.microsoft.com/office/drawing/2014/main" id="{273EB3C6-EB67-C011-97F0-B3150ED5333C}"/>
                    </a:ext>
                  </a:extLst>
                </p:cNvPr>
                <p:cNvCxnSpPr>
                  <a:stCxn id="305" idx="2"/>
                  <a:endCxn id="305" idx="6"/>
                </p:cNvCxnSpPr>
                <p:nvPr/>
              </p:nvCxnSpPr>
              <p:spPr>
                <a:xfrm>
                  <a:off x="6076364" y="1376402"/>
                  <a:ext cx="2743200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>
                  <a:extLst>
                    <a:ext uri="{FF2B5EF4-FFF2-40B4-BE49-F238E27FC236}">
                      <a16:creationId xmlns:a16="http://schemas.microsoft.com/office/drawing/2014/main" id="{AF878B61-B844-051A-C94D-95E8829ED5AB}"/>
                    </a:ext>
                  </a:extLst>
                </p:cNvPr>
                <p:cNvCxnSpPr>
                  <a:stCxn id="305" idx="0"/>
                  <a:endCxn id="305" idx="4"/>
                </p:cNvCxnSpPr>
                <p:nvPr/>
              </p:nvCxnSpPr>
              <p:spPr>
                <a:xfrm>
                  <a:off x="7447964" y="4802"/>
                  <a:ext cx="0" cy="274320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BF5437B6-6523-CC64-F161-FB7856B259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2559926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8AD737D7-8E36-108D-A9F1-BDE7A461B2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4291562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09596DC0-08A6-EC8D-AD1A-4624AE91F55F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513347" y="299696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AFFDC9D5-C11D-97A2-8B3E-C8385CEC9057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007648" y="386365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33A15A78-0684-7001-1248-AFEC1BF10EBF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507372" y="3866963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EA27CC6B-7BCD-1C2C-028F-6CA0C13E7209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005636" y="2993627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0" name="Isosceles Triangle 299">
                <a:extLst>
                  <a:ext uri="{FF2B5EF4-FFF2-40B4-BE49-F238E27FC236}">
                    <a16:creationId xmlns:a16="http://schemas.microsoft.com/office/drawing/2014/main" id="{F0269FD6-B01C-8FE5-F0DB-BF4F1A5C43DE}"/>
                  </a:ext>
                </a:extLst>
              </p:cNvPr>
              <p:cNvSpPr/>
              <p:nvPr/>
            </p:nvSpPr>
            <p:spPr>
              <a:xfrm>
                <a:off x="5512594" y="2564620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66EB3C96-0031-D3C2-6721-191A81F75264}"/>
                  </a:ext>
                </a:extLst>
              </p:cNvPr>
              <p:cNvCxnSpPr/>
              <p:nvPr/>
            </p:nvCxnSpPr>
            <p:spPr>
              <a:xfrm>
                <a:off x="5066307" y="2745656"/>
                <a:ext cx="2381657" cy="1363339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AB82D698-8989-1D5E-0DDC-84006563DE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2283" y="2729143"/>
                <a:ext cx="2398443" cy="137985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303" name="Isosceles Triangle 302">
                <a:extLst>
                  <a:ext uri="{FF2B5EF4-FFF2-40B4-BE49-F238E27FC236}">
                    <a16:creationId xmlns:a16="http://schemas.microsoft.com/office/drawing/2014/main" id="{12C07BA4-BEBA-B92B-7B43-64124F826784}"/>
                  </a:ext>
                </a:extLst>
              </p:cNvPr>
              <p:cNvSpPr/>
              <p:nvPr/>
            </p:nvSpPr>
            <p:spPr>
              <a:xfrm rot="10800000">
                <a:off x="5515840" y="2995383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Isosceles Triangle 303">
                <a:extLst>
                  <a:ext uri="{FF2B5EF4-FFF2-40B4-BE49-F238E27FC236}">
                    <a16:creationId xmlns:a16="http://schemas.microsoft.com/office/drawing/2014/main" id="{915238DC-8E6F-EA1F-23A9-F869ADE2912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5889538" y="2945593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2" name="Isosceles Triangle 291">
              <a:extLst>
                <a:ext uri="{FF2B5EF4-FFF2-40B4-BE49-F238E27FC236}">
                  <a16:creationId xmlns:a16="http://schemas.microsoft.com/office/drawing/2014/main" id="{730964A4-53F1-DABC-6897-9C1776EBBDE6}"/>
                </a:ext>
              </a:extLst>
            </p:cNvPr>
            <p:cNvSpPr>
              <a:spLocks noChangeAspect="1"/>
            </p:cNvSpPr>
            <p:nvPr/>
          </p:nvSpPr>
          <p:spPr>
            <a:xfrm rot="12600000">
              <a:off x="5783841" y="3164360"/>
              <a:ext cx="868680" cy="752149"/>
            </a:xfrm>
            <a:prstGeom prst="triangle">
              <a:avLst>
                <a:gd name="adj" fmla="val 49944"/>
              </a:avLst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CF0C0EE8-4DD4-8432-6255-675198FBC026}"/>
              </a:ext>
            </a:extLst>
          </p:cNvPr>
          <p:cNvGrpSpPr/>
          <p:nvPr/>
        </p:nvGrpSpPr>
        <p:grpSpPr>
          <a:xfrm>
            <a:off x="3711444" y="4113044"/>
            <a:ext cx="2743200" cy="2743200"/>
            <a:chOff x="4894103" y="2057397"/>
            <a:chExt cx="2743200" cy="2743200"/>
          </a:xfrm>
        </p:grpSpPr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91C969A9-6C99-5E28-E386-65622567FA26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311" name="Group 310">
                <a:extLst>
                  <a:ext uri="{FF2B5EF4-FFF2-40B4-BE49-F238E27FC236}">
                    <a16:creationId xmlns:a16="http://schemas.microsoft.com/office/drawing/2014/main" id="{B8762F74-6887-1A82-AD2E-DB4931847E6C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6076364" y="4802"/>
                <a:chExt cx="2743200" cy="2743200"/>
              </a:xfrm>
            </p:grpSpPr>
            <p:sp>
              <p:nvSpPr>
                <p:cNvPr id="323" name="Oval 322">
                  <a:extLst>
                    <a:ext uri="{FF2B5EF4-FFF2-40B4-BE49-F238E27FC236}">
                      <a16:creationId xmlns:a16="http://schemas.microsoft.com/office/drawing/2014/main" id="{008FF168-5F1A-BE54-52D0-20CD80BFF12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6364" y="4802"/>
                  <a:ext cx="2743200" cy="2743200"/>
                </a:xfrm>
                <a:prstGeom prst="ellipse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24" name="Straight Connector 323">
                  <a:extLst>
                    <a:ext uri="{FF2B5EF4-FFF2-40B4-BE49-F238E27FC236}">
                      <a16:creationId xmlns:a16="http://schemas.microsoft.com/office/drawing/2014/main" id="{F2A0FB78-D4DC-97D7-997B-C9F40CBB46C1}"/>
                    </a:ext>
                  </a:extLst>
                </p:cNvPr>
                <p:cNvCxnSpPr>
                  <a:stCxn id="323" idx="2"/>
                  <a:endCxn id="323" idx="6"/>
                </p:cNvCxnSpPr>
                <p:nvPr/>
              </p:nvCxnSpPr>
              <p:spPr>
                <a:xfrm>
                  <a:off x="6076364" y="1376402"/>
                  <a:ext cx="2743200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Straight Connector 324">
                  <a:extLst>
                    <a:ext uri="{FF2B5EF4-FFF2-40B4-BE49-F238E27FC236}">
                      <a16:creationId xmlns:a16="http://schemas.microsoft.com/office/drawing/2014/main" id="{F94CEA33-0AB0-39D7-9B6B-41110345E3B2}"/>
                    </a:ext>
                  </a:extLst>
                </p:cNvPr>
                <p:cNvCxnSpPr>
                  <a:stCxn id="323" idx="0"/>
                  <a:endCxn id="323" idx="4"/>
                </p:cNvCxnSpPr>
                <p:nvPr/>
              </p:nvCxnSpPr>
              <p:spPr>
                <a:xfrm>
                  <a:off x="7447964" y="4802"/>
                  <a:ext cx="0" cy="274320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4AA7488B-9EDC-930B-6C8A-0037D76299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2559926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1549C28B-6D25-0943-2040-4059E64362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4291562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4BAD7B34-C213-BAF9-D358-ECBCCC821D50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513347" y="299696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F099FBDF-2BF9-55F5-32DC-178497996C9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007648" y="386365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1E8C853A-DE54-B85B-30E4-9FA24953637A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507372" y="3866963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8DF8B25D-EB59-5F02-AD19-9197880BD676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005636" y="2993627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8" name="Isosceles Triangle 317">
                <a:extLst>
                  <a:ext uri="{FF2B5EF4-FFF2-40B4-BE49-F238E27FC236}">
                    <a16:creationId xmlns:a16="http://schemas.microsoft.com/office/drawing/2014/main" id="{E96378A8-7755-CD4E-0D42-EC2F910ECC60}"/>
                  </a:ext>
                </a:extLst>
              </p:cNvPr>
              <p:cNvSpPr/>
              <p:nvPr/>
            </p:nvSpPr>
            <p:spPr>
              <a:xfrm>
                <a:off x="5512594" y="2564620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87F87CC3-31F0-AE72-EE5E-8625B3703B6E}"/>
                  </a:ext>
                </a:extLst>
              </p:cNvPr>
              <p:cNvCxnSpPr/>
              <p:nvPr/>
            </p:nvCxnSpPr>
            <p:spPr>
              <a:xfrm>
                <a:off x="5066307" y="2745656"/>
                <a:ext cx="2381657" cy="1363339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243268D8-1B94-B8DF-82C8-7F7A808539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2283" y="2729143"/>
                <a:ext cx="2398443" cy="137985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321" name="Isosceles Triangle 320">
                <a:extLst>
                  <a:ext uri="{FF2B5EF4-FFF2-40B4-BE49-F238E27FC236}">
                    <a16:creationId xmlns:a16="http://schemas.microsoft.com/office/drawing/2014/main" id="{B09DD8A2-0B84-E47E-AC30-373A026484C1}"/>
                  </a:ext>
                </a:extLst>
              </p:cNvPr>
              <p:cNvSpPr/>
              <p:nvPr/>
            </p:nvSpPr>
            <p:spPr>
              <a:xfrm rot="10800000">
                <a:off x="5515840" y="2995383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Isosceles Triangle 321">
                <a:extLst>
                  <a:ext uri="{FF2B5EF4-FFF2-40B4-BE49-F238E27FC236}">
                    <a16:creationId xmlns:a16="http://schemas.microsoft.com/office/drawing/2014/main" id="{294E92BC-553F-1A11-5231-5608439E971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5889538" y="2945593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0" name="Isosceles Triangle 309">
              <a:extLst>
                <a:ext uri="{FF2B5EF4-FFF2-40B4-BE49-F238E27FC236}">
                  <a16:creationId xmlns:a16="http://schemas.microsoft.com/office/drawing/2014/main" id="{A3FD7FEA-CB53-16D4-2900-2C70B7D35E1C}"/>
                </a:ext>
              </a:extLst>
            </p:cNvPr>
            <p:cNvSpPr>
              <a:spLocks noChangeAspect="1"/>
            </p:cNvSpPr>
            <p:nvPr/>
          </p:nvSpPr>
          <p:spPr>
            <a:xfrm rot="12600000">
              <a:off x="5783841" y="3164360"/>
              <a:ext cx="868680" cy="752149"/>
            </a:xfrm>
            <a:prstGeom prst="triangle">
              <a:avLst>
                <a:gd name="adj" fmla="val 49944"/>
              </a:avLst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F45B0C6-C2FA-A0F4-5337-499F567DCAB4}"/>
              </a:ext>
            </a:extLst>
          </p:cNvPr>
          <p:cNvGrpSpPr/>
          <p:nvPr/>
        </p:nvGrpSpPr>
        <p:grpSpPr>
          <a:xfrm>
            <a:off x="6079834" y="4114054"/>
            <a:ext cx="2743200" cy="2743200"/>
            <a:chOff x="4894103" y="2057397"/>
            <a:chExt cx="2743200" cy="2743200"/>
          </a:xfrm>
        </p:grpSpPr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66B2D685-31B6-9BCB-9170-107A709BBD99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329" name="Group 328">
                <a:extLst>
                  <a:ext uri="{FF2B5EF4-FFF2-40B4-BE49-F238E27FC236}">
                    <a16:creationId xmlns:a16="http://schemas.microsoft.com/office/drawing/2014/main" id="{DCBC78C9-40E0-541A-0702-8BCE2AB360D8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6076364" y="4802"/>
                <a:chExt cx="2743200" cy="2743200"/>
              </a:xfrm>
            </p:grpSpPr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C9E3B7B8-EECA-386F-8341-042AA3EE2FA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6364" y="4802"/>
                  <a:ext cx="2743200" cy="2743200"/>
                </a:xfrm>
                <a:prstGeom prst="ellipse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2" name="Straight Connector 341">
                  <a:extLst>
                    <a:ext uri="{FF2B5EF4-FFF2-40B4-BE49-F238E27FC236}">
                      <a16:creationId xmlns:a16="http://schemas.microsoft.com/office/drawing/2014/main" id="{A89E2C1E-BB1C-91FB-9CC1-06DDF0957D52}"/>
                    </a:ext>
                  </a:extLst>
                </p:cNvPr>
                <p:cNvCxnSpPr>
                  <a:stCxn id="341" idx="2"/>
                  <a:endCxn id="341" idx="6"/>
                </p:cNvCxnSpPr>
                <p:nvPr/>
              </p:nvCxnSpPr>
              <p:spPr>
                <a:xfrm>
                  <a:off x="6076364" y="1376402"/>
                  <a:ext cx="2743200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Straight Connector 342">
                  <a:extLst>
                    <a:ext uri="{FF2B5EF4-FFF2-40B4-BE49-F238E27FC236}">
                      <a16:creationId xmlns:a16="http://schemas.microsoft.com/office/drawing/2014/main" id="{CCB3C623-6A2A-DC3B-CCE3-EFD6B7879214}"/>
                    </a:ext>
                  </a:extLst>
                </p:cNvPr>
                <p:cNvCxnSpPr>
                  <a:stCxn id="341" idx="0"/>
                  <a:endCxn id="341" idx="4"/>
                </p:cNvCxnSpPr>
                <p:nvPr/>
              </p:nvCxnSpPr>
              <p:spPr>
                <a:xfrm>
                  <a:off x="7447964" y="4802"/>
                  <a:ext cx="0" cy="274320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8618EF2F-A27D-E488-51E9-C88B7E328C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2559926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B7513A43-86AA-1FAE-1A08-61964F30EE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4897" y="4291562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6C7026BE-FDD9-4950-617F-73D6ABDEAEE6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6513347" y="299696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3EEEF34A-AB48-9198-DC12-11C1A5536723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007648" y="3863658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158962C9-DF0B-69F4-A67A-CCFFB3F6CB17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507372" y="3866963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29C1DAA1-0C86-B43C-8259-B7A718D51B8D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005636" y="2993627"/>
                <a:ext cx="1006121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6" name="Isosceles Triangle 335">
                <a:extLst>
                  <a:ext uri="{FF2B5EF4-FFF2-40B4-BE49-F238E27FC236}">
                    <a16:creationId xmlns:a16="http://schemas.microsoft.com/office/drawing/2014/main" id="{FBCAB5D5-4681-59A6-A497-AFE10A23A0E3}"/>
                  </a:ext>
                </a:extLst>
              </p:cNvPr>
              <p:cNvSpPr/>
              <p:nvPr/>
            </p:nvSpPr>
            <p:spPr>
              <a:xfrm>
                <a:off x="5512594" y="2564620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1866F78D-D470-71B3-CBDB-AAA557F2381C}"/>
                  </a:ext>
                </a:extLst>
              </p:cNvPr>
              <p:cNvCxnSpPr/>
              <p:nvPr/>
            </p:nvCxnSpPr>
            <p:spPr>
              <a:xfrm>
                <a:off x="5066307" y="2745656"/>
                <a:ext cx="2381657" cy="1363339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671983DE-E860-FBCD-7766-2618F2057E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2283" y="2729143"/>
                <a:ext cx="2398443" cy="1379852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339" name="Isosceles Triangle 338">
                <a:extLst>
                  <a:ext uri="{FF2B5EF4-FFF2-40B4-BE49-F238E27FC236}">
                    <a16:creationId xmlns:a16="http://schemas.microsoft.com/office/drawing/2014/main" id="{3AE10EF4-83BA-B07A-9A2D-D24AEAD8B435}"/>
                  </a:ext>
                </a:extLst>
              </p:cNvPr>
              <p:cNvSpPr/>
              <p:nvPr/>
            </p:nvSpPr>
            <p:spPr>
              <a:xfrm rot="10800000">
                <a:off x="5515840" y="2995383"/>
                <a:ext cx="1499616" cy="1298448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Isosceles Triangle 339">
                <a:extLst>
                  <a:ext uri="{FF2B5EF4-FFF2-40B4-BE49-F238E27FC236}">
                    <a16:creationId xmlns:a16="http://schemas.microsoft.com/office/drawing/2014/main" id="{299C1BF9-7A6C-5D9F-7113-D385C64DB01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5889538" y="2945593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8" name="Isosceles Triangle 327">
              <a:extLst>
                <a:ext uri="{FF2B5EF4-FFF2-40B4-BE49-F238E27FC236}">
                  <a16:creationId xmlns:a16="http://schemas.microsoft.com/office/drawing/2014/main" id="{DED04637-516E-082D-865B-F683AD623C70}"/>
                </a:ext>
              </a:extLst>
            </p:cNvPr>
            <p:cNvSpPr>
              <a:spLocks noChangeAspect="1"/>
            </p:cNvSpPr>
            <p:nvPr/>
          </p:nvSpPr>
          <p:spPr>
            <a:xfrm rot="12600000">
              <a:off x="5783841" y="3164360"/>
              <a:ext cx="868680" cy="752149"/>
            </a:xfrm>
            <a:prstGeom prst="triangle">
              <a:avLst>
                <a:gd name="adj" fmla="val 49944"/>
              </a:avLst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8F6903F7-1A99-637F-8098-A1C46ED08104}"/>
              </a:ext>
            </a:extLst>
          </p:cNvPr>
          <p:cNvCxnSpPr>
            <a:cxnSpLocks/>
          </p:cNvCxnSpPr>
          <p:nvPr/>
        </p:nvCxnSpPr>
        <p:spPr>
          <a:xfrm>
            <a:off x="6014555" y="3566689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EB3D7CAE-A384-FBC4-D472-F18A5F2E509E}"/>
              </a:ext>
            </a:extLst>
          </p:cNvPr>
          <p:cNvCxnSpPr>
            <a:cxnSpLocks/>
          </p:cNvCxnSpPr>
          <p:nvPr/>
        </p:nvCxnSpPr>
        <p:spPr>
          <a:xfrm>
            <a:off x="6515571" y="3588460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1A2B1A58-1C87-42E6-BD84-94D30FCF1226}"/>
              </a:ext>
            </a:extLst>
          </p:cNvPr>
          <p:cNvCxnSpPr>
            <a:cxnSpLocks/>
          </p:cNvCxnSpPr>
          <p:nvPr/>
        </p:nvCxnSpPr>
        <p:spPr>
          <a:xfrm>
            <a:off x="6515571" y="1841450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1DE81450-942F-91F4-81FA-1191020A8B92}"/>
              </a:ext>
            </a:extLst>
          </p:cNvPr>
          <p:cNvCxnSpPr>
            <a:cxnSpLocks/>
          </p:cNvCxnSpPr>
          <p:nvPr/>
        </p:nvCxnSpPr>
        <p:spPr>
          <a:xfrm>
            <a:off x="6014555" y="1841450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BD34EE2A-AF93-550A-0394-2167453E67CB}"/>
              </a:ext>
            </a:extLst>
          </p:cNvPr>
          <p:cNvCxnSpPr>
            <a:cxnSpLocks/>
          </p:cNvCxnSpPr>
          <p:nvPr/>
        </p:nvCxnSpPr>
        <p:spPr>
          <a:xfrm rot="3600000">
            <a:off x="6877327" y="2064663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A48CD9BB-49BD-2DE1-0169-79D535F24DA5}"/>
              </a:ext>
            </a:extLst>
          </p:cNvPr>
          <p:cNvCxnSpPr>
            <a:cxnSpLocks/>
          </p:cNvCxnSpPr>
          <p:nvPr/>
        </p:nvCxnSpPr>
        <p:spPr>
          <a:xfrm rot="3600000">
            <a:off x="7139850" y="2497727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8CD7022A-3CF8-2344-2B68-B12CA6119DD5}"/>
              </a:ext>
            </a:extLst>
          </p:cNvPr>
          <p:cNvCxnSpPr>
            <a:cxnSpLocks/>
          </p:cNvCxnSpPr>
          <p:nvPr/>
        </p:nvCxnSpPr>
        <p:spPr>
          <a:xfrm rot="3600000">
            <a:off x="5650316" y="3359660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76CDC922-F740-6B32-1941-0DF03A2D9C77}"/>
              </a:ext>
            </a:extLst>
          </p:cNvPr>
          <p:cNvCxnSpPr>
            <a:cxnSpLocks/>
          </p:cNvCxnSpPr>
          <p:nvPr/>
        </p:nvCxnSpPr>
        <p:spPr>
          <a:xfrm rot="3600000">
            <a:off x="5392734" y="2921552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93520BC6-648C-0530-5584-96B07A1DF314}"/>
              </a:ext>
            </a:extLst>
          </p:cNvPr>
          <p:cNvCxnSpPr>
            <a:cxnSpLocks/>
          </p:cNvCxnSpPr>
          <p:nvPr/>
        </p:nvCxnSpPr>
        <p:spPr>
          <a:xfrm rot="7200000">
            <a:off x="7127394" y="2921551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6ECDF59E-9C92-09A8-885D-AD2605691435}"/>
              </a:ext>
            </a:extLst>
          </p:cNvPr>
          <p:cNvCxnSpPr>
            <a:cxnSpLocks/>
          </p:cNvCxnSpPr>
          <p:nvPr/>
        </p:nvCxnSpPr>
        <p:spPr>
          <a:xfrm rot="7200000">
            <a:off x="6893957" y="3362004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E4228348-39D8-75C0-81F5-1C74EDB98C31}"/>
              </a:ext>
            </a:extLst>
          </p:cNvPr>
          <p:cNvCxnSpPr>
            <a:cxnSpLocks/>
          </p:cNvCxnSpPr>
          <p:nvPr/>
        </p:nvCxnSpPr>
        <p:spPr>
          <a:xfrm rot="7200000">
            <a:off x="5640281" y="2061587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68701E80-864C-0D55-7A79-22B9AA20A4B3}"/>
              </a:ext>
            </a:extLst>
          </p:cNvPr>
          <p:cNvCxnSpPr>
            <a:cxnSpLocks/>
          </p:cNvCxnSpPr>
          <p:nvPr/>
        </p:nvCxnSpPr>
        <p:spPr>
          <a:xfrm rot="7200000">
            <a:off x="5386811" y="2490031"/>
            <a:ext cx="0" cy="14360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744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8CB3C-CEA6-557B-0B04-6E0EF454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4F5A0B19-F7B4-EC43-F6BC-0BF69C1E41A9}"/>
              </a:ext>
            </a:extLst>
          </p:cNvPr>
          <p:cNvSpPr txBox="1"/>
          <p:nvPr/>
        </p:nvSpPr>
        <p:spPr>
          <a:xfrm>
            <a:off x="276775" y="373802"/>
            <a:ext cx="237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 Three Proportions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918D27-53C3-D4EC-02E7-10A54662BDA4}"/>
              </a:ext>
            </a:extLst>
          </p:cNvPr>
          <p:cNvGrpSpPr/>
          <p:nvPr/>
        </p:nvGrpSpPr>
        <p:grpSpPr>
          <a:xfrm>
            <a:off x="4711848" y="1897100"/>
            <a:ext cx="3133562" cy="3073298"/>
            <a:chOff x="4711848" y="1891800"/>
            <a:chExt cx="3133562" cy="3073298"/>
          </a:xfrm>
        </p:grpSpPr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A368BE69-93DA-E336-10F1-2ED4D777F398}"/>
                </a:ext>
              </a:extLst>
            </p:cNvPr>
            <p:cNvGrpSpPr/>
            <p:nvPr/>
          </p:nvGrpSpPr>
          <p:grpSpPr>
            <a:xfrm>
              <a:off x="4894103" y="2057397"/>
              <a:ext cx="2743200" cy="2743200"/>
              <a:chOff x="4894103" y="2057397"/>
              <a:chExt cx="2743200" cy="2743200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69188AED-9AC0-7145-F7D1-5ECD4A54D836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146" name="Group 145">
                  <a:extLst>
                    <a:ext uri="{FF2B5EF4-FFF2-40B4-BE49-F238E27FC236}">
                      <a16:creationId xmlns:a16="http://schemas.microsoft.com/office/drawing/2014/main" id="{46D23B4D-B192-68A9-0725-7EEA08D1686B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147" name="Oval 146">
                    <a:extLst>
                      <a:ext uri="{FF2B5EF4-FFF2-40B4-BE49-F238E27FC236}">
                        <a16:creationId xmlns:a16="http://schemas.microsoft.com/office/drawing/2014/main" id="{4B298391-6627-B615-4E7E-584224E7C75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E5A4D4AB-8B41-1FE7-F0DF-05FAEFFC60BC}"/>
                      </a:ext>
                    </a:extLst>
                  </p:cNvPr>
                  <p:cNvCxnSpPr>
                    <a:stCxn id="147" idx="2"/>
                    <a:endCxn id="147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Straight Connector 148">
                    <a:extLst>
                      <a:ext uri="{FF2B5EF4-FFF2-40B4-BE49-F238E27FC236}">
                        <a16:creationId xmlns:a16="http://schemas.microsoft.com/office/drawing/2014/main" id="{C9442428-52AF-C327-471E-4B59938D4E92}"/>
                      </a:ext>
                    </a:extLst>
                  </p:cNvPr>
                  <p:cNvCxnSpPr>
                    <a:stCxn id="147" idx="0"/>
                    <a:endCxn id="147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6164F705-7EA1-0757-B08A-B8D5B9C625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D0179A11-6ACE-8F73-F896-333AE01DFE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4EB5FF3F-D608-5E84-39CE-740B7B039E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1CFE9D8E-B8FF-8B1B-E503-A65853C85D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1DE1D631-5BC5-C537-4557-53495EC7E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119A8997-DA4F-9DF7-0379-74BE2BC516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0" name="Isosceles Triangle 199">
                  <a:extLst>
                    <a:ext uri="{FF2B5EF4-FFF2-40B4-BE49-F238E27FC236}">
                      <a16:creationId xmlns:a16="http://schemas.microsoft.com/office/drawing/2014/main" id="{03556B78-1B84-1D1D-9F89-6D10BBD483C3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4BD29DF6-038B-E94B-6C45-30E3D926872B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13498413-EB83-21BC-1C51-74DBF59D4F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210" name="Isosceles Triangle 209">
                  <a:extLst>
                    <a:ext uri="{FF2B5EF4-FFF2-40B4-BE49-F238E27FC236}">
                      <a16:creationId xmlns:a16="http://schemas.microsoft.com/office/drawing/2014/main" id="{D43243A1-22BA-E891-D03A-9BEB246A0634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Isosceles Triangle 210">
                  <a:extLst>
                    <a:ext uri="{FF2B5EF4-FFF2-40B4-BE49-F238E27FC236}">
                      <a16:creationId xmlns:a16="http://schemas.microsoft.com/office/drawing/2014/main" id="{2EDD2F3B-AFF3-ACEC-D58E-38FEF564AA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4" name="Isosceles Triangle 233">
                <a:extLst>
                  <a:ext uri="{FF2B5EF4-FFF2-40B4-BE49-F238E27FC236}">
                    <a16:creationId xmlns:a16="http://schemas.microsoft.com/office/drawing/2014/main" id="{ADA49223-D92E-D3C5-EE74-A15B3D09ABF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91C102D6-0481-8998-8195-AEEDD934A9DA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666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246AA0A0-EFF4-940D-0D0F-DBC3B1D44E1A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752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A549AFFC-EA51-78EC-D809-2C036DB83782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38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B1B5D4B8-C1F4-9CDC-6D24-EFAAD37FBD7C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18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1294DF2E-EFE2-A8E1-B5CB-521776222831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0997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7B881C20-410D-F289-3E59-126091B269A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31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81C4359C-A67D-BD1B-4E46-5070B6CA53E0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11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32340DEB-8BE0-1D79-A748-370192506DE4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378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548A67A1-04C9-3AAD-CF09-049321B6327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15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41BA0BB8-083A-BFFA-C09E-38C3F269D9C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20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49AF656A-A992-9BE1-BECE-5CA4BD4B73FE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0961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4EE98FF4-70F7-9B2B-E456-8531EE58A96B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46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6648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5D94A-A261-4B98-004C-B3D057119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D54090D6-C2AE-FF9D-CD83-A24704015FD8}"/>
              </a:ext>
            </a:extLst>
          </p:cNvPr>
          <p:cNvSpPr txBox="1"/>
          <p:nvPr/>
        </p:nvSpPr>
        <p:spPr>
          <a:xfrm>
            <a:off x="276775" y="373802"/>
            <a:ext cx="237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 Three Proportions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CED5A89-5B85-BA49-93AF-DB23ED66047B}"/>
              </a:ext>
            </a:extLst>
          </p:cNvPr>
          <p:cNvGrpSpPr/>
          <p:nvPr/>
        </p:nvGrpSpPr>
        <p:grpSpPr>
          <a:xfrm>
            <a:off x="4711848" y="1903924"/>
            <a:ext cx="3133562" cy="3073298"/>
            <a:chOff x="4711848" y="1897100"/>
            <a:chExt cx="3133562" cy="3073298"/>
          </a:xfrm>
        </p:grpSpPr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93500934-A50F-E606-54B9-474459C10468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BFF998D1-0C25-4784-60F4-A575C0892C84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146" name="Group 145">
                  <a:extLst>
                    <a:ext uri="{FF2B5EF4-FFF2-40B4-BE49-F238E27FC236}">
                      <a16:creationId xmlns:a16="http://schemas.microsoft.com/office/drawing/2014/main" id="{80586305-1336-B878-25A9-70F592E2514D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147" name="Oval 146">
                    <a:extLst>
                      <a:ext uri="{FF2B5EF4-FFF2-40B4-BE49-F238E27FC236}">
                        <a16:creationId xmlns:a16="http://schemas.microsoft.com/office/drawing/2014/main" id="{0065B0ED-434F-9849-9180-6FED44C7181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0FBFB4DD-D6EA-C3FB-F896-F90BD8DE76F4}"/>
                      </a:ext>
                    </a:extLst>
                  </p:cNvPr>
                  <p:cNvCxnSpPr>
                    <a:stCxn id="147" idx="2"/>
                    <a:endCxn id="147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Straight Connector 148">
                    <a:extLst>
                      <a:ext uri="{FF2B5EF4-FFF2-40B4-BE49-F238E27FC236}">
                        <a16:creationId xmlns:a16="http://schemas.microsoft.com/office/drawing/2014/main" id="{D65093DD-97C1-B161-A007-4A7145896815}"/>
                      </a:ext>
                    </a:extLst>
                  </p:cNvPr>
                  <p:cNvCxnSpPr>
                    <a:stCxn id="147" idx="0"/>
                    <a:endCxn id="147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38A6A68E-4A9B-7841-1B7A-C6F8095BFB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51C5539E-FF86-F4F9-FA72-CAF6C858EC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FA3C788C-49E1-DB9F-2EB6-81EA423E15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1570F5FA-8523-27FE-1106-2667EE4094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0603DFBC-5064-3DDA-34EE-F7659BC73D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E5846729-8695-0036-F6CE-114C9690C7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0" name="Isosceles Triangle 199">
                  <a:extLst>
                    <a:ext uri="{FF2B5EF4-FFF2-40B4-BE49-F238E27FC236}">
                      <a16:creationId xmlns:a16="http://schemas.microsoft.com/office/drawing/2014/main" id="{0A10898C-D5C7-6C84-A5C2-93507566404D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6FC52A31-1C5C-F989-EDE0-AEB3FC961955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283488DE-6EA2-DF20-1808-E6B585BEA9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210" name="Isosceles Triangle 209">
                  <a:extLst>
                    <a:ext uri="{FF2B5EF4-FFF2-40B4-BE49-F238E27FC236}">
                      <a16:creationId xmlns:a16="http://schemas.microsoft.com/office/drawing/2014/main" id="{48E18063-DDF9-1F35-76A0-90D4967CDD87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Isosceles Triangle 210">
                  <a:extLst>
                    <a:ext uri="{FF2B5EF4-FFF2-40B4-BE49-F238E27FC236}">
                      <a16:creationId xmlns:a16="http://schemas.microsoft.com/office/drawing/2014/main" id="{62A298B6-570D-31FB-C985-128767E2F6D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4" name="Isosceles Triangle 233">
                <a:extLst>
                  <a:ext uri="{FF2B5EF4-FFF2-40B4-BE49-F238E27FC236}">
                    <a16:creationId xmlns:a16="http://schemas.microsoft.com/office/drawing/2014/main" id="{44619FC5-728C-9B9C-63CC-C8BEE9B4D44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C29A322E-6C90-19A3-D010-5298FADD7E59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6F17C94E-F9A5-C761-14AB-A03E21E9FCED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8E1C9B76-B20E-E317-20AB-07D738AF5269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D7252824-9660-F0BB-53A6-DFB213F0BAD9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B6C658AA-DB84-4BC9-2C9B-0F28F820DC8E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B6A5085C-36DB-3752-03C3-C1823064D4C9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420969F4-D6B6-E359-7154-CCD4FD9F664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A5FD2B96-7138-49CF-8A1F-A3DACE6483EB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522A3405-F1D1-28D3-3811-8CB5BD6A83E9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05F67CF6-6B4B-51BC-870B-2950B9525194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3FBE71B2-40FD-D8F3-2F55-22FBD2851837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BAD95C5A-9C61-6948-2445-DBEB6E58A6C9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3D344CF-22DE-F14D-67F5-5852B5B261D0}"/>
              </a:ext>
            </a:extLst>
          </p:cNvPr>
          <p:cNvGrpSpPr/>
          <p:nvPr/>
        </p:nvGrpSpPr>
        <p:grpSpPr>
          <a:xfrm>
            <a:off x="7094295" y="1901368"/>
            <a:ext cx="3133562" cy="3073298"/>
            <a:chOff x="4711848" y="1897100"/>
            <a:chExt cx="3133562" cy="307329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BFF76A4-80F5-3BB6-809B-C6EA983261B1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220763BA-2A7A-7EB4-7F6F-0FBC58E6072C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B417F239-979B-0261-0D64-72D8CC26DAD2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3091E914-1587-51FB-752B-736E36441CB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1D706C14-1245-8577-3AE0-6B2C934809C6}"/>
                      </a:ext>
                    </a:extLst>
                  </p:cNvPr>
                  <p:cNvCxnSpPr>
                    <a:stCxn id="33" idx="2"/>
                    <a:endCxn id="33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737A74F3-DF3A-23A4-07CD-4ABAE6A11E27}"/>
                      </a:ext>
                    </a:extLst>
                  </p:cNvPr>
                  <p:cNvCxnSpPr>
                    <a:stCxn id="33" idx="0"/>
                    <a:endCxn id="33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5C281F9D-535D-C5F8-D566-0092F6C655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17CD8C73-D58A-6A1E-4A27-AC89F4F7E5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549036BE-3CA0-7402-EFA0-AAB896FFAB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EAC52599-BFFA-A049-BF45-A1CFAE2B75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B6BC8E73-9412-460A-EDC0-A2B1E71851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55AA7D7D-B20F-91F1-9E22-64CA11804D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Isosceles Triangle 27">
                  <a:extLst>
                    <a:ext uri="{FF2B5EF4-FFF2-40B4-BE49-F238E27FC236}">
                      <a16:creationId xmlns:a16="http://schemas.microsoft.com/office/drawing/2014/main" id="{95EFF6C7-6CEF-2A95-0C8E-DA2FEC90927D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15408E51-B96B-F81B-0558-0E59FE48E58E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5507FFFB-E43A-58BA-9748-48A3E48EE2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31" name="Isosceles Triangle 30">
                  <a:extLst>
                    <a:ext uri="{FF2B5EF4-FFF2-40B4-BE49-F238E27FC236}">
                      <a16:creationId xmlns:a16="http://schemas.microsoft.com/office/drawing/2014/main" id="{C71609F2-A035-0F50-6AFD-2F76426AD81A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Isosceles Triangle 31">
                  <a:extLst>
                    <a:ext uri="{FF2B5EF4-FFF2-40B4-BE49-F238E27FC236}">
                      <a16:creationId xmlns:a16="http://schemas.microsoft.com/office/drawing/2014/main" id="{9D46B84E-23AE-8FD4-BDB9-E44819D71E8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8A20E129-C221-D785-CC9D-0690A20C100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0BF8E74-2FC9-160F-B0C3-B3B7E1409F4A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5E8E59-D090-A7CF-2DD9-44702001FAB3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1489AA1-4FBB-6439-987C-963D3F5752CB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5C02E88-D03E-87C9-ACD8-9678AA4C9345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6EC457F-F7FB-D637-5FB5-7B98C9DEB083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1489C2-1C59-5111-74D1-027898F732C3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7A93959-3F8A-243C-73EB-82AEFAF72570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D8C87D5-0401-201C-611D-34D5022B6E30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8106CC-DF5B-F983-8DF8-851A6DA50E2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A4F98FD-4093-F1DE-D9B4-48EFA862DC8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8C19DA7-B712-6174-495D-C704F567CAA8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0BF999-F208-0E7C-F01B-26701B02484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EC0E6BA-1BFD-F555-1845-1D518E7BBACC}"/>
              </a:ext>
            </a:extLst>
          </p:cNvPr>
          <p:cNvGrpSpPr/>
          <p:nvPr/>
        </p:nvGrpSpPr>
        <p:grpSpPr>
          <a:xfrm>
            <a:off x="5894773" y="-148748"/>
            <a:ext cx="3133562" cy="3073298"/>
            <a:chOff x="4711848" y="1897100"/>
            <a:chExt cx="3133562" cy="3073298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39B6117-36E6-A976-8227-00C874306B44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7CD93B28-B5F8-93F4-5557-2704AFD90287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41759CE-E42A-45C2-0B33-0F3455AC0D4D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128" name="Oval 127">
                    <a:extLst>
                      <a:ext uri="{FF2B5EF4-FFF2-40B4-BE49-F238E27FC236}">
                        <a16:creationId xmlns:a16="http://schemas.microsoft.com/office/drawing/2014/main" id="{6BB477E9-E816-2C36-AC82-6BE777A9BB4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D6038CF8-655F-DDB7-6B90-73F9E1BB7133}"/>
                      </a:ext>
                    </a:extLst>
                  </p:cNvPr>
                  <p:cNvCxnSpPr>
                    <a:stCxn id="128" idx="2"/>
                    <a:endCxn id="128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>
                    <a:extLst>
                      <a:ext uri="{FF2B5EF4-FFF2-40B4-BE49-F238E27FC236}">
                        <a16:creationId xmlns:a16="http://schemas.microsoft.com/office/drawing/2014/main" id="{B615C46F-7D76-6DBF-41C3-DA684ADEB539}"/>
                      </a:ext>
                    </a:extLst>
                  </p:cNvPr>
                  <p:cNvCxnSpPr>
                    <a:stCxn id="128" idx="0"/>
                    <a:endCxn id="128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720E644F-BBB4-539A-A4B7-A5132AD9FE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0ADA3910-45ED-BE31-C786-86A44C863D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F29E6DCD-970F-A198-B175-C01349E52F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CD8514FF-0B90-CD24-6A55-50F0E7A6A5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E4BC945A-D417-00B2-4877-DB07FF6F6F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6926ACC0-3843-CC5F-3A07-D53717658E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" name="Isosceles Triangle 58">
                  <a:extLst>
                    <a:ext uri="{FF2B5EF4-FFF2-40B4-BE49-F238E27FC236}">
                      <a16:creationId xmlns:a16="http://schemas.microsoft.com/office/drawing/2014/main" id="{EFC5A099-58E9-3416-ABEE-36AD151D8F80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918ED9FE-D93D-B067-2863-00EFBB53B6DC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2856CCC5-0950-2113-2F90-087BDCDE81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62" name="Isosceles Triangle 61">
                  <a:extLst>
                    <a:ext uri="{FF2B5EF4-FFF2-40B4-BE49-F238E27FC236}">
                      <a16:creationId xmlns:a16="http://schemas.microsoft.com/office/drawing/2014/main" id="{6B5B12EA-19BC-FE0B-836B-E385A74C8C6D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Isosceles Triangle 62">
                  <a:extLst>
                    <a:ext uri="{FF2B5EF4-FFF2-40B4-BE49-F238E27FC236}">
                      <a16:creationId xmlns:a16="http://schemas.microsoft.com/office/drawing/2014/main" id="{6461B4B8-0E6E-2BE8-32BF-9313AA5DAD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1" name="Isosceles Triangle 50">
                <a:extLst>
                  <a:ext uri="{FF2B5EF4-FFF2-40B4-BE49-F238E27FC236}">
                    <a16:creationId xmlns:a16="http://schemas.microsoft.com/office/drawing/2014/main" id="{2E0BE570-5B25-8B50-0440-B98AEE80AA8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19810CC-F010-FDA4-19A0-C33057E7E82F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E7FA0FA-5048-F23B-2747-FCE05CB73B08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090C80B-6D11-D8C8-9441-80F220A06D15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51F79EB-5AE5-5FBA-A7B9-39CBE5188BC9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D5703F9-D97B-5561-BF09-D22D10AF464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F44E165-FAE2-225B-E763-46694D5AED4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8B4ADE7-FCA4-E49C-BF56-10A36BE5FCB7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6055F5A-B837-D42F-0C3D-98F5178C80C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04C15BA-2E1A-8054-B2D6-113512FE0FC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5738519-9F73-9171-9A3F-A4F7A6C7233F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74D132C-C88A-DFAE-4387-47B811BA057D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20C0F3E-A9B9-DF97-5252-8A3724FFAA1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EEEEF30-6096-FEFE-EF1D-9BC83C603107}"/>
              </a:ext>
            </a:extLst>
          </p:cNvPr>
          <p:cNvGrpSpPr/>
          <p:nvPr/>
        </p:nvGrpSpPr>
        <p:grpSpPr>
          <a:xfrm>
            <a:off x="3514146" y="-149872"/>
            <a:ext cx="3133562" cy="3073298"/>
            <a:chOff x="4711848" y="1897100"/>
            <a:chExt cx="3133562" cy="3073298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E6E8AAB8-1D41-E131-39E9-7070FF21A6B5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74C12537-BFA0-08B9-EE48-5121BEB2AE10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2949AB33-F642-694F-3DDF-A2BA7FF26B6F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164" name="Oval 163">
                    <a:extLst>
                      <a:ext uri="{FF2B5EF4-FFF2-40B4-BE49-F238E27FC236}">
                        <a16:creationId xmlns:a16="http://schemas.microsoft.com/office/drawing/2014/main" id="{CBD01A02-BB92-0328-F338-CA482288DF8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E3583889-6CBF-1A7E-D8E2-6521406FCD63}"/>
                      </a:ext>
                    </a:extLst>
                  </p:cNvPr>
                  <p:cNvCxnSpPr>
                    <a:stCxn id="164" idx="2"/>
                    <a:endCxn id="164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E32DEE41-FDFE-F95E-CB5A-9540B44F546A}"/>
                      </a:ext>
                    </a:extLst>
                  </p:cNvPr>
                  <p:cNvCxnSpPr>
                    <a:stCxn id="164" idx="0"/>
                    <a:endCxn id="164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E0598109-0ED9-92FD-E617-4589527B5B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7451E1A3-D119-C204-2743-0787AE3037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64332D87-6F02-500A-6EB0-D2D1ACA0C5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2BE56499-62CA-DA01-15C7-AF213A8FEB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39E0884D-B44A-41BC-8641-B21CC7152F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BD9E5AD3-2CDF-276C-899A-FD9C126BF3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Isosceles Triangle 158">
                  <a:extLst>
                    <a:ext uri="{FF2B5EF4-FFF2-40B4-BE49-F238E27FC236}">
                      <a16:creationId xmlns:a16="http://schemas.microsoft.com/office/drawing/2014/main" id="{F3A6129B-CA64-76E0-8426-9776AA2E980C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32B59BB9-0B6F-DF7E-2EE8-ADB4A7B3FDA6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BA84BAA9-0CD7-0924-E45D-4414351BB6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162" name="Isosceles Triangle 161">
                  <a:extLst>
                    <a:ext uri="{FF2B5EF4-FFF2-40B4-BE49-F238E27FC236}">
                      <a16:creationId xmlns:a16="http://schemas.microsoft.com/office/drawing/2014/main" id="{6FF7AD19-67E3-CC37-C7D6-B43F18A08379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Isosceles Triangle 162">
                  <a:extLst>
                    <a:ext uri="{FF2B5EF4-FFF2-40B4-BE49-F238E27FC236}">
                      <a16:creationId xmlns:a16="http://schemas.microsoft.com/office/drawing/2014/main" id="{C7ADDBB8-D445-B3D8-BC3D-A6715F2E799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1" name="Isosceles Triangle 150">
                <a:extLst>
                  <a:ext uri="{FF2B5EF4-FFF2-40B4-BE49-F238E27FC236}">
                    <a16:creationId xmlns:a16="http://schemas.microsoft.com/office/drawing/2014/main" id="{A5CB77AF-7049-B61A-4625-5679F140F90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7893AD4-0A03-BF92-2C34-3823BC94DFBB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C30647D-48E1-DABB-606B-A3565E58E45D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A65AA60-4471-070B-B32D-79F57E366DC8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F040701F-0C98-77F3-F604-E63BD4941855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8594768C-1C93-6F2E-8A24-1510D39570C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E2D36D7-62C7-0FB5-3C3A-357CFEA843E2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E89DD11-C10E-C6FD-6207-8C25E5CD92DA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8EF2138-6B73-11EA-4EC1-8C2EA50F7FE8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4F0E297-831E-BCD9-B7EA-4D66C891D52C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DA436521-E632-43A9-9CC7-2B3D026C5424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35E5CD0C-5574-09FF-2136-0335B2F6854F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45DBD8A-8CBC-B7E0-F083-192459A46207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A85B0CE-6298-31F2-47C6-B5EAE41D39F8}"/>
              </a:ext>
            </a:extLst>
          </p:cNvPr>
          <p:cNvGrpSpPr/>
          <p:nvPr/>
        </p:nvGrpSpPr>
        <p:grpSpPr>
          <a:xfrm>
            <a:off x="2320796" y="1901368"/>
            <a:ext cx="3133562" cy="3073298"/>
            <a:chOff x="4711848" y="1897100"/>
            <a:chExt cx="3133562" cy="3073298"/>
          </a:xfrm>
        </p:grpSpPr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A4DB9565-4F56-1D2E-6BC9-29F7186DE138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DC9172C3-3F2D-4037-B147-2DC01A4C56C4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189" name="Group 188">
                  <a:extLst>
                    <a:ext uri="{FF2B5EF4-FFF2-40B4-BE49-F238E27FC236}">
                      <a16:creationId xmlns:a16="http://schemas.microsoft.com/office/drawing/2014/main" id="{ED5AAEBD-22F5-EB86-793A-2F59218EB7C3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203" name="Oval 202">
                    <a:extLst>
                      <a:ext uri="{FF2B5EF4-FFF2-40B4-BE49-F238E27FC236}">
                        <a16:creationId xmlns:a16="http://schemas.microsoft.com/office/drawing/2014/main" id="{458C9B9B-A59E-791D-0DD7-2D3B7F6D083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05" name="Straight Connector 204">
                    <a:extLst>
                      <a:ext uri="{FF2B5EF4-FFF2-40B4-BE49-F238E27FC236}">
                        <a16:creationId xmlns:a16="http://schemas.microsoft.com/office/drawing/2014/main" id="{79BA8A31-4BF9-F435-415D-48E78CB9C324}"/>
                      </a:ext>
                    </a:extLst>
                  </p:cNvPr>
                  <p:cNvCxnSpPr>
                    <a:stCxn id="203" idx="2"/>
                    <a:endCxn id="203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>
                    <a:extLst>
                      <a:ext uri="{FF2B5EF4-FFF2-40B4-BE49-F238E27FC236}">
                        <a16:creationId xmlns:a16="http://schemas.microsoft.com/office/drawing/2014/main" id="{B0303FD0-A989-E36D-CFC4-CD39BAE4B4C6}"/>
                      </a:ext>
                    </a:extLst>
                  </p:cNvPr>
                  <p:cNvCxnSpPr>
                    <a:stCxn id="203" idx="0"/>
                    <a:endCxn id="203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07C788AB-8DB1-97EB-034D-4C209C57BC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C600503F-F1AA-7752-7A4D-E420349FD5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FDF49725-5386-7152-353A-9CE4F3D2ED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146F1A19-D489-6FBB-EE27-02DE43A057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2650D8F9-5935-036F-E4C3-44F0245DF6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C892B2DA-1ED9-7EBF-2D2A-3E03F0A575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6" name="Isosceles Triangle 195">
                  <a:extLst>
                    <a:ext uri="{FF2B5EF4-FFF2-40B4-BE49-F238E27FC236}">
                      <a16:creationId xmlns:a16="http://schemas.microsoft.com/office/drawing/2014/main" id="{F06001B3-7B9D-5754-993D-1019E8E964D8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E75341CE-F4BF-8B80-62E7-371FD265C85C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AFDBDDA9-4C13-010A-09F1-61C60EAC02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199" name="Isosceles Triangle 198">
                  <a:extLst>
                    <a:ext uri="{FF2B5EF4-FFF2-40B4-BE49-F238E27FC236}">
                      <a16:creationId xmlns:a16="http://schemas.microsoft.com/office/drawing/2014/main" id="{22EC92D5-7153-0257-85F5-FD39509077FE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Isosceles Triangle 200">
                  <a:extLst>
                    <a:ext uri="{FF2B5EF4-FFF2-40B4-BE49-F238E27FC236}">
                      <a16:creationId xmlns:a16="http://schemas.microsoft.com/office/drawing/2014/main" id="{C92515B1-DE08-25E6-C169-6E1537E6C3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8" name="Isosceles Triangle 187">
                <a:extLst>
                  <a:ext uri="{FF2B5EF4-FFF2-40B4-BE49-F238E27FC236}">
                    <a16:creationId xmlns:a16="http://schemas.microsoft.com/office/drawing/2014/main" id="{9000F244-6056-6D5E-8AA2-C41C81836DC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23A88278-7D1A-17AE-6CC8-AA3ACB0C6F20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37E47105-9347-3868-B665-16091DD5AAFC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D767CA18-73AD-4596-E429-05B3CFF3CA0A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F9EAFC6C-75AD-3E8E-4B2C-3F436FF950B0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3140160-08CE-C7EF-C654-7094C4B60909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698B7A17-39D9-5D15-E43A-D5A216C97E0E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3F14E7DC-18C2-9CA0-3E8E-4C79A32F5F4F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0217E59E-978C-EB2B-934F-49F05A92A572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1CEF71A2-D74E-F5CC-6783-EA8E25602C92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9AE96C40-56BA-1602-4546-7774E9666E1A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DCEC91DD-9658-19DF-7BB7-3624AF763D9F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6A348DDD-835E-32AE-22B6-298C150377B0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F324808B-3FB8-929F-FB5F-8A6A8B462503}"/>
              </a:ext>
            </a:extLst>
          </p:cNvPr>
          <p:cNvGrpSpPr/>
          <p:nvPr/>
        </p:nvGrpSpPr>
        <p:grpSpPr>
          <a:xfrm>
            <a:off x="1144512" y="3956280"/>
            <a:ext cx="3133562" cy="3073298"/>
            <a:chOff x="4711848" y="1897100"/>
            <a:chExt cx="3133562" cy="3073298"/>
          </a:xfrm>
        </p:grpSpPr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E301ED3A-66EE-D9B0-3DE8-F9FE94C61ED2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8E1919BD-3007-1CB8-40F6-B04E6B0D6F4D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225" name="Group 224">
                  <a:extLst>
                    <a:ext uri="{FF2B5EF4-FFF2-40B4-BE49-F238E27FC236}">
                      <a16:creationId xmlns:a16="http://schemas.microsoft.com/office/drawing/2014/main" id="{4FEA70B0-113F-321E-2A25-5DC13D0F5001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239" name="Oval 238">
                    <a:extLst>
                      <a:ext uri="{FF2B5EF4-FFF2-40B4-BE49-F238E27FC236}">
                        <a16:creationId xmlns:a16="http://schemas.microsoft.com/office/drawing/2014/main" id="{7E8750B8-AE9E-6520-0717-37DDAFA14C7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87479767-E2C7-C283-D593-3E33ECBBC045}"/>
                      </a:ext>
                    </a:extLst>
                  </p:cNvPr>
                  <p:cNvCxnSpPr>
                    <a:stCxn id="239" idx="2"/>
                    <a:endCxn id="239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Straight Connector 240">
                    <a:extLst>
                      <a:ext uri="{FF2B5EF4-FFF2-40B4-BE49-F238E27FC236}">
                        <a16:creationId xmlns:a16="http://schemas.microsoft.com/office/drawing/2014/main" id="{63CBA2DC-271C-FE76-3025-6FF156CF416A}"/>
                      </a:ext>
                    </a:extLst>
                  </p:cNvPr>
                  <p:cNvCxnSpPr>
                    <a:stCxn id="239" idx="0"/>
                    <a:endCxn id="239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1F454FDD-D14A-5B41-8D7F-28BE20B10F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D0EAC192-C194-2F47-21D6-969D13400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0FB8B7C2-0ED9-A717-0B32-52310EFC08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DB1E456D-E535-0F2F-FC20-9F9BDD95F0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79E376FA-5255-E2F2-5B72-2F11001C2A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23975966-0ABF-387B-E030-03FE635345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2" name="Isosceles Triangle 231">
                  <a:extLst>
                    <a:ext uri="{FF2B5EF4-FFF2-40B4-BE49-F238E27FC236}">
                      <a16:creationId xmlns:a16="http://schemas.microsoft.com/office/drawing/2014/main" id="{95FEB0F4-1F3C-F8FF-4074-1DB3694AE901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B792F5F3-56EE-4F29-8FE8-D6E89C4DBF2B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9C6D66D9-5FF5-1B5D-367C-839F5A2108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237" name="Isosceles Triangle 236">
                  <a:extLst>
                    <a:ext uri="{FF2B5EF4-FFF2-40B4-BE49-F238E27FC236}">
                      <a16:creationId xmlns:a16="http://schemas.microsoft.com/office/drawing/2014/main" id="{C081BD1B-7F2B-3842-14B2-289D9F3635FC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8" name="Isosceles Triangle 237">
                  <a:extLst>
                    <a:ext uri="{FF2B5EF4-FFF2-40B4-BE49-F238E27FC236}">
                      <a16:creationId xmlns:a16="http://schemas.microsoft.com/office/drawing/2014/main" id="{833C05C6-0431-3D11-A8F5-E9904A70A7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4" name="Isosceles Triangle 223">
                <a:extLst>
                  <a:ext uri="{FF2B5EF4-FFF2-40B4-BE49-F238E27FC236}">
                    <a16:creationId xmlns:a16="http://schemas.microsoft.com/office/drawing/2014/main" id="{FB86071B-EDFF-3E86-6E20-B79126F36D8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72D1BB55-39AB-93AD-B9F3-BC970D75CFF3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A50DF075-7F6D-1F0F-B962-32A239905417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E77BD7DD-1125-2DEB-9610-AD9507841129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A8BDAD92-E843-CDDC-19A3-6894510C5E30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32C4EC21-1697-2842-C203-47CB1B5954E4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3AFF9FC1-6A39-AA67-F234-D24A4029894A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9862656D-7D45-4968-61A5-F24DFF83CBB7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9149C29E-660B-1A73-FD29-E94C3F51E39B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8103A63-07DA-6012-7C55-4CEA9E108A1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49EB6A18-B11C-3559-110D-6490FC24D69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36036EEE-A404-80F7-FFE5-2ED39B2AF4D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FF51AE7E-41B0-3BD1-0E8D-3836900F441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80735BD3-19B5-3A4F-0B7F-11660DD50CE1}"/>
              </a:ext>
            </a:extLst>
          </p:cNvPr>
          <p:cNvGrpSpPr/>
          <p:nvPr/>
        </p:nvGrpSpPr>
        <p:grpSpPr>
          <a:xfrm>
            <a:off x="3515779" y="3954584"/>
            <a:ext cx="3133562" cy="3073298"/>
            <a:chOff x="4711848" y="1897100"/>
            <a:chExt cx="3133562" cy="3073298"/>
          </a:xfrm>
        </p:grpSpPr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47036CCF-27B8-4647-753B-3DF6927BEB13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320" name="Group 319">
                <a:extLst>
                  <a:ext uri="{FF2B5EF4-FFF2-40B4-BE49-F238E27FC236}">
                    <a16:creationId xmlns:a16="http://schemas.microsoft.com/office/drawing/2014/main" id="{538F3149-7965-8DF3-244C-49F674B9FE5B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322" name="Group 321">
                  <a:extLst>
                    <a:ext uri="{FF2B5EF4-FFF2-40B4-BE49-F238E27FC236}">
                      <a16:creationId xmlns:a16="http://schemas.microsoft.com/office/drawing/2014/main" id="{46AE015B-9440-2045-6FED-288E78F7D4DC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334" name="Oval 333">
                    <a:extLst>
                      <a:ext uri="{FF2B5EF4-FFF2-40B4-BE49-F238E27FC236}">
                        <a16:creationId xmlns:a16="http://schemas.microsoft.com/office/drawing/2014/main" id="{49E470DE-6C6C-980A-9F66-455B13D55C4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35" name="Straight Connector 334">
                    <a:extLst>
                      <a:ext uri="{FF2B5EF4-FFF2-40B4-BE49-F238E27FC236}">
                        <a16:creationId xmlns:a16="http://schemas.microsoft.com/office/drawing/2014/main" id="{AE244C51-8090-5151-B28E-CDCC3BACC66F}"/>
                      </a:ext>
                    </a:extLst>
                  </p:cNvPr>
                  <p:cNvCxnSpPr>
                    <a:stCxn id="334" idx="2"/>
                    <a:endCxn id="334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6" name="Straight Connector 335">
                    <a:extLst>
                      <a:ext uri="{FF2B5EF4-FFF2-40B4-BE49-F238E27FC236}">
                        <a16:creationId xmlns:a16="http://schemas.microsoft.com/office/drawing/2014/main" id="{2A74D265-B775-F0F7-C16B-3005EE565B04}"/>
                      </a:ext>
                    </a:extLst>
                  </p:cNvPr>
                  <p:cNvCxnSpPr>
                    <a:stCxn id="334" idx="0"/>
                    <a:endCxn id="334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23" name="Straight Connector 322">
                  <a:extLst>
                    <a:ext uri="{FF2B5EF4-FFF2-40B4-BE49-F238E27FC236}">
                      <a16:creationId xmlns:a16="http://schemas.microsoft.com/office/drawing/2014/main" id="{2F3590C2-3386-ACDA-390E-6C5ABD042C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>
                  <a:extLst>
                    <a:ext uri="{FF2B5EF4-FFF2-40B4-BE49-F238E27FC236}">
                      <a16:creationId xmlns:a16="http://schemas.microsoft.com/office/drawing/2014/main" id="{3D05323B-9F59-2B04-0469-219C3A3E1D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Straight Connector 324">
                  <a:extLst>
                    <a:ext uri="{FF2B5EF4-FFF2-40B4-BE49-F238E27FC236}">
                      <a16:creationId xmlns:a16="http://schemas.microsoft.com/office/drawing/2014/main" id="{4B8BF318-6CD9-FCED-622F-DED2606460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>
                  <a:extLst>
                    <a:ext uri="{FF2B5EF4-FFF2-40B4-BE49-F238E27FC236}">
                      <a16:creationId xmlns:a16="http://schemas.microsoft.com/office/drawing/2014/main" id="{9241AE97-5AC7-A1C8-6557-2232E9ECBC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Straight Connector 326">
                  <a:extLst>
                    <a:ext uri="{FF2B5EF4-FFF2-40B4-BE49-F238E27FC236}">
                      <a16:creationId xmlns:a16="http://schemas.microsoft.com/office/drawing/2014/main" id="{48CF5C0D-9A72-8595-AB55-3C0A49AF1D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Straight Connector 327">
                  <a:extLst>
                    <a:ext uri="{FF2B5EF4-FFF2-40B4-BE49-F238E27FC236}">
                      <a16:creationId xmlns:a16="http://schemas.microsoft.com/office/drawing/2014/main" id="{316672A4-31F3-D737-EE40-6E838A95E7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9" name="Isosceles Triangle 328">
                  <a:extLst>
                    <a:ext uri="{FF2B5EF4-FFF2-40B4-BE49-F238E27FC236}">
                      <a16:creationId xmlns:a16="http://schemas.microsoft.com/office/drawing/2014/main" id="{A2F3690F-8B4C-0A0C-63E1-05F2888CF3EE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30" name="Straight Connector 329">
                  <a:extLst>
                    <a:ext uri="{FF2B5EF4-FFF2-40B4-BE49-F238E27FC236}">
                      <a16:creationId xmlns:a16="http://schemas.microsoft.com/office/drawing/2014/main" id="{1E6A88C2-E890-E495-CD48-F275E18BD878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Straight Connector 330">
                  <a:extLst>
                    <a:ext uri="{FF2B5EF4-FFF2-40B4-BE49-F238E27FC236}">
                      <a16:creationId xmlns:a16="http://schemas.microsoft.com/office/drawing/2014/main" id="{AF003DB1-0CD7-D38F-D0D9-622D862C87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332" name="Isosceles Triangle 331">
                  <a:extLst>
                    <a:ext uri="{FF2B5EF4-FFF2-40B4-BE49-F238E27FC236}">
                      <a16:creationId xmlns:a16="http://schemas.microsoft.com/office/drawing/2014/main" id="{7FFC8429-7F52-EB8A-7EC0-5C488F9418AE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3" name="Isosceles Triangle 332">
                  <a:extLst>
                    <a:ext uri="{FF2B5EF4-FFF2-40B4-BE49-F238E27FC236}">
                      <a16:creationId xmlns:a16="http://schemas.microsoft.com/office/drawing/2014/main" id="{C898C2D7-5887-D8C2-53A0-DAE98F2AD78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21" name="Isosceles Triangle 320">
                <a:extLst>
                  <a:ext uri="{FF2B5EF4-FFF2-40B4-BE49-F238E27FC236}">
                    <a16:creationId xmlns:a16="http://schemas.microsoft.com/office/drawing/2014/main" id="{77CC9299-6BDD-7F79-2339-DBABBA611AE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AE45A728-8133-914A-9913-2918149D3B41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58FCC8F-782F-1071-93BF-115CEA1AA2E6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60034E9E-AFF9-9DEE-4E1B-4AD27E5B1E1E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4E14C90F-D059-72B0-9AAD-C26DBCFDDA17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11ED8615-84C8-E958-505E-DAF1726DA154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0CCEC41D-244F-5CBA-CDDB-E9B70035AA87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02F64DF-D688-0526-39DB-C82E4D86CB13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57B65705-818F-CAD0-ECCA-59F02B2313D2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B012437A-1AD8-5D40-8642-66B6049EF18E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774FCFA5-E1D7-EB1B-A1F3-61DB436AAFC8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D64AF7B9-2293-5CBA-E867-23A435D1D3CC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877F3064-D8CF-79FE-3913-11BA32BEAEB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CC97D01D-29DB-D043-0699-435D9961894B}"/>
              </a:ext>
            </a:extLst>
          </p:cNvPr>
          <p:cNvGrpSpPr/>
          <p:nvPr/>
        </p:nvGrpSpPr>
        <p:grpSpPr>
          <a:xfrm>
            <a:off x="8277742" y="3958556"/>
            <a:ext cx="3133562" cy="3073298"/>
            <a:chOff x="4711848" y="1897100"/>
            <a:chExt cx="3133562" cy="3073298"/>
          </a:xfrm>
        </p:grpSpPr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1E90DEAD-CB20-766E-0B9C-805642B5A574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363" name="Group 362">
                <a:extLst>
                  <a:ext uri="{FF2B5EF4-FFF2-40B4-BE49-F238E27FC236}">
                    <a16:creationId xmlns:a16="http://schemas.microsoft.com/office/drawing/2014/main" id="{2A95CE4C-D601-38FC-4537-8B339A0CBEEA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365" name="Group 364">
                  <a:extLst>
                    <a:ext uri="{FF2B5EF4-FFF2-40B4-BE49-F238E27FC236}">
                      <a16:creationId xmlns:a16="http://schemas.microsoft.com/office/drawing/2014/main" id="{2BFD5A03-3F6B-DCAE-ACC9-34A7A8AD31CF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377" name="Oval 376">
                    <a:extLst>
                      <a:ext uri="{FF2B5EF4-FFF2-40B4-BE49-F238E27FC236}">
                        <a16:creationId xmlns:a16="http://schemas.microsoft.com/office/drawing/2014/main" id="{D3A10989-A421-D90F-42C7-6E6FCA8B76A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78" name="Straight Connector 377">
                    <a:extLst>
                      <a:ext uri="{FF2B5EF4-FFF2-40B4-BE49-F238E27FC236}">
                        <a16:creationId xmlns:a16="http://schemas.microsoft.com/office/drawing/2014/main" id="{CE70F333-BD70-F78D-E185-2B4FE05DDBC4}"/>
                      </a:ext>
                    </a:extLst>
                  </p:cNvPr>
                  <p:cNvCxnSpPr>
                    <a:stCxn id="377" idx="2"/>
                    <a:endCxn id="377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9" name="Straight Connector 378">
                    <a:extLst>
                      <a:ext uri="{FF2B5EF4-FFF2-40B4-BE49-F238E27FC236}">
                        <a16:creationId xmlns:a16="http://schemas.microsoft.com/office/drawing/2014/main" id="{0786A580-2589-CFD1-D4ED-71BC2B9C3E2A}"/>
                      </a:ext>
                    </a:extLst>
                  </p:cNvPr>
                  <p:cNvCxnSpPr>
                    <a:stCxn id="377" idx="0"/>
                    <a:endCxn id="377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66" name="Straight Connector 365">
                  <a:extLst>
                    <a:ext uri="{FF2B5EF4-FFF2-40B4-BE49-F238E27FC236}">
                      <a16:creationId xmlns:a16="http://schemas.microsoft.com/office/drawing/2014/main" id="{E28E8F35-6D1C-522C-1FAD-B17C9CBD80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652B5D2D-7EB5-E35A-1617-D4492AAE21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Straight Connector 367">
                  <a:extLst>
                    <a:ext uri="{FF2B5EF4-FFF2-40B4-BE49-F238E27FC236}">
                      <a16:creationId xmlns:a16="http://schemas.microsoft.com/office/drawing/2014/main" id="{8D836C2E-8462-5C49-2F36-CE68B66ABA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31BFF33B-A9A9-E8BE-965F-EA371304FB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E686EF4A-93DC-FB00-D7D1-797E859790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993F2459-3E22-11B9-1A6F-208863C850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2" name="Isosceles Triangle 371">
                  <a:extLst>
                    <a:ext uri="{FF2B5EF4-FFF2-40B4-BE49-F238E27FC236}">
                      <a16:creationId xmlns:a16="http://schemas.microsoft.com/office/drawing/2014/main" id="{FF4C20AC-B09F-6482-E470-A4ECFA741DB6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4E3E7C34-C45B-343A-748F-D5F881861587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1221C50E-EE2C-9885-6946-79D17ACB75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375" name="Isosceles Triangle 374">
                  <a:extLst>
                    <a:ext uri="{FF2B5EF4-FFF2-40B4-BE49-F238E27FC236}">
                      <a16:creationId xmlns:a16="http://schemas.microsoft.com/office/drawing/2014/main" id="{B9E0C335-2E26-D731-B9EC-BB9397DE64A5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6" name="Isosceles Triangle 375">
                  <a:extLst>
                    <a:ext uri="{FF2B5EF4-FFF2-40B4-BE49-F238E27FC236}">
                      <a16:creationId xmlns:a16="http://schemas.microsoft.com/office/drawing/2014/main" id="{C7B90005-DF3F-EE28-E1FA-3897570267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64" name="Isosceles Triangle 363">
                <a:extLst>
                  <a:ext uri="{FF2B5EF4-FFF2-40B4-BE49-F238E27FC236}">
                    <a16:creationId xmlns:a16="http://schemas.microsoft.com/office/drawing/2014/main" id="{CC1FA011-C9CA-D3C4-3441-D1E27302D79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B40A09D9-5AF1-AC26-E79C-9284CA072E37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1B8A39D6-FF20-CE25-2334-8DA54E40A11F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007F9CAC-BC62-246D-0FED-55F9F692811A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1129E8B0-A687-60A1-8943-0E91CEF28614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9ACC6A4C-7494-75D6-6C12-1130DBCA055E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629B272B-AFAD-3AA4-8535-C9F9E1FD5BA4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EF36207D-88DF-AB08-0D5E-23C19AACC5A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394EC1DF-E659-D574-965B-32491CD3E869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D0E22BB2-CA4F-DC14-241E-6E12E938CA7A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ADAB78FB-881F-D2FD-B5F2-65372F8C593D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69BB4EC3-9655-5FB7-544B-8D8705DDE264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88A884CA-1514-7D77-84EC-E63CC4EF439B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397E7D09-5592-87D3-4C28-7E38E171697D}"/>
              </a:ext>
            </a:extLst>
          </p:cNvPr>
          <p:cNvGrpSpPr/>
          <p:nvPr/>
        </p:nvGrpSpPr>
        <p:grpSpPr>
          <a:xfrm>
            <a:off x="5896205" y="3958553"/>
            <a:ext cx="3133562" cy="3073298"/>
            <a:chOff x="4711848" y="1897100"/>
            <a:chExt cx="3133562" cy="3073298"/>
          </a:xfrm>
        </p:grpSpPr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0CD9B883-36DD-7D86-A90F-B99C7FEC5FBF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394" name="Group 393">
                <a:extLst>
                  <a:ext uri="{FF2B5EF4-FFF2-40B4-BE49-F238E27FC236}">
                    <a16:creationId xmlns:a16="http://schemas.microsoft.com/office/drawing/2014/main" id="{338351B5-49FF-F535-055E-713FFEE19568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396" name="Group 395">
                  <a:extLst>
                    <a:ext uri="{FF2B5EF4-FFF2-40B4-BE49-F238E27FC236}">
                      <a16:creationId xmlns:a16="http://schemas.microsoft.com/office/drawing/2014/main" id="{C0EBC084-1D86-4427-D934-5BB695DBB361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408" name="Oval 407">
                    <a:extLst>
                      <a:ext uri="{FF2B5EF4-FFF2-40B4-BE49-F238E27FC236}">
                        <a16:creationId xmlns:a16="http://schemas.microsoft.com/office/drawing/2014/main" id="{E76FC290-F57D-6901-40BF-E53FC35A29C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09" name="Straight Connector 408">
                    <a:extLst>
                      <a:ext uri="{FF2B5EF4-FFF2-40B4-BE49-F238E27FC236}">
                        <a16:creationId xmlns:a16="http://schemas.microsoft.com/office/drawing/2014/main" id="{704907C7-B48B-7BB2-B36E-D9F97CCFAE7C}"/>
                      </a:ext>
                    </a:extLst>
                  </p:cNvPr>
                  <p:cNvCxnSpPr>
                    <a:stCxn id="408" idx="2"/>
                    <a:endCxn id="408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0" name="Straight Connector 409">
                    <a:extLst>
                      <a:ext uri="{FF2B5EF4-FFF2-40B4-BE49-F238E27FC236}">
                        <a16:creationId xmlns:a16="http://schemas.microsoft.com/office/drawing/2014/main" id="{A776222F-96FD-C392-D4FB-4A0187F4209A}"/>
                      </a:ext>
                    </a:extLst>
                  </p:cNvPr>
                  <p:cNvCxnSpPr>
                    <a:stCxn id="408" idx="0"/>
                    <a:endCxn id="408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D7B81100-5B6B-1825-5E98-DB933920CD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1488C36E-CB6A-3B3C-058F-50D2B56901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id="{1BB4E74F-033D-9C31-9164-3D93245F05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2A286FF0-A846-CF7E-2FB5-9BB517E972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8C340A15-6C4E-A6BC-D013-FD0BE0030A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Straight Connector 401">
                  <a:extLst>
                    <a:ext uri="{FF2B5EF4-FFF2-40B4-BE49-F238E27FC236}">
                      <a16:creationId xmlns:a16="http://schemas.microsoft.com/office/drawing/2014/main" id="{D3BB4461-AEE7-28E2-CDB5-628DC4ABF0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3" name="Isosceles Triangle 402">
                  <a:extLst>
                    <a:ext uri="{FF2B5EF4-FFF2-40B4-BE49-F238E27FC236}">
                      <a16:creationId xmlns:a16="http://schemas.microsoft.com/office/drawing/2014/main" id="{686BF073-0E8F-6C41-FF57-681D7737D109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4" name="Straight Connector 403">
                  <a:extLst>
                    <a:ext uri="{FF2B5EF4-FFF2-40B4-BE49-F238E27FC236}">
                      <a16:creationId xmlns:a16="http://schemas.microsoft.com/office/drawing/2014/main" id="{0D6F59F0-D35C-1896-7272-DC54B5649B4D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Straight Connector 404">
                  <a:extLst>
                    <a:ext uri="{FF2B5EF4-FFF2-40B4-BE49-F238E27FC236}">
                      <a16:creationId xmlns:a16="http://schemas.microsoft.com/office/drawing/2014/main" id="{467D2AC4-D81D-CA18-F56B-7BE3E72F49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406" name="Isosceles Triangle 405">
                  <a:extLst>
                    <a:ext uri="{FF2B5EF4-FFF2-40B4-BE49-F238E27FC236}">
                      <a16:creationId xmlns:a16="http://schemas.microsoft.com/office/drawing/2014/main" id="{AC42CB2B-59BA-AF83-2742-8D388592E02C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7" name="Isosceles Triangle 406">
                  <a:extLst>
                    <a:ext uri="{FF2B5EF4-FFF2-40B4-BE49-F238E27FC236}">
                      <a16:creationId xmlns:a16="http://schemas.microsoft.com/office/drawing/2014/main" id="{DB3B1C18-3DF4-8037-043A-1E2D02CEFC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95" name="Isosceles Triangle 394">
                <a:extLst>
                  <a:ext uri="{FF2B5EF4-FFF2-40B4-BE49-F238E27FC236}">
                    <a16:creationId xmlns:a16="http://schemas.microsoft.com/office/drawing/2014/main" id="{C3C08CB6-EB92-2989-8900-03084C8E649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06CBE96C-1B8B-FA9F-3132-45C5A5C3653C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923DA430-7557-9FBD-3751-A70FDAB0DC44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CDD3071B-B733-02C5-2307-8D84E634630F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94A75B39-B9D7-14AD-5E93-9505960B3181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E4348927-39B3-BB8D-24B9-C9DCDA320CB0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3E3F39A7-2BFE-FB92-540C-04F31FDD94E5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86C3B962-2DF3-0010-80EC-0BBB6F3826C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7BCEE23D-743B-F62D-54DB-AFE5DA68E1B9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25459953-9E4C-FBD1-4BFB-5119B156DDBB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60D7D034-EB84-4C99-0457-754C952E00F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02561129-E36D-99F5-EF57-6C328E6664D2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683DFDF1-CEFB-35F4-E4A2-9A32841E5D1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2F5932D5-DCE6-47AE-8C8C-464359FD3ACD}"/>
              </a:ext>
            </a:extLst>
          </p:cNvPr>
          <p:cNvGrpSpPr/>
          <p:nvPr/>
        </p:nvGrpSpPr>
        <p:grpSpPr>
          <a:xfrm>
            <a:off x="-53580" y="1899175"/>
            <a:ext cx="3133562" cy="3073298"/>
            <a:chOff x="4711848" y="1897100"/>
            <a:chExt cx="3133562" cy="3073298"/>
          </a:xfrm>
        </p:grpSpPr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C0E00950-4020-BDCF-4689-8076D777D02A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425" name="Group 424">
                <a:extLst>
                  <a:ext uri="{FF2B5EF4-FFF2-40B4-BE49-F238E27FC236}">
                    <a16:creationId xmlns:a16="http://schemas.microsoft.com/office/drawing/2014/main" id="{C2E3E693-3492-B9DE-22EB-1208C7840215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427" name="Group 426">
                  <a:extLst>
                    <a:ext uri="{FF2B5EF4-FFF2-40B4-BE49-F238E27FC236}">
                      <a16:creationId xmlns:a16="http://schemas.microsoft.com/office/drawing/2014/main" id="{96116714-ECC7-5758-FA18-1F47B27203FC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439" name="Oval 438">
                    <a:extLst>
                      <a:ext uri="{FF2B5EF4-FFF2-40B4-BE49-F238E27FC236}">
                        <a16:creationId xmlns:a16="http://schemas.microsoft.com/office/drawing/2014/main" id="{A7A54F82-F899-D17E-D580-D05FB01C19B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40" name="Straight Connector 439">
                    <a:extLst>
                      <a:ext uri="{FF2B5EF4-FFF2-40B4-BE49-F238E27FC236}">
                        <a16:creationId xmlns:a16="http://schemas.microsoft.com/office/drawing/2014/main" id="{048FDBFE-938C-D567-C802-EDFC27A89F7D}"/>
                      </a:ext>
                    </a:extLst>
                  </p:cNvPr>
                  <p:cNvCxnSpPr>
                    <a:stCxn id="439" idx="2"/>
                    <a:endCxn id="439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1" name="Straight Connector 440">
                    <a:extLst>
                      <a:ext uri="{FF2B5EF4-FFF2-40B4-BE49-F238E27FC236}">
                        <a16:creationId xmlns:a16="http://schemas.microsoft.com/office/drawing/2014/main" id="{E9F0B9DA-DA33-9979-9765-BBD9477DDFF3}"/>
                      </a:ext>
                    </a:extLst>
                  </p:cNvPr>
                  <p:cNvCxnSpPr>
                    <a:stCxn id="439" idx="0"/>
                    <a:endCxn id="439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252D2D12-5909-D4F6-62D7-DAC081EF96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id="{D6B4C3F1-724C-A15C-1793-23F43F8939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Straight Connector 429">
                  <a:extLst>
                    <a:ext uri="{FF2B5EF4-FFF2-40B4-BE49-F238E27FC236}">
                      <a16:creationId xmlns:a16="http://schemas.microsoft.com/office/drawing/2014/main" id="{207BC8EF-72D8-20C0-73EC-AB2A281547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Straight Connector 430">
                  <a:extLst>
                    <a:ext uri="{FF2B5EF4-FFF2-40B4-BE49-F238E27FC236}">
                      <a16:creationId xmlns:a16="http://schemas.microsoft.com/office/drawing/2014/main" id="{A7B58F48-61EC-FF90-86A9-FBF2C0DD4A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Straight Connector 431">
                  <a:extLst>
                    <a:ext uri="{FF2B5EF4-FFF2-40B4-BE49-F238E27FC236}">
                      <a16:creationId xmlns:a16="http://schemas.microsoft.com/office/drawing/2014/main" id="{F0F101B8-37B9-6BC7-C062-287A222DF8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id="{5EFF3777-7CBD-DF5A-7ABA-DD9B79BBAA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4" name="Isosceles Triangle 433">
                  <a:extLst>
                    <a:ext uri="{FF2B5EF4-FFF2-40B4-BE49-F238E27FC236}">
                      <a16:creationId xmlns:a16="http://schemas.microsoft.com/office/drawing/2014/main" id="{39911F9B-A443-6B39-25B9-B5B9EA202C09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E6CEE7A0-FA01-4B52-201E-CF407AC729B9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id="{891663BD-3ED0-3F0F-9A4A-71D5936054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437" name="Isosceles Triangle 436">
                  <a:extLst>
                    <a:ext uri="{FF2B5EF4-FFF2-40B4-BE49-F238E27FC236}">
                      <a16:creationId xmlns:a16="http://schemas.microsoft.com/office/drawing/2014/main" id="{D4010702-2875-B03C-CDFF-1967D1ADF999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8" name="Isosceles Triangle 437">
                  <a:extLst>
                    <a:ext uri="{FF2B5EF4-FFF2-40B4-BE49-F238E27FC236}">
                      <a16:creationId xmlns:a16="http://schemas.microsoft.com/office/drawing/2014/main" id="{09D07F5C-99F5-3FD1-244B-25103DE8C04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26" name="Isosceles Triangle 425">
                <a:extLst>
                  <a:ext uri="{FF2B5EF4-FFF2-40B4-BE49-F238E27FC236}">
                    <a16:creationId xmlns:a16="http://schemas.microsoft.com/office/drawing/2014/main" id="{3A3897BF-CE7E-2B67-5462-41371D05583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A2F3A8FA-8100-AEC1-E1B2-6412599AC3FC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E0DDB5E2-FC40-7283-B0BA-98F3072007A3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47EB4ABB-59E4-DAC1-ACDB-01C9209C705B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9198F1E4-78CD-4B6A-F72D-AA1EEEA37998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09493E36-1560-F3CE-B829-3C6C3739FBD8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7B69D9ED-8EE6-C8F7-A911-B15B55E06233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F5647210-484D-F45B-733C-C9B3D36C6391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9B0B5AAE-5E8E-F328-3877-9D871339A6C4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07A00B29-0486-02CB-61D9-5F6D7B0935E9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C35B5E3-EC39-8B86-710C-5CC68ADCEFED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70A05D46-2C5E-947B-BCD2-502EB6310FFE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E3B947E6-8482-EB81-B881-D969F12D359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02C88E32-FF14-7618-87EE-1CB2AB4AE28D}"/>
              </a:ext>
            </a:extLst>
          </p:cNvPr>
          <p:cNvGrpSpPr/>
          <p:nvPr/>
        </p:nvGrpSpPr>
        <p:grpSpPr>
          <a:xfrm>
            <a:off x="1136050" y="-152538"/>
            <a:ext cx="3133562" cy="3073298"/>
            <a:chOff x="4711848" y="1897100"/>
            <a:chExt cx="3133562" cy="3073298"/>
          </a:xfrm>
        </p:grpSpPr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id="{556B6AC2-CB30-64C1-4382-E20C853D449B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id="{3C3D19BC-FF6A-9734-1ED1-C729ACFEE722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458" name="Group 457">
                  <a:extLst>
                    <a:ext uri="{FF2B5EF4-FFF2-40B4-BE49-F238E27FC236}">
                      <a16:creationId xmlns:a16="http://schemas.microsoft.com/office/drawing/2014/main" id="{97071C05-353E-43DA-C9C5-9051E8C11767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470" name="Oval 469">
                    <a:extLst>
                      <a:ext uri="{FF2B5EF4-FFF2-40B4-BE49-F238E27FC236}">
                        <a16:creationId xmlns:a16="http://schemas.microsoft.com/office/drawing/2014/main" id="{EC67B438-5660-FEB8-AD6A-95D151ED539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71" name="Straight Connector 470">
                    <a:extLst>
                      <a:ext uri="{FF2B5EF4-FFF2-40B4-BE49-F238E27FC236}">
                        <a16:creationId xmlns:a16="http://schemas.microsoft.com/office/drawing/2014/main" id="{8597E0A2-FD44-C4D1-8951-BAC618E3C909}"/>
                      </a:ext>
                    </a:extLst>
                  </p:cNvPr>
                  <p:cNvCxnSpPr>
                    <a:stCxn id="470" idx="2"/>
                    <a:endCxn id="470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2" name="Straight Connector 471">
                    <a:extLst>
                      <a:ext uri="{FF2B5EF4-FFF2-40B4-BE49-F238E27FC236}">
                        <a16:creationId xmlns:a16="http://schemas.microsoft.com/office/drawing/2014/main" id="{CB83E7A3-149A-A6AD-C1E5-B4964E8C2CFB}"/>
                      </a:ext>
                    </a:extLst>
                  </p:cNvPr>
                  <p:cNvCxnSpPr>
                    <a:stCxn id="470" idx="0"/>
                    <a:endCxn id="470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id="{AF01D6DF-20B8-18AE-616E-42E920A964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Straight Connector 459">
                  <a:extLst>
                    <a:ext uri="{FF2B5EF4-FFF2-40B4-BE49-F238E27FC236}">
                      <a16:creationId xmlns:a16="http://schemas.microsoft.com/office/drawing/2014/main" id="{0B5A558D-56FE-CA6B-5D7F-EA2B68AE6E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1" name="Straight Connector 460">
                  <a:extLst>
                    <a:ext uri="{FF2B5EF4-FFF2-40B4-BE49-F238E27FC236}">
                      <a16:creationId xmlns:a16="http://schemas.microsoft.com/office/drawing/2014/main" id="{1F5E78B2-A6BF-DF2A-E5AC-1222A371CF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2" name="Straight Connector 461">
                  <a:extLst>
                    <a:ext uri="{FF2B5EF4-FFF2-40B4-BE49-F238E27FC236}">
                      <a16:creationId xmlns:a16="http://schemas.microsoft.com/office/drawing/2014/main" id="{0E7BF5FC-889E-4B79-4CC2-35EC089D47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3" name="Straight Connector 462">
                  <a:extLst>
                    <a:ext uri="{FF2B5EF4-FFF2-40B4-BE49-F238E27FC236}">
                      <a16:creationId xmlns:a16="http://schemas.microsoft.com/office/drawing/2014/main" id="{467B704F-4326-A63E-5561-B60C564A41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4" name="Straight Connector 463">
                  <a:extLst>
                    <a:ext uri="{FF2B5EF4-FFF2-40B4-BE49-F238E27FC236}">
                      <a16:creationId xmlns:a16="http://schemas.microsoft.com/office/drawing/2014/main" id="{E9C6EB9B-A5AF-F659-FF32-5DF3AAC384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5" name="Isosceles Triangle 464">
                  <a:extLst>
                    <a:ext uri="{FF2B5EF4-FFF2-40B4-BE49-F238E27FC236}">
                      <a16:creationId xmlns:a16="http://schemas.microsoft.com/office/drawing/2014/main" id="{983F80C9-7FA0-D686-6F29-6ACF8A7E4D5D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66" name="Straight Connector 465">
                  <a:extLst>
                    <a:ext uri="{FF2B5EF4-FFF2-40B4-BE49-F238E27FC236}">
                      <a16:creationId xmlns:a16="http://schemas.microsoft.com/office/drawing/2014/main" id="{71428963-A505-EAE5-380F-35CCCB52E1B2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67" name="Straight Connector 466">
                  <a:extLst>
                    <a:ext uri="{FF2B5EF4-FFF2-40B4-BE49-F238E27FC236}">
                      <a16:creationId xmlns:a16="http://schemas.microsoft.com/office/drawing/2014/main" id="{8173DDF9-8B3E-4016-216A-D69AEA2747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468" name="Isosceles Triangle 467">
                  <a:extLst>
                    <a:ext uri="{FF2B5EF4-FFF2-40B4-BE49-F238E27FC236}">
                      <a16:creationId xmlns:a16="http://schemas.microsoft.com/office/drawing/2014/main" id="{C1A1BDF0-2987-8F7D-9697-A0B236BBBB26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9" name="Isosceles Triangle 468">
                  <a:extLst>
                    <a:ext uri="{FF2B5EF4-FFF2-40B4-BE49-F238E27FC236}">
                      <a16:creationId xmlns:a16="http://schemas.microsoft.com/office/drawing/2014/main" id="{BA02039A-37B6-35C8-8A6D-7C7D67428D3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7" name="Isosceles Triangle 456">
                <a:extLst>
                  <a:ext uri="{FF2B5EF4-FFF2-40B4-BE49-F238E27FC236}">
                    <a16:creationId xmlns:a16="http://schemas.microsoft.com/office/drawing/2014/main" id="{76C88B14-BF26-A59F-3E71-76440327EAA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481859DF-BCE8-F352-6A2B-B29E66BDB832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0D99CFD5-A84E-6399-3AFC-FBAEA84A848E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02ACEE99-FB0C-E488-F75E-E12BF7BBE8A1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1CFC62FC-ABAE-3602-CCDF-6E0A7E4B5EAA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41A7E219-9AF1-F2B0-C28A-8CE814954354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6002C082-BE93-ABE3-7EE9-685B1D18E190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61ADD419-C5C4-F640-1974-5320E5100517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1348E295-C7AD-CB1B-35AA-AE61A1C84B1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799C9FEE-C305-601C-23B0-4C0F6A933EEC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09BF2499-13E1-FA65-8AB4-124ED6444E6F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A95652D5-585D-99EE-8B9F-7A42CA16909C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CB2D934F-777F-228A-611D-E290929AD01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616760AB-5320-2DD6-1EB4-89730B8235EA}"/>
              </a:ext>
            </a:extLst>
          </p:cNvPr>
          <p:cNvGrpSpPr/>
          <p:nvPr/>
        </p:nvGrpSpPr>
        <p:grpSpPr>
          <a:xfrm>
            <a:off x="8292230" y="-153297"/>
            <a:ext cx="3133562" cy="3073298"/>
            <a:chOff x="4711848" y="1897100"/>
            <a:chExt cx="3133562" cy="3073298"/>
          </a:xfrm>
        </p:grpSpPr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CF8D1A2A-B587-E922-833B-FB89EB0ED955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487" name="Group 486">
                <a:extLst>
                  <a:ext uri="{FF2B5EF4-FFF2-40B4-BE49-F238E27FC236}">
                    <a16:creationId xmlns:a16="http://schemas.microsoft.com/office/drawing/2014/main" id="{6EE5E3F3-4744-F9B8-42DE-CAA75C5463B2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489" name="Group 488">
                  <a:extLst>
                    <a:ext uri="{FF2B5EF4-FFF2-40B4-BE49-F238E27FC236}">
                      <a16:creationId xmlns:a16="http://schemas.microsoft.com/office/drawing/2014/main" id="{E2BC1859-C626-E192-B482-1AC92AE8A290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501" name="Oval 500">
                    <a:extLst>
                      <a:ext uri="{FF2B5EF4-FFF2-40B4-BE49-F238E27FC236}">
                        <a16:creationId xmlns:a16="http://schemas.microsoft.com/office/drawing/2014/main" id="{D0BA0E92-2CF9-1EE6-0150-4EBDE1A9F7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02" name="Straight Connector 501">
                    <a:extLst>
                      <a:ext uri="{FF2B5EF4-FFF2-40B4-BE49-F238E27FC236}">
                        <a16:creationId xmlns:a16="http://schemas.microsoft.com/office/drawing/2014/main" id="{74546F28-8E75-01D8-8D06-2FD5C66064B2}"/>
                      </a:ext>
                    </a:extLst>
                  </p:cNvPr>
                  <p:cNvCxnSpPr>
                    <a:stCxn id="501" idx="2"/>
                    <a:endCxn id="501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3" name="Straight Connector 502">
                    <a:extLst>
                      <a:ext uri="{FF2B5EF4-FFF2-40B4-BE49-F238E27FC236}">
                        <a16:creationId xmlns:a16="http://schemas.microsoft.com/office/drawing/2014/main" id="{9A64FE9F-5DBD-2EBB-20E0-28F1E51FAB0A}"/>
                      </a:ext>
                    </a:extLst>
                  </p:cNvPr>
                  <p:cNvCxnSpPr>
                    <a:stCxn id="501" idx="0"/>
                    <a:endCxn id="501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90" name="Straight Connector 489">
                  <a:extLst>
                    <a:ext uri="{FF2B5EF4-FFF2-40B4-BE49-F238E27FC236}">
                      <a16:creationId xmlns:a16="http://schemas.microsoft.com/office/drawing/2014/main" id="{CA776610-02F3-D7E7-CA7B-CDFB70114A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1" name="Straight Connector 490">
                  <a:extLst>
                    <a:ext uri="{FF2B5EF4-FFF2-40B4-BE49-F238E27FC236}">
                      <a16:creationId xmlns:a16="http://schemas.microsoft.com/office/drawing/2014/main" id="{EF2C93E8-BC0B-2365-2627-BE72EC884F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2" name="Straight Connector 491">
                  <a:extLst>
                    <a:ext uri="{FF2B5EF4-FFF2-40B4-BE49-F238E27FC236}">
                      <a16:creationId xmlns:a16="http://schemas.microsoft.com/office/drawing/2014/main" id="{F1A8A175-E521-ED2D-789C-3DCB72E662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Straight Connector 492">
                  <a:extLst>
                    <a:ext uri="{FF2B5EF4-FFF2-40B4-BE49-F238E27FC236}">
                      <a16:creationId xmlns:a16="http://schemas.microsoft.com/office/drawing/2014/main" id="{90EA47FB-ADD7-D92D-CEB8-39DACB0BB4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4" name="Straight Connector 493">
                  <a:extLst>
                    <a:ext uri="{FF2B5EF4-FFF2-40B4-BE49-F238E27FC236}">
                      <a16:creationId xmlns:a16="http://schemas.microsoft.com/office/drawing/2014/main" id="{27154159-8A6E-2C21-A5F3-EA79416ED4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Straight Connector 494">
                  <a:extLst>
                    <a:ext uri="{FF2B5EF4-FFF2-40B4-BE49-F238E27FC236}">
                      <a16:creationId xmlns:a16="http://schemas.microsoft.com/office/drawing/2014/main" id="{C5CBE54C-833C-CA1F-350E-03047A7BDF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6" name="Isosceles Triangle 495">
                  <a:extLst>
                    <a:ext uri="{FF2B5EF4-FFF2-40B4-BE49-F238E27FC236}">
                      <a16:creationId xmlns:a16="http://schemas.microsoft.com/office/drawing/2014/main" id="{7C68619C-5797-924F-BC2A-D321F3F59C49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97" name="Straight Connector 496">
                  <a:extLst>
                    <a:ext uri="{FF2B5EF4-FFF2-40B4-BE49-F238E27FC236}">
                      <a16:creationId xmlns:a16="http://schemas.microsoft.com/office/drawing/2014/main" id="{AA40AFA8-575A-0D78-3504-974B156F7878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AA13FB3B-A87A-7E33-DE8D-51D361C3DE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499" name="Isosceles Triangle 498">
                  <a:extLst>
                    <a:ext uri="{FF2B5EF4-FFF2-40B4-BE49-F238E27FC236}">
                      <a16:creationId xmlns:a16="http://schemas.microsoft.com/office/drawing/2014/main" id="{C55F2C70-AB12-C031-3BE8-AD6357B0616F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0" name="Isosceles Triangle 499">
                  <a:extLst>
                    <a:ext uri="{FF2B5EF4-FFF2-40B4-BE49-F238E27FC236}">
                      <a16:creationId xmlns:a16="http://schemas.microsoft.com/office/drawing/2014/main" id="{546B4D47-09C8-8758-51C4-EF38365411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88" name="Isosceles Triangle 487">
                <a:extLst>
                  <a:ext uri="{FF2B5EF4-FFF2-40B4-BE49-F238E27FC236}">
                    <a16:creationId xmlns:a16="http://schemas.microsoft.com/office/drawing/2014/main" id="{DE5C2947-AD25-824B-6735-38778EB68D5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1F334068-99BF-09B5-05E0-CADD37BFCA14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35AA94EA-CF9A-2997-C18C-E765974B86D4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92827853-DEB4-5F99-6C39-1AAD3EAFF276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FEBE7657-8557-5A49-4A56-91ADAF014AF9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34A73E59-5DE2-F87F-FA7A-B0F3D6C3DE01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CE287C5B-3399-4318-CC01-E34807DB9BB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C29BEE1F-5B18-F8E5-9A88-D17AF6911E7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6613F2EE-EF0C-4E70-D2CD-FF8248BBDCB6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4237B7D9-D09B-5CCD-8039-02856C75681B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6AAB770C-E95C-3921-02E2-ECB6DA5E657D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9EC784D2-11E2-C5E6-20EA-DE031043B44B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3C22A96A-8F08-E7BF-F42D-F36AAB3B47BE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DF158904-C574-FE03-9BF7-504CDE4D27C4}"/>
              </a:ext>
            </a:extLst>
          </p:cNvPr>
          <p:cNvGrpSpPr/>
          <p:nvPr/>
        </p:nvGrpSpPr>
        <p:grpSpPr>
          <a:xfrm>
            <a:off x="9475036" y="1899175"/>
            <a:ext cx="3133562" cy="3073298"/>
            <a:chOff x="4711848" y="1897100"/>
            <a:chExt cx="3133562" cy="3073298"/>
          </a:xfrm>
        </p:grpSpPr>
        <p:grpSp>
          <p:nvGrpSpPr>
            <p:cNvPr id="506" name="Group 505">
              <a:extLst>
                <a:ext uri="{FF2B5EF4-FFF2-40B4-BE49-F238E27FC236}">
                  <a16:creationId xmlns:a16="http://schemas.microsoft.com/office/drawing/2014/main" id="{B1545218-4857-BC3C-59FD-EE8E4CB427BA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519" name="Group 518">
                <a:extLst>
                  <a:ext uri="{FF2B5EF4-FFF2-40B4-BE49-F238E27FC236}">
                    <a16:creationId xmlns:a16="http://schemas.microsoft.com/office/drawing/2014/main" id="{7EA81ADD-395F-E7D4-4EFB-4B130636D1CA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521" name="Group 520">
                  <a:extLst>
                    <a:ext uri="{FF2B5EF4-FFF2-40B4-BE49-F238E27FC236}">
                      <a16:creationId xmlns:a16="http://schemas.microsoft.com/office/drawing/2014/main" id="{B756984E-628B-EB82-5BB4-A29CFECFEB0E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533" name="Oval 532">
                    <a:extLst>
                      <a:ext uri="{FF2B5EF4-FFF2-40B4-BE49-F238E27FC236}">
                        <a16:creationId xmlns:a16="http://schemas.microsoft.com/office/drawing/2014/main" id="{586D4A04-91F7-7F8C-8DF3-6142066376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34" name="Straight Connector 533">
                    <a:extLst>
                      <a:ext uri="{FF2B5EF4-FFF2-40B4-BE49-F238E27FC236}">
                        <a16:creationId xmlns:a16="http://schemas.microsoft.com/office/drawing/2014/main" id="{53292C83-AB4F-49A9-642E-3D7535CE4AB2}"/>
                      </a:ext>
                    </a:extLst>
                  </p:cNvPr>
                  <p:cNvCxnSpPr>
                    <a:stCxn id="533" idx="2"/>
                    <a:endCxn id="533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5" name="Straight Connector 534">
                    <a:extLst>
                      <a:ext uri="{FF2B5EF4-FFF2-40B4-BE49-F238E27FC236}">
                        <a16:creationId xmlns:a16="http://schemas.microsoft.com/office/drawing/2014/main" id="{104F6F9E-B1AC-9173-E5F0-A60B50C27172}"/>
                      </a:ext>
                    </a:extLst>
                  </p:cNvPr>
                  <p:cNvCxnSpPr>
                    <a:stCxn id="533" idx="0"/>
                    <a:endCxn id="533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887BA3AF-E9D2-DBAF-DA4C-DB849C456D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3" name="Straight Connector 522">
                  <a:extLst>
                    <a:ext uri="{FF2B5EF4-FFF2-40B4-BE49-F238E27FC236}">
                      <a16:creationId xmlns:a16="http://schemas.microsoft.com/office/drawing/2014/main" id="{C4B08506-94DE-8CFB-03BB-12C58367ED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Straight Connector 523">
                  <a:extLst>
                    <a:ext uri="{FF2B5EF4-FFF2-40B4-BE49-F238E27FC236}">
                      <a16:creationId xmlns:a16="http://schemas.microsoft.com/office/drawing/2014/main" id="{CEDA1A60-1420-1849-020C-EE1680DF26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5" name="Straight Connector 524">
                  <a:extLst>
                    <a:ext uri="{FF2B5EF4-FFF2-40B4-BE49-F238E27FC236}">
                      <a16:creationId xmlns:a16="http://schemas.microsoft.com/office/drawing/2014/main" id="{74B1DFB6-2AD2-14E9-1DBF-A6AF81D07D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Straight Connector 525">
                  <a:extLst>
                    <a:ext uri="{FF2B5EF4-FFF2-40B4-BE49-F238E27FC236}">
                      <a16:creationId xmlns:a16="http://schemas.microsoft.com/office/drawing/2014/main" id="{CFEF32B8-6377-B303-3F9A-F08C560BCD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Straight Connector 526">
                  <a:extLst>
                    <a:ext uri="{FF2B5EF4-FFF2-40B4-BE49-F238E27FC236}">
                      <a16:creationId xmlns:a16="http://schemas.microsoft.com/office/drawing/2014/main" id="{5A3CCBB1-51E8-79F8-B797-90F50F5F60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8" name="Isosceles Triangle 527">
                  <a:extLst>
                    <a:ext uri="{FF2B5EF4-FFF2-40B4-BE49-F238E27FC236}">
                      <a16:creationId xmlns:a16="http://schemas.microsoft.com/office/drawing/2014/main" id="{F5528BF9-FD8C-0CB1-75B5-1C53EF8FF233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752EE737-8059-2CB3-778B-2BE45C08089E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Straight Connector 529">
                  <a:extLst>
                    <a:ext uri="{FF2B5EF4-FFF2-40B4-BE49-F238E27FC236}">
                      <a16:creationId xmlns:a16="http://schemas.microsoft.com/office/drawing/2014/main" id="{556C0A92-B936-8B8C-9C36-B96D534818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531" name="Isosceles Triangle 530">
                  <a:extLst>
                    <a:ext uri="{FF2B5EF4-FFF2-40B4-BE49-F238E27FC236}">
                      <a16:creationId xmlns:a16="http://schemas.microsoft.com/office/drawing/2014/main" id="{69794A9A-14A5-06C4-BCF5-B902001E5981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2" name="Isosceles Triangle 531">
                  <a:extLst>
                    <a:ext uri="{FF2B5EF4-FFF2-40B4-BE49-F238E27FC236}">
                      <a16:creationId xmlns:a16="http://schemas.microsoft.com/office/drawing/2014/main" id="{82D27715-E4EF-C562-EE17-B763383A50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20" name="Isosceles Triangle 519">
                <a:extLst>
                  <a:ext uri="{FF2B5EF4-FFF2-40B4-BE49-F238E27FC236}">
                    <a16:creationId xmlns:a16="http://schemas.microsoft.com/office/drawing/2014/main" id="{9EC365BF-8C3F-0117-00F7-0A4912FCDCB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949D1110-4115-60FA-A54E-83EB35F61036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3C4EECE6-429E-B80C-875E-EBD47DF92B9C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A08D9574-3FC0-36BF-A6DC-7B7797C79F12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273CA153-C718-A186-32BA-6104D46F7486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8B95C948-B864-C00C-820E-FE87C3F5F03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0A1C56EE-E69C-A7A9-6EBF-7B8CDE132B6E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22895F36-668C-F665-00FE-7D3F9FAD5538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CA73424C-A565-751B-8B11-5924B169316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D1F46C20-69EF-39A4-4A0A-B4F9FA5C3000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ECEC57B0-D2E1-13EC-FCFC-6307A4D7D6C7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BE3BF94E-EC64-F7E0-99D4-469092DF83B0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70D5A4AE-276D-DB44-7448-1C7CD9C37D6E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6" name="Rectangle 535">
            <a:extLst>
              <a:ext uri="{FF2B5EF4-FFF2-40B4-BE49-F238E27FC236}">
                <a16:creationId xmlns:a16="http://schemas.microsoft.com/office/drawing/2014/main" id="{ABEED711-23B0-3A35-DAB4-4220C27EC2FB}"/>
              </a:ext>
            </a:extLst>
          </p:cNvPr>
          <p:cNvSpPr/>
          <p:nvPr/>
        </p:nvSpPr>
        <p:spPr>
          <a:xfrm>
            <a:off x="2654092" y="2509838"/>
            <a:ext cx="7228096" cy="185261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84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5442A-F72E-1F6B-03A7-F26285368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D7940AAC-59CA-60AE-191B-864D319A800A}"/>
              </a:ext>
            </a:extLst>
          </p:cNvPr>
          <p:cNvSpPr txBox="1"/>
          <p:nvPr/>
        </p:nvSpPr>
        <p:spPr>
          <a:xfrm>
            <a:off x="276775" y="373802"/>
            <a:ext cx="237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 Three Proportions</a:t>
            </a: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7D2A4844-042B-8879-F970-A062DF218AA2}"/>
              </a:ext>
            </a:extLst>
          </p:cNvPr>
          <p:cNvCxnSpPr>
            <a:cxnSpLocks/>
          </p:cNvCxnSpPr>
          <p:nvPr/>
        </p:nvCxnSpPr>
        <p:spPr>
          <a:xfrm>
            <a:off x="5754897" y="2572050"/>
            <a:ext cx="1006121" cy="0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DBD3DCC5-80E4-B822-BB35-218A73223C7F}"/>
              </a:ext>
            </a:extLst>
          </p:cNvPr>
          <p:cNvCxnSpPr>
            <a:cxnSpLocks/>
          </p:cNvCxnSpPr>
          <p:nvPr/>
        </p:nvCxnSpPr>
        <p:spPr>
          <a:xfrm>
            <a:off x="5754897" y="4303686"/>
            <a:ext cx="1006121" cy="0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2DA1F16F-D286-AA78-1DD4-2AD5136172E8}"/>
              </a:ext>
            </a:extLst>
          </p:cNvPr>
          <p:cNvCxnSpPr>
            <a:cxnSpLocks/>
          </p:cNvCxnSpPr>
          <p:nvPr/>
        </p:nvCxnSpPr>
        <p:spPr>
          <a:xfrm rot="3600000">
            <a:off x="6513347" y="3009092"/>
            <a:ext cx="1006121" cy="0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CA509B35-4F90-F306-97AE-988A4F2E796F}"/>
              </a:ext>
            </a:extLst>
          </p:cNvPr>
          <p:cNvCxnSpPr>
            <a:cxnSpLocks/>
          </p:cNvCxnSpPr>
          <p:nvPr/>
        </p:nvCxnSpPr>
        <p:spPr>
          <a:xfrm rot="3600000">
            <a:off x="5007648" y="3875782"/>
            <a:ext cx="1006121" cy="0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256CD57-F3C1-9FBF-A1D1-494A28E016B6}"/>
              </a:ext>
            </a:extLst>
          </p:cNvPr>
          <p:cNvCxnSpPr>
            <a:cxnSpLocks/>
          </p:cNvCxnSpPr>
          <p:nvPr/>
        </p:nvCxnSpPr>
        <p:spPr>
          <a:xfrm rot="7200000">
            <a:off x="6507372" y="3879087"/>
            <a:ext cx="1006121" cy="0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721B55F4-E055-E81B-C9CD-69AABE143EF1}"/>
              </a:ext>
            </a:extLst>
          </p:cNvPr>
          <p:cNvCxnSpPr>
            <a:cxnSpLocks/>
          </p:cNvCxnSpPr>
          <p:nvPr/>
        </p:nvCxnSpPr>
        <p:spPr>
          <a:xfrm rot="7200000">
            <a:off x="5005636" y="3005751"/>
            <a:ext cx="1006121" cy="0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F1B959-0B01-DA6E-73ED-D500530A7A67}"/>
              </a:ext>
            </a:extLst>
          </p:cNvPr>
          <p:cNvCxnSpPr>
            <a:cxnSpLocks/>
          </p:cNvCxnSpPr>
          <p:nvPr/>
        </p:nvCxnSpPr>
        <p:spPr>
          <a:xfrm>
            <a:off x="6014824" y="3578813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CF5E7DA9-2EAC-547F-8679-979A1B328209}"/>
              </a:ext>
            </a:extLst>
          </p:cNvPr>
          <p:cNvCxnSpPr>
            <a:cxnSpLocks/>
          </p:cNvCxnSpPr>
          <p:nvPr/>
        </p:nvCxnSpPr>
        <p:spPr>
          <a:xfrm>
            <a:off x="6515571" y="3587334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04EBD564-C2C0-AF6B-7DDC-58C9EF3B9D52}"/>
              </a:ext>
            </a:extLst>
          </p:cNvPr>
          <p:cNvCxnSpPr>
            <a:cxnSpLocks/>
          </p:cNvCxnSpPr>
          <p:nvPr/>
        </p:nvCxnSpPr>
        <p:spPr>
          <a:xfrm>
            <a:off x="6515571" y="1905956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51B5D49C-8B24-68BA-3E77-C7B0D0009DE4}"/>
              </a:ext>
            </a:extLst>
          </p:cNvPr>
          <p:cNvCxnSpPr>
            <a:cxnSpLocks/>
          </p:cNvCxnSpPr>
          <p:nvPr/>
        </p:nvCxnSpPr>
        <p:spPr>
          <a:xfrm>
            <a:off x="6014824" y="1903924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04B73D6A-4B12-9F5D-11C0-1E3D8CED32AB}"/>
              </a:ext>
            </a:extLst>
          </p:cNvPr>
          <p:cNvCxnSpPr>
            <a:cxnSpLocks/>
          </p:cNvCxnSpPr>
          <p:nvPr/>
        </p:nvCxnSpPr>
        <p:spPr>
          <a:xfrm rot="3600000">
            <a:off x="6858874" y="2111914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2266B488-44DC-B8C6-BBAD-A602D6F5A3D1}"/>
              </a:ext>
            </a:extLst>
          </p:cNvPr>
          <p:cNvCxnSpPr>
            <a:cxnSpLocks/>
          </p:cNvCxnSpPr>
          <p:nvPr/>
        </p:nvCxnSpPr>
        <p:spPr>
          <a:xfrm rot="3600000">
            <a:off x="7120081" y="2545237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22BB90B0-EABA-AA4B-4538-3FDA09D88FD3}"/>
              </a:ext>
            </a:extLst>
          </p:cNvPr>
          <p:cNvCxnSpPr>
            <a:cxnSpLocks/>
          </p:cNvCxnSpPr>
          <p:nvPr/>
        </p:nvCxnSpPr>
        <p:spPr>
          <a:xfrm rot="3600000">
            <a:off x="5670297" y="3383320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74342047-0DFF-422D-1290-26EE7FFF46F3}"/>
              </a:ext>
            </a:extLst>
          </p:cNvPr>
          <p:cNvCxnSpPr>
            <a:cxnSpLocks/>
          </p:cNvCxnSpPr>
          <p:nvPr/>
        </p:nvCxnSpPr>
        <p:spPr>
          <a:xfrm rot="3600000">
            <a:off x="5407953" y="2949974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CAE3C32B-7955-B2C3-3D8B-D57ED5B9D58B}"/>
              </a:ext>
            </a:extLst>
          </p:cNvPr>
          <p:cNvCxnSpPr>
            <a:cxnSpLocks/>
          </p:cNvCxnSpPr>
          <p:nvPr/>
        </p:nvCxnSpPr>
        <p:spPr>
          <a:xfrm rot="7200000">
            <a:off x="7127394" y="2933675"/>
            <a:ext cx="0" cy="1436032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D078684E-7DC9-ED34-4464-4E995CB977FF}"/>
              </a:ext>
            </a:extLst>
          </p:cNvPr>
          <p:cNvCxnSpPr>
            <a:cxnSpLocks/>
          </p:cNvCxnSpPr>
          <p:nvPr/>
        </p:nvCxnSpPr>
        <p:spPr>
          <a:xfrm rot="7200000">
            <a:off x="6893957" y="3374128"/>
            <a:ext cx="0" cy="1436032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89930E5D-9777-340D-1539-DCD593BF4E86}"/>
              </a:ext>
            </a:extLst>
          </p:cNvPr>
          <p:cNvCxnSpPr>
            <a:cxnSpLocks/>
          </p:cNvCxnSpPr>
          <p:nvPr/>
        </p:nvCxnSpPr>
        <p:spPr>
          <a:xfrm rot="7200000">
            <a:off x="5660262" y="2108319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B9297127-DCEE-E6F5-E150-A14D0AAF2A0F}"/>
              </a:ext>
            </a:extLst>
          </p:cNvPr>
          <p:cNvCxnSpPr>
            <a:cxnSpLocks/>
          </p:cNvCxnSpPr>
          <p:nvPr/>
        </p:nvCxnSpPr>
        <p:spPr>
          <a:xfrm rot="7200000">
            <a:off x="5406792" y="2536763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A01BD6C-C4B3-4897-707A-E4D6D2D4606F}"/>
              </a:ext>
            </a:extLst>
          </p:cNvPr>
          <p:cNvCxnSpPr>
            <a:cxnSpLocks/>
          </p:cNvCxnSpPr>
          <p:nvPr/>
        </p:nvCxnSpPr>
        <p:spPr>
          <a:xfrm>
            <a:off x="8137344" y="2569494"/>
            <a:ext cx="1006121" cy="0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2DE751-8F06-8CCB-0BE8-54899CC043EF}"/>
              </a:ext>
            </a:extLst>
          </p:cNvPr>
          <p:cNvCxnSpPr>
            <a:cxnSpLocks/>
          </p:cNvCxnSpPr>
          <p:nvPr/>
        </p:nvCxnSpPr>
        <p:spPr>
          <a:xfrm>
            <a:off x="8137344" y="4301130"/>
            <a:ext cx="1006121" cy="0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A7496D7-4A13-719B-014D-9666C74F3930}"/>
              </a:ext>
            </a:extLst>
          </p:cNvPr>
          <p:cNvCxnSpPr>
            <a:cxnSpLocks/>
          </p:cNvCxnSpPr>
          <p:nvPr/>
        </p:nvCxnSpPr>
        <p:spPr>
          <a:xfrm rot="3600000">
            <a:off x="8895794" y="3006536"/>
            <a:ext cx="1006121" cy="0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CEB049A-DF71-8983-0C98-76366DC3C87F}"/>
              </a:ext>
            </a:extLst>
          </p:cNvPr>
          <p:cNvCxnSpPr>
            <a:cxnSpLocks/>
          </p:cNvCxnSpPr>
          <p:nvPr/>
        </p:nvCxnSpPr>
        <p:spPr>
          <a:xfrm rot="3600000">
            <a:off x="7390095" y="3873226"/>
            <a:ext cx="1006121" cy="0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4DE9352-5D15-F778-2F0A-1A1C7A9733E5}"/>
              </a:ext>
            </a:extLst>
          </p:cNvPr>
          <p:cNvCxnSpPr>
            <a:cxnSpLocks/>
          </p:cNvCxnSpPr>
          <p:nvPr/>
        </p:nvCxnSpPr>
        <p:spPr>
          <a:xfrm rot="7200000">
            <a:off x="8889819" y="3876531"/>
            <a:ext cx="1006121" cy="0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B1B50B-BE31-A8E8-0A9C-0C0EBBB9C094}"/>
              </a:ext>
            </a:extLst>
          </p:cNvPr>
          <p:cNvCxnSpPr>
            <a:cxnSpLocks/>
          </p:cNvCxnSpPr>
          <p:nvPr/>
        </p:nvCxnSpPr>
        <p:spPr>
          <a:xfrm rot="7200000">
            <a:off x="7388083" y="3003195"/>
            <a:ext cx="1006121" cy="0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084945-0E3F-B5A4-60D8-B37653A855E2}"/>
              </a:ext>
            </a:extLst>
          </p:cNvPr>
          <p:cNvCxnSpPr>
            <a:cxnSpLocks/>
          </p:cNvCxnSpPr>
          <p:nvPr/>
        </p:nvCxnSpPr>
        <p:spPr>
          <a:xfrm>
            <a:off x="8397271" y="3576257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F70C2F-53F5-24F4-863C-E1462E139C3D}"/>
              </a:ext>
            </a:extLst>
          </p:cNvPr>
          <p:cNvCxnSpPr>
            <a:cxnSpLocks/>
          </p:cNvCxnSpPr>
          <p:nvPr/>
        </p:nvCxnSpPr>
        <p:spPr>
          <a:xfrm>
            <a:off x="8898018" y="3584778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500AC1-DA04-2654-7DFF-8EA4EFC07F61}"/>
              </a:ext>
            </a:extLst>
          </p:cNvPr>
          <p:cNvCxnSpPr>
            <a:cxnSpLocks/>
          </p:cNvCxnSpPr>
          <p:nvPr/>
        </p:nvCxnSpPr>
        <p:spPr>
          <a:xfrm>
            <a:off x="8898018" y="1903400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19DF7B-2D47-D42A-6098-3608CD00A071}"/>
              </a:ext>
            </a:extLst>
          </p:cNvPr>
          <p:cNvCxnSpPr>
            <a:cxnSpLocks/>
          </p:cNvCxnSpPr>
          <p:nvPr/>
        </p:nvCxnSpPr>
        <p:spPr>
          <a:xfrm>
            <a:off x="8397271" y="1901368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BF4E90-EECC-67BF-98DC-4D89A0880A2D}"/>
              </a:ext>
            </a:extLst>
          </p:cNvPr>
          <p:cNvCxnSpPr>
            <a:cxnSpLocks/>
          </p:cNvCxnSpPr>
          <p:nvPr/>
        </p:nvCxnSpPr>
        <p:spPr>
          <a:xfrm rot="3600000">
            <a:off x="9241321" y="2109358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C231A8-9EE0-49EC-EAE8-CCE1868173DE}"/>
              </a:ext>
            </a:extLst>
          </p:cNvPr>
          <p:cNvCxnSpPr>
            <a:cxnSpLocks/>
          </p:cNvCxnSpPr>
          <p:nvPr/>
        </p:nvCxnSpPr>
        <p:spPr>
          <a:xfrm rot="3600000">
            <a:off x="9502528" y="2542681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1A0700-95C3-803D-D081-AA0A4DAEE2AE}"/>
              </a:ext>
            </a:extLst>
          </p:cNvPr>
          <p:cNvCxnSpPr>
            <a:cxnSpLocks/>
          </p:cNvCxnSpPr>
          <p:nvPr/>
        </p:nvCxnSpPr>
        <p:spPr>
          <a:xfrm rot="3600000">
            <a:off x="8052744" y="3380764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FCD3CA-6F6B-9871-3138-6ADEA9696B51}"/>
              </a:ext>
            </a:extLst>
          </p:cNvPr>
          <p:cNvCxnSpPr>
            <a:cxnSpLocks/>
          </p:cNvCxnSpPr>
          <p:nvPr/>
        </p:nvCxnSpPr>
        <p:spPr>
          <a:xfrm rot="3600000">
            <a:off x="7790400" y="2947418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0BF884-D077-ADA8-F275-7A9A55E39955}"/>
              </a:ext>
            </a:extLst>
          </p:cNvPr>
          <p:cNvCxnSpPr>
            <a:cxnSpLocks/>
          </p:cNvCxnSpPr>
          <p:nvPr/>
        </p:nvCxnSpPr>
        <p:spPr>
          <a:xfrm rot="7200000">
            <a:off x="9509841" y="2931119"/>
            <a:ext cx="0" cy="1436032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48D1B7-1EE4-CCAD-5D2D-59C90CB6629C}"/>
              </a:ext>
            </a:extLst>
          </p:cNvPr>
          <p:cNvCxnSpPr>
            <a:cxnSpLocks/>
          </p:cNvCxnSpPr>
          <p:nvPr/>
        </p:nvCxnSpPr>
        <p:spPr>
          <a:xfrm rot="7200000">
            <a:off x="9276404" y="3371572"/>
            <a:ext cx="0" cy="1436032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9EC8730-B187-93BC-2169-3AE7AF5D006E}"/>
              </a:ext>
            </a:extLst>
          </p:cNvPr>
          <p:cNvCxnSpPr>
            <a:cxnSpLocks/>
          </p:cNvCxnSpPr>
          <p:nvPr/>
        </p:nvCxnSpPr>
        <p:spPr>
          <a:xfrm rot="7200000">
            <a:off x="8042709" y="2105763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033704-C53B-C2D7-CA11-D5C9D1BA65B7}"/>
              </a:ext>
            </a:extLst>
          </p:cNvPr>
          <p:cNvCxnSpPr>
            <a:cxnSpLocks/>
          </p:cNvCxnSpPr>
          <p:nvPr/>
        </p:nvCxnSpPr>
        <p:spPr>
          <a:xfrm rot="7200000">
            <a:off x="7789239" y="2534207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8D48AE9F-B029-E227-2177-57A2A0567D91}"/>
              </a:ext>
            </a:extLst>
          </p:cNvPr>
          <p:cNvSpPr>
            <a:spLocks noChangeAspect="1"/>
          </p:cNvSpPr>
          <p:nvPr/>
        </p:nvSpPr>
        <p:spPr>
          <a:xfrm rot="12600000">
            <a:off x="6952642" y="1123812"/>
            <a:ext cx="868680" cy="752149"/>
          </a:xfrm>
          <a:prstGeom prst="triangle">
            <a:avLst>
              <a:gd name="adj" fmla="val 49944"/>
            </a:avLst>
          </a:prstGeom>
          <a:ln w="152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FDE748B-50B8-1D0D-FB3C-419D33046299}"/>
              </a:ext>
            </a:extLst>
          </p:cNvPr>
          <p:cNvCxnSpPr>
            <a:cxnSpLocks/>
          </p:cNvCxnSpPr>
          <p:nvPr/>
        </p:nvCxnSpPr>
        <p:spPr>
          <a:xfrm>
            <a:off x="7197749" y="1526141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1B6D2EF-868B-3282-CE91-B246E717043B}"/>
              </a:ext>
            </a:extLst>
          </p:cNvPr>
          <p:cNvCxnSpPr>
            <a:cxnSpLocks/>
          </p:cNvCxnSpPr>
          <p:nvPr/>
        </p:nvCxnSpPr>
        <p:spPr>
          <a:xfrm>
            <a:off x="7698496" y="1534662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0E54FCA-89C4-1666-DC34-B1C36CA0FDE0}"/>
              </a:ext>
            </a:extLst>
          </p:cNvPr>
          <p:cNvCxnSpPr>
            <a:cxnSpLocks/>
          </p:cNvCxnSpPr>
          <p:nvPr/>
        </p:nvCxnSpPr>
        <p:spPr>
          <a:xfrm>
            <a:off x="7698496" y="-146716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20AF9A0-75D0-A7F8-F706-0667FA611370}"/>
              </a:ext>
            </a:extLst>
          </p:cNvPr>
          <p:cNvCxnSpPr>
            <a:cxnSpLocks/>
          </p:cNvCxnSpPr>
          <p:nvPr/>
        </p:nvCxnSpPr>
        <p:spPr>
          <a:xfrm>
            <a:off x="7197749" y="-148748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D2AE81-DB9F-0A25-3F77-E94ABA6BDA5D}"/>
              </a:ext>
            </a:extLst>
          </p:cNvPr>
          <p:cNvCxnSpPr>
            <a:cxnSpLocks/>
          </p:cNvCxnSpPr>
          <p:nvPr/>
        </p:nvCxnSpPr>
        <p:spPr>
          <a:xfrm rot="3600000">
            <a:off x="8041799" y="59242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01BD143-48DA-5763-DC40-9E25D8943DE7}"/>
              </a:ext>
            </a:extLst>
          </p:cNvPr>
          <p:cNvCxnSpPr>
            <a:cxnSpLocks/>
          </p:cNvCxnSpPr>
          <p:nvPr/>
        </p:nvCxnSpPr>
        <p:spPr>
          <a:xfrm rot="3600000">
            <a:off x="8303006" y="492565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76D1815-A65B-A041-2B84-352E8EBE9CB8}"/>
              </a:ext>
            </a:extLst>
          </p:cNvPr>
          <p:cNvCxnSpPr>
            <a:cxnSpLocks/>
          </p:cNvCxnSpPr>
          <p:nvPr/>
        </p:nvCxnSpPr>
        <p:spPr>
          <a:xfrm rot="3600000">
            <a:off x="6853222" y="1330648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C98680-612B-D8D2-AAA2-E5796949F15F}"/>
              </a:ext>
            </a:extLst>
          </p:cNvPr>
          <p:cNvCxnSpPr>
            <a:cxnSpLocks/>
          </p:cNvCxnSpPr>
          <p:nvPr/>
        </p:nvCxnSpPr>
        <p:spPr>
          <a:xfrm rot="3600000">
            <a:off x="6590878" y="897302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F9BE02D-0DE5-F225-70B5-96A6973B0F4E}"/>
              </a:ext>
            </a:extLst>
          </p:cNvPr>
          <p:cNvCxnSpPr>
            <a:cxnSpLocks/>
          </p:cNvCxnSpPr>
          <p:nvPr/>
        </p:nvCxnSpPr>
        <p:spPr>
          <a:xfrm rot="7200000">
            <a:off x="8310319" y="881003"/>
            <a:ext cx="0" cy="1436032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94BD2F2-0126-6ED6-AC59-AA56409E0CC8}"/>
              </a:ext>
            </a:extLst>
          </p:cNvPr>
          <p:cNvCxnSpPr>
            <a:cxnSpLocks/>
          </p:cNvCxnSpPr>
          <p:nvPr/>
        </p:nvCxnSpPr>
        <p:spPr>
          <a:xfrm rot="7200000">
            <a:off x="8076882" y="1321456"/>
            <a:ext cx="0" cy="1436032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97B5553-B852-2287-8091-40F1BAAB96C2}"/>
              </a:ext>
            </a:extLst>
          </p:cNvPr>
          <p:cNvCxnSpPr>
            <a:cxnSpLocks/>
          </p:cNvCxnSpPr>
          <p:nvPr/>
        </p:nvCxnSpPr>
        <p:spPr>
          <a:xfrm rot="7200000">
            <a:off x="6843187" y="55647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D09A658-BAEA-529D-3371-CB1813D9CF20}"/>
              </a:ext>
            </a:extLst>
          </p:cNvPr>
          <p:cNvCxnSpPr>
            <a:cxnSpLocks/>
          </p:cNvCxnSpPr>
          <p:nvPr/>
        </p:nvCxnSpPr>
        <p:spPr>
          <a:xfrm rot="7200000">
            <a:off x="6589717" y="484091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04F031E-E933-0C68-2EBA-126616EEF20A}"/>
              </a:ext>
            </a:extLst>
          </p:cNvPr>
          <p:cNvGrpSpPr/>
          <p:nvPr/>
        </p:nvGrpSpPr>
        <p:grpSpPr>
          <a:xfrm>
            <a:off x="3514146" y="-149872"/>
            <a:ext cx="3133562" cy="3073298"/>
            <a:chOff x="4711848" y="1897100"/>
            <a:chExt cx="3133562" cy="3073298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5E3028EF-E15F-66B3-D94D-E6E6C3286157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00E5E03A-15B0-68A9-E525-80B10746B256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BA06A04E-56C5-8687-CC65-5FCA745766BA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164" name="Oval 163">
                    <a:extLst>
                      <a:ext uri="{FF2B5EF4-FFF2-40B4-BE49-F238E27FC236}">
                        <a16:creationId xmlns:a16="http://schemas.microsoft.com/office/drawing/2014/main" id="{8B0C1A74-599D-2773-9BE7-3585CDD5484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8F004C6B-9064-836D-D556-744AF801E0D2}"/>
                      </a:ext>
                    </a:extLst>
                  </p:cNvPr>
                  <p:cNvCxnSpPr>
                    <a:cxnSpLocks/>
                    <a:stCxn id="164" idx="2"/>
                    <a:endCxn id="164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0F4DF973-C0D1-3778-0EC5-2772EEB434CA}"/>
                      </a:ext>
                    </a:extLst>
                  </p:cNvPr>
                  <p:cNvCxnSpPr>
                    <a:cxnSpLocks/>
                    <a:stCxn id="164" idx="0"/>
                    <a:endCxn id="164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D0F8A540-1BFC-4335-9AF5-F56457DEAF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FFE62444-317A-D3BB-DF64-E7BA11DC28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0FC28B1D-9967-D241-C3EA-FC2DCA27A4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BA295160-0D68-5AF5-38DC-BDA6AE6916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82222603-C765-B28C-8DA0-2DB345F7B7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64ACAE63-9954-AF96-8E75-34365C41CA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Isosceles Triangle 158">
                  <a:extLst>
                    <a:ext uri="{FF2B5EF4-FFF2-40B4-BE49-F238E27FC236}">
                      <a16:creationId xmlns:a16="http://schemas.microsoft.com/office/drawing/2014/main" id="{4E0BE793-499E-9F08-7FA8-5894BD9B0222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C2F6A9DC-711F-4CDD-5B52-7B2CB5B13C60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088DD14B-B973-6164-3E8A-590D7993D3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162" name="Isosceles Triangle 161">
                  <a:extLst>
                    <a:ext uri="{FF2B5EF4-FFF2-40B4-BE49-F238E27FC236}">
                      <a16:creationId xmlns:a16="http://schemas.microsoft.com/office/drawing/2014/main" id="{0C9A8449-6A69-5893-1B57-3A57A8F3EDE7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Isosceles Triangle 162">
                  <a:extLst>
                    <a:ext uri="{FF2B5EF4-FFF2-40B4-BE49-F238E27FC236}">
                      <a16:creationId xmlns:a16="http://schemas.microsoft.com/office/drawing/2014/main" id="{7FA8DA3F-F0F9-E4BA-0B98-BF1B58BBD2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1" name="Isosceles Triangle 150">
                <a:extLst>
                  <a:ext uri="{FF2B5EF4-FFF2-40B4-BE49-F238E27FC236}">
                    <a16:creationId xmlns:a16="http://schemas.microsoft.com/office/drawing/2014/main" id="{B0E17131-6A32-3C58-D299-F213B3B3D2C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B3C7E96-09A8-C78F-77C2-95FF7053D484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2F18BC92-AE5F-1A46-A8DE-219063643ECC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4BB949B-158B-AC51-0468-A27DD8F81DBE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8F461CF-0666-5550-9EC9-822230C5CD12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127A3E22-978F-2F35-1591-CD70D2C45F3F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A5E0684-B5AC-BE4C-1B9F-6A071EBD14B7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E6FC397-B494-709A-D55C-FDF8BBFB0FE7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3CB3B0D-9CEC-1274-3A91-9647961F342E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8CB3FBA-CAEF-DE24-EEA2-41B236854941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A6D09EF-D432-D424-A2CE-526FF01BCAC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95E5BB32-ABEB-F5AB-F71C-18100C725A02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295D0C45-B631-7F77-AEA2-102A3AD38B4C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23EE233C-BADA-41DC-3E6C-FF214BD01260}"/>
              </a:ext>
            </a:extLst>
          </p:cNvPr>
          <p:cNvGrpSpPr/>
          <p:nvPr/>
        </p:nvGrpSpPr>
        <p:grpSpPr>
          <a:xfrm>
            <a:off x="2320796" y="1901368"/>
            <a:ext cx="3133562" cy="3073298"/>
            <a:chOff x="4711848" y="1897100"/>
            <a:chExt cx="3133562" cy="3073298"/>
          </a:xfrm>
        </p:grpSpPr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5FCFC492-6E92-B1F4-8A4B-D2FC6F80D9E5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F582AEE7-D79C-CF66-C208-D9D5EE275DEA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189" name="Group 188">
                  <a:extLst>
                    <a:ext uri="{FF2B5EF4-FFF2-40B4-BE49-F238E27FC236}">
                      <a16:creationId xmlns:a16="http://schemas.microsoft.com/office/drawing/2014/main" id="{C80FBF85-644F-9BC1-BDBC-1034D842C2C0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203" name="Oval 202">
                    <a:extLst>
                      <a:ext uri="{FF2B5EF4-FFF2-40B4-BE49-F238E27FC236}">
                        <a16:creationId xmlns:a16="http://schemas.microsoft.com/office/drawing/2014/main" id="{427EBDE4-B78B-28DD-A38E-321F60722AF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05" name="Straight Connector 204">
                    <a:extLst>
                      <a:ext uri="{FF2B5EF4-FFF2-40B4-BE49-F238E27FC236}">
                        <a16:creationId xmlns:a16="http://schemas.microsoft.com/office/drawing/2014/main" id="{4D78DA67-BC7C-F9B1-B594-3F3ABD4B3BE4}"/>
                      </a:ext>
                    </a:extLst>
                  </p:cNvPr>
                  <p:cNvCxnSpPr>
                    <a:cxnSpLocks/>
                    <a:stCxn id="203" idx="2"/>
                    <a:endCxn id="203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>
                    <a:extLst>
                      <a:ext uri="{FF2B5EF4-FFF2-40B4-BE49-F238E27FC236}">
                        <a16:creationId xmlns:a16="http://schemas.microsoft.com/office/drawing/2014/main" id="{172FFDF0-D810-0DBB-2D83-F70D809E051C}"/>
                      </a:ext>
                    </a:extLst>
                  </p:cNvPr>
                  <p:cNvCxnSpPr>
                    <a:cxnSpLocks/>
                    <a:stCxn id="203" idx="0"/>
                    <a:endCxn id="203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F5B7F8B8-B4FC-5924-9ED8-9068962178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7684BA1C-821C-ED1C-2295-30F075B2AD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69B0BA00-69F8-DDAD-3BE3-735C0BCEF6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CD83340A-30EA-12EB-1104-0471E201C6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E3C55397-29EE-5A06-C79A-3E6491D61F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BEEFE12A-9CAB-D8CC-DEAF-EC9AE612DB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6" name="Isosceles Triangle 195">
                  <a:extLst>
                    <a:ext uri="{FF2B5EF4-FFF2-40B4-BE49-F238E27FC236}">
                      <a16:creationId xmlns:a16="http://schemas.microsoft.com/office/drawing/2014/main" id="{2C3FCFE7-2D3C-545A-607A-76789DED705C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455EDFC0-8290-495C-C03D-B3E1F1424566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FB3C7FC6-41B5-D1D4-E74A-A0F65F5153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199" name="Isosceles Triangle 198">
                  <a:extLst>
                    <a:ext uri="{FF2B5EF4-FFF2-40B4-BE49-F238E27FC236}">
                      <a16:creationId xmlns:a16="http://schemas.microsoft.com/office/drawing/2014/main" id="{12BB6A14-3544-58E4-7C3E-7F9B262B14AC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Isosceles Triangle 200">
                  <a:extLst>
                    <a:ext uri="{FF2B5EF4-FFF2-40B4-BE49-F238E27FC236}">
                      <a16:creationId xmlns:a16="http://schemas.microsoft.com/office/drawing/2014/main" id="{0910C2C8-AF12-676D-CB3F-2C47423F664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8" name="Isosceles Triangle 187">
                <a:extLst>
                  <a:ext uri="{FF2B5EF4-FFF2-40B4-BE49-F238E27FC236}">
                    <a16:creationId xmlns:a16="http://schemas.microsoft.com/office/drawing/2014/main" id="{AD591647-E83B-1AB6-9B58-8C60E2030E6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E1337A0D-23E8-B0F4-AB53-388A7E2D1677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B7EC59BE-ADF4-EF28-08C5-7D5AD6A53451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69A2B8AB-C156-EC35-DDC1-40E8E9F7E7DF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429D50F0-DDF3-8533-5CA1-FF65BB79D938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3C191C8-EFB5-3F33-B1F8-379E1C6C35C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EC5AF4C-2451-C719-08A6-40DC3BBFE84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F5721BB-1478-BC70-6277-1132711DDAEE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EFCF90C5-D7E7-8BFB-4B2D-3E152BE46123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9024EDD4-F5A7-178C-4891-2FAD9C03700B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3B1F63D1-BCE5-B872-2F5E-FBDCA7D7CC0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A9096C8A-17EA-5398-09B5-763686FDF04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B884565F-79CB-82D4-BFDD-9B16EBF71D7B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333FC35F-E8A8-F983-2838-FEE3F9EF2F4B}"/>
              </a:ext>
            </a:extLst>
          </p:cNvPr>
          <p:cNvGrpSpPr/>
          <p:nvPr/>
        </p:nvGrpSpPr>
        <p:grpSpPr>
          <a:xfrm>
            <a:off x="1144512" y="3956280"/>
            <a:ext cx="3133562" cy="3073298"/>
            <a:chOff x="4711848" y="1897100"/>
            <a:chExt cx="3133562" cy="3073298"/>
          </a:xfrm>
        </p:grpSpPr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4E62239C-72E6-BC5C-CB57-C5BBAE821EB9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8A66C546-F263-D851-9750-51AB62E496A5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225" name="Group 224">
                  <a:extLst>
                    <a:ext uri="{FF2B5EF4-FFF2-40B4-BE49-F238E27FC236}">
                      <a16:creationId xmlns:a16="http://schemas.microsoft.com/office/drawing/2014/main" id="{D9C63AC9-3D45-149F-4F54-4F2E428FBE10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239" name="Oval 238">
                    <a:extLst>
                      <a:ext uri="{FF2B5EF4-FFF2-40B4-BE49-F238E27FC236}">
                        <a16:creationId xmlns:a16="http://schemas.microsoft.com/office/drawing/2014/main" id="{B80C70AC-D668-DA6B-172B-B635AD7F13A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967F367A-ED2C-F136-6C91-4CDE02C682EA}"/>
                      </a:ext>
                    </a:extLst>
                  </p:cNvPr>
                  <p:cNvCxnSpPr>
                    <a:stCxn id="239" idx="2"/>
                    <a:endCxn id="239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Straight Connector 240">
                    <a:extLst>
                      <a:ext uri="{FF2B5EF4-FFF2-40B4-BE49-F238E27FC236}">
                        <a16:creationId xmlns:a16="http://schemas.microsoft.com/office/drawing/2014/main" id="{D5FC8E15-B708-4628-1FBE-43A4A60C2F34}"/>
                      </a:ext>
                    </a:extLst>
                  </p:cNvPr>
                  <p:cNvCxnSpPr>
                    <a:stCxn id="239" idx="0"/>
                    <a:endCxn id="239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6FBD37AF-553E-E33F-4EEB-298A92F790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3DB1FD9B-5427-5236-816E-D1DAB973A3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C8AF1777-EDA0-943E-B553-5DF1A981D3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1CD557B2-630D-3DF9-B56C-4830A39306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0F1A007B-3191-8140-6BE1-CBD3FCDB64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0077F4BD-7710-66AD-E1CB-98DCCA29B5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2" name="Isosceles Triangle 231">
                  <a:extLst>
                    <a:ext uri="{FF2B5EF4-FFF2-40B4-BE49-F238E27FC236}">
                      <a16:creationId xmlns:a16="http://schemas.microsoft.com/office/drawing/2014/main" id="{45D01E4C-85C3-7993-AD93-70B3AEDA4AEB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E4F54B0B-0ACF-593F-15DB-BDFEDBB92B0D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6C5328F9-1316-FE04-EE93-0A7A0C468F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237" name="Isosceles Triangle 236">
                  <a:extLst>
                    <a:ext uri="{FF2B5EF4-FFF2-40B4-BE49-F238E27FC236}">
                      <a16:creationId xmlns:a16="http://schemas.microsoft.com/office/drawing/2014/main" id="{AFF20384-A6AA-2B5C-3E81-0A165862F6C9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8" name="Isosceles Triangle 237">
                  <a:extLst>
                    <a:ext uri="{FF2B5EF4-FFF2-40B4-BE49-F238E27FC236}">
                      <a16:creationId xmlns:a16="http://schemas.microsoft.com/office/drawing/2014/main" id="{0850369D-8466-C1BD-B0D9-E1ACA62F5DC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4" name="Isosceles Triangle 223">
                <a:extLst>
                  <a:ext uri="{FF2B5EF4-FFF2-40B4-BE49-F238E27FC236}">
                    <a16:creationId xmlns:a16="http://schemas.microsoft.com/office/drawing/2014/main" id="{D5757C8F-F4F4-2945-A94F-3CB47292088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08255224-63C3-7E96-E4ED-3DD99766DBCE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4AFCFE2-6779-3741-58F2-C5EA0790D571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9189CD4E-31C8-7AEC-377A-A4B3B59FE7F2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D433E1FF-56B2-CA0A-D133-EC6F68F633CD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A7D8BB84-F106-0EDF-C15C-D96DEC1AE64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97F26AB6-06AF-B7F0-D96D-E9A218053F4A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D4F73D0-81E0-68E5-8982-41B657E17471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F918DAE-E850-E9A1-1B0E-62FE09BD802A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89CB0500-F35F-19F8-A334-DC5E38B8029D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8CA569FA-4784-94E4-B8F1-926D1D6E83CB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52CD0407-AF02-F317-2C91-C168123120D9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B02945BB-F4C4-C39A-9270-CB24B7FA470C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6D79CB5D-44D5-E036-5348-4ED27EE4C9CA}"/>
              </a:ext>
            </a:extLst>
          </p:cNvPr>
          <p:cNvGrpSpPr/>
          <p:nvPr/>
        </p:nvGrpSpPr>
        <p:grpSpPr>
          <a:xfrm>
            <a:off x="3515779" y="3954584"/>
            <a:ext cx="3133562" cy="3073298"/>
            <a:chOff x="4711848" y="1897100"/>
            <a:chExt cx="3133562" cy="3073298"/>
          </a:xfrm>
        </p:grpSpPr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4DD42996-1B86-292A-5C9E-0DA2CBFA749F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320" name="Group 319">
                <a:extLst>
                  <a:ext uri="{FF2B5EF4-FFF2-40B4-BE49-F238E27FC236}">
                    <a16:creationId xmlns:a16="http://schemas.microsoft.com/office/drawing/2014/main" id="{29425BB6-ED70-6B04-47E0-AFC50C5EF56B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322" name="Group 321">
                  <a:extLst>
                    <a:ext uri="{FF2B5EF4-FFF2-40B4-BE49-F238E27FC236}">
                      <a16:creationId xmlns:a16="http://schemas.microsoft.com/office/drawing/2014/main" id="{FDC10611-D9D0-6CF4-BBC4-E90497231CF5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334" name="Oval 333">
                    <a:extLst>
                      <a:ext uri="{FF2B5EF4-FFF2-40B4-BE49-F238E27FC236}">
                        <a16:creationId xmlns:a16="http://schemas.microsoft.com/office/drawing/2014/main" id="{5D1FCBA1-D983-B8A9-B004-B137B7CAB6E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35" name="Straight Connector 334">
                    <a:extLst>
                      <a:ext uri="{FF2B5EF4-FFF2-40B4-BE49-F238E27FC236}">
                        <a16:creationId xmlns:a16="http://schemas.microsoft.com/office/drawing/2014/main" id="{A4AD8A65-2427-44FC-5E29-796D8EA3579B}"/>
                      </a:ext>
                    </a:extLst>
                  </p:cNvPr>
                  <p:cNvCxnSpPr>
                    <a:cxnSpLocks/>
                    <a:stCxn id="334" idx="2"/>
                    <a:endCxn id="334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6" name="Straight Connector 335">
                    <a:extLst>
                      <a:ext uri="{FF2B5EF4-FFF2-40B4-BE49-F238E27FC236}">
                        <a16:creationId xmlns:a16="http://schemas.microsoft.com/office/drawing/2014/main" id="{BE7139C5-DD6B-36D3-F7A3-78714A46ECF8}"/>
                      </a:ext>
                    </a:extLst>
                  </p:cNvPr>
                  <p:cNvCxnSpPr>
                    <a:cxnSpLocks/>
                    <a:stCxn id="334" idx="0"/>
                    <a:endCxn id="334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23" name="Straight Connector 322">
                  <a:extLst>
                    <a:ext uri="{FF2B5EF4-FFF2-40B4-BE49-F238E27FC236}">
                      <a16:creationId xmlns:a16="http://schemas.microsoft.com/office/drawing/2014/main" id="{BAFA22C3-A50D-78C0-C303-EE1DE7B5BB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>
                  <a:extLst>
                    <a:ext uri="{FF2B5EF4-FFF2-40B4-BE49-F238E27FC236}">
                      <a16:creationId xmlns:a16="http://schemas.microsoft.com/office/drawing/2014/main" id="{90ED79B7-7D2A-09AB-3AB5-9CDE04DC55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Straight Connector 324">
                  <a:extLst>
                    <a:ext uri="{FF2B5EF4-FFF2-40B4-BE49-F238E27FC236}">
                      <a16:creationId xmlns:a16="http://schemas.microsoft.com/office/drawing/2014/main" id="{FA818389-7249-5890-0392-86B1E95D1E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>
                  <a:extLst>
                    <a:ext uri="{FF2B5EF4-FFF2-40B4-BE49-F238E27FC236}">
                      <a16:creationId xmlns:a16="http://schemas.microsoft.com/office/drawing/2014/main" id="{AFBB543A-2A7A-CE37-32A5-12B6D73AD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Straight Connector 326">
                  <a:extLst>
                    <a:ext uri="{FF2B5EF4-FFF2-40B4-BE49-F238E27FC236}">
                      <a16:creationId xmlns:a16="http://schemas.microsoft.com/office/drawing/2014/main" id="{E46A0F4B-F84A-8035-32A5-9B943F8D09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Straight Connector 327">
                  <a:extLst>
                    <a:ext uri="{FF2B5EF4-FFF2-40B4-BE49-F238E27FC236}">
                      <a16:creationId xmlns:a16="http://schemas.microsoft.com/office/drawing/2014/main" id="{E2B6A1F7-06F0-CC06-FE2C-0B8A91C4E1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9" name="Isosceles Triangle 328">
                  <a:extLst>
                    <a:ext uri="{FF2B5EF4-FFF2-40B4-BE49-F238E27FC236}">
                      <a16:creationId xmlns:a16="http://schemas.microsoft.com/office/drawing/2014/main" id="{1525F78D-57E7-955E-0252-16274162758B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30" name="Straight Connector 329">
                  <a:extLst>
                    <a:ext uri="{FF2B5EF4-FFF2-40B4-BE49-F238E27FC236}">
                      <a16:creationId xmlns:a16="http://schemas.microsoft.com/office/drawing/2014/main" id="{E70ED1C8-F189-1C38-B7D5-6305C6A97968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Straight Connector 330">
                  <a:extLst>
                    <a:ext uri="{FF2B5EF4-FFF2-40B4-BE49-F238E27FC236}">
                      <a16:creationId xmlns:a16="http://schemas.microsoft.com/office/drawing/2014/main" id="{07761663-55CF-B75A-5D29-F70668B8C3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332" name="Isosceles Triangle 331">
                  <a:extLst>
                    <a:ext uri="{FF2B5EF4-FFF2-40B4-BE49-F238E27FC236}">
                      <a16:creationId xmlns:a16="http://schemas.microsoft.com/office/drawing/2014/main" id="{DCBC3E07-65E9-02E7-1AD4-73B43BF7EF7D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3" name="Isosceles Triangle 332">
                  <a:extLst>
                    <a:ext uri="{FF2B5EF4-FFF2-40B4-BE49-F238E27FC236}">
                      <a16:creationId xmlns:a16="http://schemas.microsoft.com/office/drawing/2014/main" id="{48555F88-88F1-9842-F839-DB4A177256A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21" name="Isosceles Triangle 320">
                <a:extLst>
                  <a:ext uri="{FF2B5EF4-FFF2-40B4-BE49-F238E27FC236}">
                    <a16:creationId xmlns:a16="http://schemas.microsoft.com/office/drawing/2014/main" id="{DA74F503-8C88-FA5A-ACF9-BDB8FB024CA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811E317F-9364-BDB6-D952-EA092D75E1BD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F02ECD0C-E216-7A6D-3310-3301A0FDBE48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C9F5C36-D0D0-C4F5-28F0-528BBE33BE78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998A3E12-F8A2-C77E-074E-2E30967EA830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B51B9F48-8200-44ED-8EE9-027CA6ABC933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B80BD3D3-DAA5-9888-5A9E-6E7D2F258CCB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B10FE58B-46DD-C2D7-1986-3D152A946B40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03CD8C4B-24EF-F88C-3962-32CBF0F4C0F9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ACF9C73C-BB1E-8A5F-2A43-FDB6F6C5D2EA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F51B0098-628F-9F32-7441-421667A7B30C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274EB7B5-BAC0-8F60-284F-BC090DBE6B6E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50E2CFD4-7E85-4DA2-06CB-C2D9D7298B49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C1A8638D-A59C-006E-B862-0FB97DDC9B7C}"/>
              </a:ext>
            </a:extLst>
          </p:cNvPr>
          <p:cNvGrpSpPr/>
          <p:nvPr/>
        </p:nvGrpSpPr>
        <p:grpSpPr>
          <a:xfrm>
            <a:off x="8277742" y="3958556"/>
            <a:ext cx="3133562" cy="3073298"/>
            <a:chOff x="4711848" y="1897100"/>
            <a:chExt cx="3133562" cy="3073298"/>
          </a:xfrm>
        </p:grpSpPr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B27071BA-6A1D-4694-DBFA-2EE5B018654B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363" name="Group 362">
                <a:extLst>
                  <a:ext uri="{FF2B5EF4-FFF2-40B4-BE49-F238E27FC236}">
                    <a16:creationId xmlns:a16="http://schemas.microsoft.com/office/drawing/2014/main" id="{9E630356-5BA6-075B-B42E-C6F0F4DCA7F2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365" name="Group 364">
                  <a:extLst>
                    <a:ext uri="{FF2B5EF4-FFF2-40B4-BE49-F238E27FC236}">
                      <a16:creationId xmlns:a16="http://schemas.microsoft.com/office/drawing/2014/main" id="{4156336F-384E-8BF1-264A-B9A093C7AE0B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377" name="Oval 376">
                    <a:extLst>
                      <a:ext uri="{FF2B5EF4-FFF2-40B4-BE49-F238E27FC236}">
                        <a16:creationId xmlns:a16="http://schemas.microsoft.com/office/drawing/2014/main" id="{860ECE5C-683B-DE3B-75EE-2B66B3675C6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78" name="Straight Connector 377">
                    <a:extLst>
                      <a:ext uri="{FF2B5EF4-FFF2-40B4-BE49-F238E27FC236}">
                        <a16:creationId xmlns:a16="http://schemas.microsoft.com/office/drawing/2014/main" id="{83E87B9C-CD4F-8C0D-C7ED-A9BF44D35797}"/>
                      </a:ext>
                    </a:extLst>
                  </p:cNvPr>
                  <p:cNvCxnSpPr>
                    <a:stCxn id="377" idx="2"/>
                    <a:endCxn id="377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9" name="Straight Connector 378">
                    <a:extLst>
                      <a:ext uri="{FF2B5EF4-FFF2-40B4-BE49-F238E27FC236}">
                        <a16:creationId xmlns:a16="http://schemas.microsoft.com/office/drawing/2014/main" id="{D1AC1069-E21C-C2D2-B9C2-C2A244F2949A}"/>
                      </a:ext>
                    </a:extLst>
                  </p:cNvPr>
                  <p:cNvCxnSpPr>
                    <a:stCxn id="377" idx="0"/>
                    <a:endCxn id="377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66" name="Straight Connector 365">
                  <a:extLst>
                    <a:ext uri="{FF2B5EF4-FFF2-40B4-BE49-F238E27FC236}">
                      <a16:creationId xmlns:a16="http://schemas.microsoft.com/office/drawing/2014/main" id="{DD19EC1B-DAFB-97F4-D008-CF1FE99909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D2B7150C-2F09-D4C8-3624-1D090923DA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Straight Connector 367">
                  <a:extLst>
                    <a:ext uri="{FF2B5EF4-FFF2-40B4-BE49-F238E27FC236}">
                      <a16:creationId xmlns:a16="http://schemas.microsoft.com/office/drawing/2014/main" id="{0F4ECEA8-AFFA-24A2-A6B6-3A34A9C28D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6D3C82F5-0738-2640-8CD6-C0D37D635C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2E0DF11E-5B1B-9DDE-069D-073CB12BCB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0EF425DE-C5B0-2FA9-4248-4CE3703F4C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2" name="Isosceles Triangle 371">
                  <a:extLst>
                    <a:ext uri="{FF2B5EF4-FFF2-40B4-BE49-F238E27FC236}">
                      <a16:creationId xmlns:a16="http://schemas.microsoft.com/office/drawing/2014/main" id="{627BF92B-47C6-C61D-0CF1-0E4E88C4DD7D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A323852C-5EAE-FCD9-5DCD-A19332F3EF6D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13BA2042-B0AD-8070-9ECE-BA8EDB6B8E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375" name="Isosceles Triangle 374">
                  <a:extLst>
                    <a:ext uri="{FF2B5EF4-FFF2-40B4-BE49-F238E27FC236}">
                      <a16:creationId xmlns:a16="http://schemas.microsoft.com/office/drawing/2014/main" id="{72FF7418-1EA7-72D9-507D-EC07997D2F9E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6" name="Isosceles Triangle 375">
                  <a:extLst>
                    <a:ext uri="{FF2B5EF4-FFF2-40B4-BE49-F238E27FC236}">
                      <a16:creationId xmlns:a16="http://schemas.microsoft.com/office/drawing/2014/main" id="{EC3B5DD3-B0E0-1531-6714-BCA6D051B94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64" name="Isosceles Triangle 363">
                <a:extLst>
                  <a:ext uri="{FF2B5EF4-FFF2-40B4-BE49-F238E27FC236}">
                    <a16:creationId xmlns:a16="http://schemas.microsoft.com/office/drawing/2014/main" id="{2ECBE5F3-9B9F-FF50-5037-BFABECF074C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FAE9F914-7CAA-3B4B-0590-73FBA205EDB6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6EAD348B-64F3-67DD-700D-B2E9257E00D8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DD54C2C2-842A-30D0-ADB4-F8A3B3D3638F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86B22F9A-4603-6A4E-B8F7-9D15B72A35A8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646432AE-5A1D-53DE-045E-664C3198BDCF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0C78B526-E148-CE36-1171-D062C2B848A4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F3949030-9C34-9674-FDF1-2DE09E77AFD8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07D8E8A1-FBE6-FC33-152B-9F9EE0F6EBA4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94A18F1B-DF77-A042-249E-DBA4F9E97F40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03492089-4BCC-AA2F-32F5-925B7B618101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FD14F426-CD9D-BCF0-982B-E1A916CDA11A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19338713-F6A8-CE66-7C2F-32067C187DC2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470CA9C7-92A1-6F6D-3022-3596335A05C9}"/>
              </a:ext>
            </a:extLst>
          </p:cNvPr>
          <p:cNvCxnSpPr>
            <a:cxnSpLocks/>
          </p:cNvCxnSpPr>
          <p:nvPr/>
        </p:nvCxnSpPr>
        <p:spPr>
          <a:xfrm>
            <a:off x="7199181" y="5633442"/>
            <a:ext cx="0" cy="1389888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54D714-8F10-0279-BEB2-667BB5A9B50A}"/>
              </a:ext>
            </a:extLst>
          </p:cNvPr>
          <p:cNvCxnSpPr>
            <a:cxnSpLocks/>
          </p:cNvCxnSpPr>
          <p:nvPr/>
        </p:nvCxnSpPr>
        <p:spPr>
          <a:xfrm>
            <a:off x="7699928" y="5641963"/>
            <a:ext cx="0" cy="1389888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43C18B27-5491-B461-1B81-479287328E61}"/>
              </a:ext>
            </a:extLst>
          </p:cNvPr>
          <p:cNvCxnSpPr>
            <a:cxnSpLocks/>
          </p:cNvCxnSpPr>
          <p:nvPr/>
        </p:nvCxnSpPr>
        <p:spPr>
          <a:xfrm>
            <a:off x="7699928" y="3960585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28302056-00EA-789E-DBAC-F610F89D0931}"/>
              </a:ext>
            </a:extLst>
          </p:cNvPr>
          <p:cNvCxnSpPr>
            <a:cxnSpLocks/>
          </p:cNvCxnSpPr>
          <p:nvPr/>
        </p:nvCxnSpPr>
        <p:spPr>
          <a:xfrm>
            <a:off x="7199181" y="3958553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385">
            <a:extLst>
              <a:ext uri="{FF2B5EF4-FFF2-40B4-BE49-F238E27FC236}">
                <a16:creationId xmlns:a16="http://schemas.microsoft.com/office/drawing/2014/main" id="{71B5ECAB-BFEF-F717-66E2-9274FF0E9B83}"/>
              </a:ext>
            </a:extLst>
          </p:cNvPr>
          <p:cNvCxnSpPr>
            <a:cxnSpLocks/>
          </p:cNvCxnSpPr>
          <p:nvPr/>
        </p:nvCxnSpPr>
        <p:spPr>
          <a:xfrm rot="3600000">
            <a:off x="8043231" y="4166543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33C4F199-AAE3-290C-DDF4-E3DC791D895C}"/>
              </a:ext>
            </a:extLst>
          </p:cNvPr>
          <p:cNvCxnSpPr>
            <a:cxnSpLocks/>
          </p:cNvCxnSpPr>
          <p:nvPr/>
        </p:nvCxnSpPr>
        <p:spPr>
          <a:xfrm rot="3600000">
            <a:off x="8304438" y="4599866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99F77CCB-3BC6-26D5-1996-E30E9FB888CC}"/>
              </a:ext>
            </a:extLst>
          </p:cNvPr>
          <p:cNvCxnSpPr>
            <a:cxnSpLocks/>
          </p:cNvCxnSpPr>
          <p:nvPr/>
        </p:nvCxnSpPr>
        <p:spPr>
          <a:xfrm rot="3600000">
            <a:off x="6854654" y="5437949"/>
            <a:ext cx="0" cy="1389888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4BAFEE13-A9E5-22B6-6748-5F0D464C9764}"/>
              </a:ext>
            </a:extLst>
          </p:cNvPr>
          <p:cNvCxnSpPr>
            <a:cxnSpLocks/>
          </p:cNvCxnSpPr>
          <p:nvPr/>
        </p:nvCxnSpPr>
        <p:spPr>
          <a:xfrm rot="3600000">
            <a:off x="6592310" y="5004603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5AD5EDD6-868A-A2E0-61B7-F1B2FD7A07D4}"/>
              </a:ext>
            </a:extLst>
          </p:cNvPr>
          <p:cNvCxnSpPr>
            <a:cxnSpLocks/>
          </p:cNvCxnSpPr>
          <p:nvPr/>
        </p:nvCxnSpPr>
        <p:spPr>
          <a:xfrm rot="7200000">
            <a:off x="8311751" y="4988304"/>
            <a:ext cx="0" cy="1436032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B3E9CD87-6960-3D03-6150-35D3D23DE415}"/>
              </a:ext>
            </a:extLst>
          </p:cNvPr>
          <p:cNvCxnSpPr>
            <a:cxnSpLocks/>
          </p:cNvCxnSpPr>
          <p:nvPr/>
        </p:nvCxnSpPr>
        <p:spPr>
          <a:xfrm rot="7200000">
            <a:off x="8078314" y="5428757"/>
            <a:ext cx="0" cy="1436032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Connector 391">
            <a:extLst>
              <a:ext uri="{FF2B5EF4-FFF2-40B4-BE49-F238E27FC236}">
                <a16:creationId xmlns:a16="http://schemas.microsoft.com/office/drawing/2014/main" id="{ECBF896C-2B56-BB68-1EED-95CE1F952EDE}"/>
              </a:ext>
            </a:extLst>
          </p:cNvPr>
          <p:cNvCxnSpPr>
            <a:cxnSpLocks/>
          </p:cNvCxnSpPr>
          <p:nvPr/>
        </p:nvCxnSpPr>
        <p:spPr>
          <a:xfrm rot="7200000">
            <a:off x="6844619" y="4162948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56D35EAF-2A38-5EC6-EFA8-FA30ADF1B8CC}"/>
              </a:ext>
            </a:extLst>
          </p:cNvPr>
          <p:cNvCxnSpPr>
            <a:cxnSpLocks/>
          </p:cNvCxnSpPr>
          <p:nvPr/>
        </p:nvCxnSpPr>
        <p:spPr>
          <a:xfrm rot="7200000">
            <a:off x="6591149" y="4591392"/>
            <a:ext cx="0" cy="1389888"/>
          </a:xfrm>
          <a:prstGeom prst="line">
            <a:avLst/>
          </a:prstGeom>
          <a:ln w="152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D719CC19-D71A-1851-5E8D-34A626C98D80}"/>
              </a:ext>
            </a:extLst>
          </p:cNvPr>
          <p:cNvGrpSpPr/>
          <p:nvPr/>
        </p:nvGrpSpPr>
        <p:grpSpPr>
          <a:xfrm>
            <a:off x="-53580" y="1899175"/>
            <a:ext cx="3133562" cy="3073298"/>
            <a:chOff x="4711848" y="1897100"/>
            <a:chExt cx="3133562" cy="3073298"/>
          </a:xfrm>
        </p:grpSpPr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CF688D43-B08E-A9A2-119A-DB3B2D0B9B5F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425" name="Group 424">
                <a:extLst>
                  <a:ext uri="{FF2B5EF4-FFF2-40B4-BE49-F238E27FC236}">
                    <a16:creationId xmlns:a16="http://schemas.microsoft.com/office/drawing/2014/main" id="{C97B527D-42CC-6A33-2F20-3C046373DB9D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427" name="Group 426">
                  <a:extLst>
                    <a:ext uri="{FF2B5EF4-FFF2-40B4-BE49-F238E27FC236}">
                      <a16:creationId xmlns:a16="http://schemas.microsoft.com/office/drawing/2014/main" id="{6235523F-3FDF-E25B-C242-375CF054DC86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439" name="Oval 438">
                    <a:extLst>
                      <a:ext uri="{FF2B5EF4-FFF2-40B4-BE49-F238E27FC236}">
                        <a16:creationId xmlns:a16="http://schemas.microsoft.com/office/drawing/2014/main" id="{42590BEA-2073-A77A-37DE-12DBAD418C5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40" name="Straight Connector 439">
                    <a:extLst>
                      <a:ext uri="{FF2B5EF4-FFF2-40B4-BE49-F238E27FC236}">
                        <a16:creationId xmlns:a16="http://schemas.microsoft.com/office/drawing/2014/main" id="{E6C16286-F918-B2D3-372C-135D0C0DEB06}"/>
                      </a:ext>
                    </a:extLst>
                  </p:cNvPr>
                  <p:cNvCxnSpPr>
                    <a:stCxn id="439" idx="2"/>
                    <a:endCxn id="439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1" name="Straight Connector 440">
                    <a:extLst>
                      <a:ext uri="{FF2B5EF4-FFF2-40B4-BE49-F238E27FC236}">
                        <a16:creationId xmlns:a16="http://schemas.microsoft.com/office/drawing/2014/main" id="{1969D931-CF84-EB4A-9103-5DCCA321F5E7}"/>
                      </a:ext>
                    </a:extLst>
                  </p:cNvPr>
                  <p:cNvCxnSpPr>
                    <a:stCxn id="439" idx="0"/>
                    <a:endCxn id="439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F10BC3CF-B647-22BD-4F19-609CCAEB2A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id="{D578AF49-A505-AB8E-D6AC-DD77385A96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Straight Connector 429">
                  <a:extLst>
                    <a:ext uri="{FF2B5EF4-FFF2-40B4-BE49-F238E27FC236}">
                      <a16:creationId xmlns:a16="http://schemas.microsoft.com/office/drawing/2014/main" id="{E3E52531-73FD-052B-6358-2A6F22931B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Straight Connector 430">
                  <a:extLst>
                    <a:ext uri="{FF2B5EF4-FFF2-40B4-BE49-F238E27FC236}">
                      <a16:creationId xmlns:a16="http://schemas.microsoft.com/office/drawing/2014/main" id="{E9467954-534B-0F5E-B238-95ECC7280D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Straight Connector 431">
                  <a:extLst>
                    <a:ext uri="{FF2B5EF4-FFF2-40B4-BE49-F238E27FC236}">
                      <a16:creationId xmlns:a16="http://schemas.microsoft.com/office/drawing/2014/main" id="{72C25ED3-512C-F5F6-8185-D1783559DA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id="{F4BCCBFB-71D2-D2AB-3AF8-B50EF1E1BE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4" name="Isosceles Triangle 433">
                  <a:extLst>
                    <a:ext uri="{FF2B5EF4-FFF2-40B4-BE49-F238E27FC236}">
                      <a16:creationId xmlns:a16="http://schemas.microsoft.com/office/drawing/2014/main" id="{8D804D9D-B704-5B26-EF59-7D768F24F5E1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FBFB0A89-17C0-982A-85A4-2E6BCB2BA09C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id="{2773DB52-502C-5260-D10A-20248AC5E1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437" name="Isosceles Triangle 436">
                  <a:extLst>
                    <a:ext uri="{FF2B5EF4-FFF2-40B4-BE49-F238E27FC236}">
                      <a16:creationId xmlns:a16="http://schemas.microsoft.com/office/drawing/2014/main" id="{91FFEF6B-EBA6-21F9-4466-DDEFBFABA3AA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8" name="Isosceles Triangle 437">
                  <a:extLst>
                    <a:ext uri="{FF2B5EF4-FFF2-40B4-BE49-F238E27FC236}">
                      <a16:creationId xmlns:a16="http://schemas.microsoft.com/office/drawing/2014/main" id="{1BEAFC64-657C-D058-A600-5AC6BC6E54C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26" name="Isosceles Triangle 425">
                <a:extLst>
                  <a:ext uri="{FF2B5EF4-FFF2-40B4-BE49-F238E27FC236}">
                    <a16:creationId xmlns:a16="http://schemas.microsoft.com/office/drawing/2014/main" id="{6A3C7CC0-B4F8-0975-BB5D-64C978C9DF8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7AD66D5C-1117-1FAC-63A9-EBEEE89B14AF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5CDCB21E-3C30-C539-160E-3094307A0D1F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61BEE3B8-930E-4206-FA27-5BB0C4AADA16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F2746E4E-43E9-63C9-40C8-3E7AC6E3FFF3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C3FE1CB2-B11A-A403-B747-A9705BF263CB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F570136-C316-C248-2B78-D079B2C89D3F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E9A04886-B7FE-3FB0-FC45-841E5DF5CAFF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A4EDBF7D-D627-0A69-FB63-31EDC2EAAE27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53AE3AA6-1E0C-56B8-4EEE-CC42D9C851B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C76099DE-941B-5B22-E082-583DD1BD3BFF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B1481F20-6DE8-30E5-1F41-4B3E56B8C9C6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68BF565E-CAD0-C5D1-0AFC-1E7FC270F90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E17E0771-08EB-A647-32B6-1089ECEA5207}"/>
              </a:ext>
            </a:extLst>
          </p:cNvPr>
          <p:cNvGrpSpPr/>
          <p:nvPr/>
        </p:nvGrpSpPr>
        <p:grpSpPr>
          <a:xfrm>
            <a:off x="1136050" y="-152538"/>
            <a:ext cx="3133562" cy="3073298"/>
            <a:chOff x="4711848" y="1897100"/>
            <a:chExt cx="3133562" cy="3073298"/>
          </a:xfrm>
        </p:grpSpPr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id="{614E74E8-6B0D-2D95-BE47-ED977E441592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id="{6DDB4012-171F-0624-0A66-7CD2EAC220E7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458" name="Group 457">
                  <a:extLst>
                    <a:ext uri="{FF2B5EF4-FFF2-40B4-BE49-F238E27FC236}">
                      <a16:creationId xmlns:a16="http://schemas.microsoft.com/office/drawing/2014/main" id="{92963200-5FC6-A6BA-D525-4B44239D2C93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470" name="Oval 469">
                    <a:extLst>
                      <a:ext uri="{FF2B5EF4-FFF2-40B4-BE49-F238E27FC236}">
                        <a16:creationId xmlns:a16="http://schemas.microsoft.com/office/drawing/2014/main" id="{533178BA-E641-E392-DC59-33DDD30E13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71" name="Straight Connector 470">
                    <a:extLst>
                      <a:ext uri="{FF2B5EF4-FFF2-40B4-BE49-F238E27FC236}">
                        <a16:creationId xmlns:a16="http://schemas.microsoft.com/office/drawing/2014/main" id="{47D85A10-86C9-5940-AE38-3605BEE82D44}"/>
                      </a:ext>
                    </a:extLst>
                  </p:cNvPr>
                  <p:cNvCxnSpPr>
                    <a:stCxn id="470" idx="2"/>
                    <a:endCxn id="470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2" name="Straight Connector 471">
                    <a:extLst>
                      <a:ext uri="{FF2B5EF4-FFF2-40B4-BE49-F238E27FC236}">
                        <a16:creationId xmlns:a16="http://schemas.microsoft.com/office/drawing/2014/main" id="{3D24818D-6F4C-0A7D-5C70-13A123AE2C4A}"/>
                      </a:ext>
                    </a:extLst>
                  </p:cNvPr>
                  <p:cNvCxnSpPr>
                    <a:stCxn id="470" idx="0"/>
                    <a:endCxn id="470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id="{1A5E4337-C30D-166A-3624-00A6BE1C81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Straight Connector 459">
                  <a:extLst>
                    <a:ext uri="{FF2B5EF4-FFF2-40B4-BE49-F238E27FC236}">
                      <a16:creationId xmlns:a16="http://schemas.microsoft.com/office/drawing/2014/main" id="{261FD0C0-7CD8-895E-741C-39C2D06644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1" name="Straight Connector 460">
                  <a:extLst>
                    <a:ext uri="{FF2B5EF4-FFF2-40B4-BE49-F238E27FC236}">
                      <a16:creationId xmlns:a16="http://schemas.microsoft.com/office/drawing/2014/main" id="{2FEF4AC6-D76C-65E1-7AE1-4CEBFDEEEC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2" name="Straight Connector 461">
                  <a:extLst>
                    <a:ext uri="{FF2B5EF4-FFF2-40B4-BE49-F238E27FC236}">
                      <a16:creationId xmlns:a16="http://schemas.microsoft.com/office/drawing/2014/main" id="{68FC1226-B60B-869D-EE88-FBAEF74419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3" name="Straight Connector 462">
                  <a:extLst>
                    <a:ext uri="{FF2B5EF4-FFF2-40B4-BE49-F238E27FC236}">
                      <a16:creationId xmlns:a16="http://schemas.microsoft.com/office/drawing/2014/main" id="{309008A3-943E-83EB-29FD-C2D414FD4E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4" name="Straight Connector 463">
                  <a:extLst>
                    <a:ext uri="{FF2B5EF4-FFF2-40B4-BE49-F238E27FC236}">
                      <a16:creationId xmlns:a16="http://schemas.microsoft.com/office/drawing/2014/main" id="{8A82AE81-CAB2-6020-1EE8-15C45AE306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5" name="Isosceles Triangle 464">
                  <a:extLst>
                    <a:ext uri="{FF2B5EF4-FFF2-40B4-BE49-F238E27FC236}">
                      <a16:creationId xmlns:a16="http://schemas.microsoft.com/office/drawing/2014/main" id="{C63B2CA6-4CAC-F6D1-7EAB-A975B3171A84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66" name="Straight Connector 465">
                  <a:extLst>
                    <a:ext uri="{FF2B5EF4-FFF2-40B4-BE49-F238E27FC236}">
                      <a16:creationId xmlns:a16="http://schemas.microsoft.com/office/drawing/2014/main" id="{1A7FC75E-8859-4A3C-52B0-819B0F411CC2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67" name="Straight Connector 466">
                  <a:extLst>
                    <a:ext uri="{FF2B5EF4-FFF2-40B4-BE49-F238E27FC236}">
                      <a16:creationId xmlns:a16="http://schemas.microsoft.com/office/drawing/2014/main" id="{12BBDE10-EC2E-DA33-B761-28F04F227D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468" name="Isosceles Triangle 467">
                  <a:extLst>
                    <a:ext uri="{FF2B5EF4-FFF2-40B4-BE49-F238E27FC236}">
                      <a16:creationId xmlns:a16="http://schemas.microsoft.com/office/drawing/2014/main" id="{43E7E161-D1D8-38D9-949F-C5A1834E749D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9" name="Isosceles Triangle 468">
                  <a:extLst>
                    <a:ext uri="{FF2B5EF4-FFF2-40B4-BE49-F238E27FC236}">
                      <a16:creationId xmlns:a16="http://schemas.microsoft.com/office/drawing/2014/main" id="{69676A97-F6B0-38D1-EABD-22F16F3BED8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7" name="Isosceles Triangle 456">
                <a:extLst>
                  <a:ext uri="{FF2B5EF4-FFF2-40B4-BE49-F238E27FC236}">
                    <a16:creationId xmlns:a16="http://schemas.microsoft.com/office/drawing/2014/main" id="{54714AEC-8C11-23E8-5B50-194DCE9AA03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85FC0D2E-14DB-1826-B096-2DABB361D7BE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EF655E07-244F-CC36-A584-5B5D5557EB21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C0E15933-A695-4C3E-9274-1E2BBD26A102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97584368-C982-72AF-4D86-A2B63F9D11AA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F280E665-A7A7-693F-4BB2-3B0AEA369F52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F0E21862-B52E-045D-F34E-420E7C338305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32769D9D-290E-2288-D4CA-FCD04AB7E98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B3F5425F-4C52-D129-EE87-3566058EE3AB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11358E95-3A31-7B03-FA6D-9BDE01ED6FD1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F9722D3B-F642-AF79-249A-B2436FADEB3C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8F9AE7C7-2C8D-B6D4-E8B9-FAFA6E687E28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293C8806-3B31-A3F0-0400-CF952B580651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0A07767D-6976-77D4-2FDE-42EB8CC9C886}"/>
              </a:ext>
            </a:extLst>
          </p:cNvPr>
          <p:cNvGrpSpPr/>
          <p:nvPr/>
        </p:nvGrpSpPr>
        <p:grpSpPr>
          <a:xfrm>
            <a:off x="8292230" y="-153297"/>
            <a:ext cx="3133562" cy="3073298"/>
            <a:chOff x="4711848" y="1897100"/>
            <a:chExt cx="3133562" cy="3073298"/>
          </a:xfrm>
        </p:grpSpPr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55CE5C14-6F2D-BDE6-46B4-EA5BD2B4CC45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487" name="Group 486">
                <a:extLst>
                  <a:ext uri="{FF2B5EF4-FFF2-40B4-BE49-F238E27FC236}">
                    <a16:creationId xmlns:a16="http://schemas.microsoft.com/office/drawing/2014/main" id="{8717ACC7-A9E0-D091-24F3-ABA0B531E488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489" name="Group 488">
                  <a:extLst>
                    <a:ext uri="{FF2B5EF4-FFF2-40B4-BE49-F238E27FC236}">
                      <a16:creationId xmlns:a16="http://schemas.microsoft.com/office/drawing/2014/main" id="{E5B198A9-2023-64BA-BCBC-C3B5FBF36CA4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501" name="Oval 500">
                    <a:extLst>
                      <a:ext uri="{FF2B5EF4-FFF2-40B4-BE49-F238E27FC236}">
                        <a16:creationId xmlns:a16="http://schemas.microsoft.com/office/drawing/2014/main" id="{45EAE71F-70A1-F0A4-3947-E0D135C18E1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 w="1524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02" name="Straight Connector 501">
                    <a:extLst>
                      <a:ext uri="{FF2B5EF4-FFF2-40B4-BE49-F238E27FC236}">
                        <a16:creationId xmlns:a16="http://schemas.microsoft.com/office/drawing/2014/main" id="{3DF93C70-9522-C18B-13E3-2E68174E0975}"/>
                      </a:ext>
                    </a:extLst>
                  </p:cNvPr>
                  <p:cNvCxnSpPr>
                    <a:stCxn id="501" idx="2"/>
                    <a:endCxn id="501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  <a:ln w="152400"/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3" name="Straight Connector 502">
                    <a:extLst>
                      <a:ext uri="{FF2B5EF4-FFF2-40B4-BE49-F238E27FC236}">
                        <a16:creationId xmlns:a16="http://schemas.microsoft.com/office/drawing/2014/main" id="{02A21B03-F95F-79FB-A98D-3D3998F1AB79}"/>
                      </a:ext>
                    </a:extLst>
                  </p:cNvPr>
                  <p:cNvCxnSpPr>
                    <a:stCxn id="501" idx="0"/>
                    <a:endCxn id="501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  <a:ln w="152400"/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90" name="Straight Connector 489">
                  <a:extLst>
                    <a:ext uri="{FF2B5EF4-FFF2-40B4-BE49-F238E27FC236}">
                      <a16:creationId xmlns:a16="http://schemas.microsoft.com/office/drawing/2014/main" id="{3F5DADF6-071E-1D88-DE55-1E1C7D286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1524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1" name="Straight Connector 490">
                  <a:extLst>
                    <a:ext uri="{FF2B5EF4-FFF2-40B4-BE49-F238E27FC236}">
                      <a16:creationId xmlns:a16="http://schemas.microsoft.com/office/drawing/2014/main" id="{4C766330-D4BA-726A-AFDB-C47A55DFE0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1524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2" name="Straight Connector 491">
                  <a:extLst>
                    <a:ext uri="{FF2B5EF4-FFF2-40B4-BE49-F238E27FC236}">
                      <a16:creationId xmlns:a16="http://schemas.microsoft.com/office/drawing/2014/main" id="{4339858A-CBE3-B6DE-A32C-EE2A1D8246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1524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Straight Connector 492">
                  <a:extLst>
                    <a:ext uri="{FF2B5EF4-FFF2-40B4-BE49-F238E27FC236}">
                      <a16:creationId xmlns:a16="http://schemas.microsoft.com/office/drawing/2014/main" id="{AF8841DC-A752-CB4A-8739-D0AFF4555D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1524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4" name="Straight Connector 493">
                  <a:extLst>
                    <a:ext uri="{FF2B5EF4-FFF2-40B4-BE49-F238E27FC236}">
                      <a16:creationId xmlns:a16="http://schemas.microsoft.com/office/drawing/2014/main" id="{33C3887E-08BB-618B-3AFE-C20A2F057B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1524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Straight Connector 494">
                  <a:extLst>
                    <a:ext uri="{FF2B5EF4-FFF2-40B4-BE49-F238E27FC236}">
                      <a16:creationId xmlns:a16="http://schemas.microsoft.com/office/drawing/2014/main" id="{A83E5D24-68BC-49D4-1A3D-CEAB9796CC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1524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6" name="Isosceles Triangle 495">
                  <a:extLst>
                    <a:ext uri="{FF2B5EF4-FFF2-40B4-BE49-F238E27FC236}">
                      <a16:creationId xmlns:a16="http://schemas.microsoft.com/office/drawing/2014/main" id="{4A61125F-E0E9-E40A-3CA0-D2C742D80EF7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 w="1524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97" name="Straight Connector 496">
                  <a:extLst>
                    <a:ext uri="{FF2B5EF4-FFF2-40B4-BE49-F238E27FC236}">
                      <a16:creationId xmlns:a16="http://schemas.microsoft.com/office/drawing/2014/main" id="{EF27904C-5099-6A83-82C5-CC0544B3EF3E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  <a:ln w="152400"/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F7A945F6-D325-2D1D-B6D2-239B4C7DF4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  <a:ln w="152400"/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499" name="Isosceles Triangle 498">
                  <a:extLst>
                    <a:ext uri="{FF2B5EF4-FFF2-40B4-BE49-F238E27FC236}">
                      <a16:creationId xmlns:a16="http://schemas.microsoft.com/office/drawing/2014/main" id="{67CF48CC-E73D-BDF9-56B3-C2D565F864A2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 w="1524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0" name="Isosceles Triangle 499">
                  <a:extLst>
                    <a:ext uri="{FF2B5EF4-FFF2-40B4-BE49-F238E27FC236}">
                      <a16:creationId xmlns:a16="http://schemas.microsoft.com/office/drawing/2014/main" id="{37935260-A266-A7FF-44E9-CF017DA9DC4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 w="1524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88" name="Isosceles Triangle 487">
                <a:extLst>
                  <a:ext uri="{FF2B5EF4-FFF2-40B4-BE49-F238E27FC236}">
                    <a16:creationId xmlns:a16="http://schemas.microsoft.com/office/drawing/2014/main" id="{2BAFDDC9-FFEE-B7C4-6A78-0C6A7EA9790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 w="1524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CF8CD0E7-E0AA-7F26-1174-6496F8D594E7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152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B2C102FD-37CD-219B-3ECF-92E89CE04C47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152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4E29914E-5B0A-3D69-D496-A3E79DF5053F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152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8757B00A-19F7-767D-537A-DA24F25D253D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152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2B2FA432-ACAD-8159-CF4C-16E1FB0179A0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152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9FF18986-E135-10E9-4981-45FF2E7DF50B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152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1ECDAF8A-EF9D-460F-28E3-E4693A9FF0F8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152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A7441AC0-57BC-CC14-B599-91A5C91D2BC3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152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59F6700B-E2CA-9681-F330-6D72FB64879E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152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46747140-1681-444B-A75C-BBBD1E41DE1B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152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54116C33-792D-2D16-84BE-9441A3E2B79D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152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2FC584F2-C1A6-E43C-3551-5B27BC972502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152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889D6412-3521-A77C-8722-A651ECF83D1C}"/>
              </a:ext>
            </a:extLst>
          </p:cNvPr>
          <p:cNvGrpSpPr/>
          <p:nvPr/>
        </p:nvGrpSpPr>
        <p:grpSpPr>
          <a:xfrm>
            <a:off x="9475036" y="1899175"/>
            <a:ext cx="3133562" cy="3073298"/>
            <a:chOff x="4711848" y="1897100"/>
            <a:chExt cx="3133562" cy="3073298"/>
          </a:xfrm>
        </p:grpSpPr>
        <p:grpSp>
          <p:nvGrpSpPr>
            <p:cNvPr id="506" name="Group 505">
              <a:extLst>
                <a:ext uri="{FF2B5EF4-FFF2-40B4-BE49-F238E27FC236}">
                  <a16:creationId xmlns:a16="http://schemas.microsoft.com/office/drawing/2014/main" id="{2FE7603E-CF8F-C438-E28E-8263EE039DD9}"/>
                </a:ext>
              </a:extLst>
            </p:cNvPr>
            <p:cNvGrpSpPr/>
            <p:nvPr/>
          </p:nvGrpSpPr>
          <p:grpSpPr>
            <a:xfrm>
              <a:off x="4894103" y="2062697"/>
              <a:ext cx="2743200" cy="2743200"/>
              <a:chOff x="4894103" y="2057397"/>
              <a:chExt cx="2743200" cy="2743200"/>
            </a:xfrm>
          </p:grpSpPr>
          <p:grpSp>
            <p:nvGrpSpPr>
              <p:cNvPr id="519" name="Group 518">
                <a:extLst>
                  <a:ext uri="{FF2B5EF4-FFF2-40B4-BE49-F238E27FC236}">
                    <a16:creationId xmlns:a16="http://schemas.microsoft.com/office/drawing/2014/main" id="{DD435859-F3D6-20ED-CCD3-418A02FF8F26}"/>
                  </a:ext>
                </a:extLst>
              </p:cNvPr>
              <p:cNvGrpSpPr/>
              <p:nvPr/>
            </p:nvGrpSpPr>
            <p:grpSpPr>
              <a:xfrm>
                <a:off x="4894103" y="2057397"/>
                <a:ext cx="2743200" cy="2743200"/>
                <a:chOff x="4894103" y="2057397"/>
                <a:chExt cx="2743200" cy="2743200"/>
              </a:xfrm>
            </p:grpSpPr>
            <p:grpSp>
              <p:nvGrpSpPr>
                <p:cNvPr id="521" name="Group 520">
                  <a:extLst>
                    <a:ext uri="{FF2B5EF4-FFF2-40B4-BE49-F238E27FC236}">
                      <a16:creationId xmlns:a16="http://schemas.microsoft.com/office/drawing/2014/main" id="{0FE66C97-1C48-9389-69EE-6E6909A80431}"/>
                    </a:ext>
                  </a:extLst>
                </p:cNvPr>
                <p:cNvGrpSpPr/>
                <p:nvPr/>
              </p:nvGrpSpPr>
              <p:grpSpPr>
                <a:xfrm>
                  <a:off x="4894103" y="2057397"/>
                  <a:ext cx="2743200" cy="2743200"/>
                  <a:chOff x="6076364" y="4802"/>
                  <a:chExt cx="2743200" cy="2743200"/>
                </a:xfrm>
              </p:grpSpPr>
              <p:sp>
                <p:nvSpPr>
                  <p:cNvPr id="533" name="Oval 532">
                    <a:extLst>
                      <a:ext uri="{FF2B5EF4-FFF2-40B4-BE49-F238E27FC236}">
                        <a16:creationId xmlns:a16="http://schemas.microsoft.com/office/drawing/2014/main" id="{DC5E1F99-E0D2-1D35-F596-82B70A598EF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76364" y="4802"/>
                    <a:ext cx="2743200" cy="2743200"/>
                  </a:xfrm>
                  <a:prstGeom prst="ellipse">
                    <a:avLst/>
                  </a:prstGeom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34" name="Straight Connector 533">
                    <a:extLst>
                      <a:ext uri="{FF2B5EF4-FFF2-40B4-BE49-F238E27FC236}">
                        <a16:creationId xmlns:a16="http://schemas.microsoft.com/office/drawing/2014/main" id="{E5CD98E7-0993-795D-90BF-1102EC831359}"/>
                      </a:ext>
                    </a:extLst>
                  </p:cNvPr>
                  <p:cNvCxnSpPr>
                    <a:stCxn id="533" idx="2"/>
                    <a:endCxn id="533" idx="6"/>
                  </p:cNvCxnSpPr>
                  <p:nvPr/>
                </p:nvCxnSpPr>
                <p:spPr>
                  <a:xfrm>
                    <a:off x="6076364" y="1376402"/>
                    <a:ext cx="2743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5" name="Straight Connector 534">
                    <a:extLst>
                      <a:ext uri="{FF2B5EF4-FFF2-40B4-BE49-F238E27FC236}">
                        <a16:creationId xmlns:a16="http://schemas.microsoft.com/office/drawing/2014/main" id="{076D2D1E-FB18-427B-73EE-133377B0FD3E}"/>
                      </a:ext>
                    </a:extLst>
                  </p:cNvPr>
                  <p:cNvCxnSpPr>
                    <a:stCxn id="533" idx="0"/>
                    <a:endCxn id="533" idx="4"/>
                  </p:cNvCxnSpPr>
                  <p:nvPr/>
                </p:nvCxnSpPr>
                <p:spPr>
                  <a:xfrm>
                    <a:off x="7447964" y="4802"/>
                    <a:ext cx="0" cy="274320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83FF6252-CEF5-334E-ECCA-46D0A51C70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2559926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3" name="Straight Connector 522">
                  <a:extLst>
                    <a:ext uri="{FF2B5EF4-FFF2-40B4-BE49-F238E27FC236}">
                      <a16:creationId xmlns:a16="http://schemas.microsoft.com/office/drawing/2014/main" id="{27A5CFE2-755E-36DA-45E1-24498A804D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897" y="4291562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Straight Connector 523">
                  <a:extLst>
                    <a:ext uri="{FF2B5EF4-FFF2-40B4-BE49-F238E27FC236}">
                      <a16:creationId xmlns:a16="http://schemas.microsoft.com/office/drawing/2014/main" id="{1B2D1732-8E2F-B34D-14B7-58F46B843D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6513347" y="299696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5" name="Straight Connector 524">
                  <a:extLst>
                    <a:ext uri="{FF2B5EF4-FFF2-40B4-BE49-F238E27FC236}">
                      <a16:creationId xmlns:a16="http://schemas.microsoft.com/office/drawing/2014/main" id="{0B62DF93-27C1-1FA4-C1B9-85D6804B98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5007648" y="3863658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Straight Connector 525">
                  <a:extLst>
                    <a:ext uri="{FF2B5EF4-FFF2-40B4-BE49-F238E27FC236}">
                      <a16:creationId xmlns:a16="http://schemas.microsoft.com/office/drawing/2014/main" id="{2A26EDBA-097A-0689-CBE0-9ACD6C1C14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6507372" y="3866963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Straight Connector 526">
                  <a:extLst>
                    <a:ext uri="{FF2B5EF4-FFF2-40B4-BE49-F238E27FC236}">
                      <a16:creationId xmlns:a16="http://schemas.microsoft.com/office/drawing/2014/main" id="{76E1B193-E94E-ACDB-3A37-FEF0DE04F5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7200000">
                  <a:off x="5005636" y="2993627"/>
                  <a:ext cx="1006121" cy="0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8" name="Isosceles Triangle 527">
                  <a:extLst>
                    <a:ext uri="{FF2B5EF4-FFF2-40B4-BE49-F238E27FC236}">
                      <a16:creationId xmlns:a16="http://schemas.microsoft.com/office/drawing/2014/main" id="{06EBC0DB-A26D-874F-FDA6-1CA1F7671B8B}"/>
                    </a:ext>
                  </a:extLst>
                </p:cNvPr>
                <p:cNvSpPr/>
                <p:nvPr/>
              </p:nvSpPr>
              <p:spPr>
                <a:xfrm>
                  <a:off x="5512594" y="2564620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7354FC5A-ECE0-1B1A-0063-735B4F9A14A6}"/>
                    </a:ext>
                  </a:extLst>
                </p:cNvPr>
                <p:cNvCxnSpPr/>
                <p:nvPr/>
              </p:nvCxnSpPr>
              <p:spPr>
                <a:xfrm>
                  <a:off x="5066307" y="2745656"/>
                  <a:ext cx="2381657" cy="1363339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Straight Connector 529">
                  <a:extLst>
                    <a:ext uri="{FF2B5EF4-FFF2-40B4-BE49-F238E27FC236}">
                      <a16:creationId xmlns:a16="http://schemas.microsoft.com/office/drawing/2014/main" id="{BE410F65-EA00-157F-F411-2AE4E15F10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72283" y="2729143"/>
                  <a:ext cx="2398443" cy="1379852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531" name="Isosceles Triangle 530">
                  <a:extLst>
                    <a:ext uri="{FF2B5EF4-FFF2-40B4-BE49-F238E27FC236}">
                      <a16:creationId xmlns:a16="http://schemas.microsoft.com/office/drawing/2014/main" id="{CD99385A-6A44-AC60-7929-CB734916D70F}"/>
                    </a:ext>
                  </a:extLst>
                </p:cNvPr>
                <p:cNvSpPr/>
                <p:nvPr/>
              </p:nvSpPr>
              <p:spPr>
                <a:xfrm rot="10800000">
                  <a:off x="5515840" y="2995383"/>
                  <a:ext cx="1499616" cy="1298448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2" name="Isosceles Triangle 531">
                  <a:extLst>
                    <a:ext uri="{FF2B5EF4-FFF2-40B4-BE49-F238E27FC236}">
                      <a16:creationId xmlns:a16="http://schemas.microsoft.com/office/drawing/2014/main" id="{4D9F5A04-69C0-9DB1-AEC3-879515452B2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00000">
                  <a:off x="5893069" y="2942062"/>
                  <a:ext cx="868680" cy="752149"/>
                </a:xfrm>
                <a:prstGeom prst="triangle">
                  <a:avLst>
                    <a:gd name="adj" fmla="val 49944"/>
                  </a:avLst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20" name="Isosceles Triangle 519">
                <a:extLst>
                  <a:ext uri="{FF2B5EF4-FFF2-40B4-BE49-F238E27FC236}">
                    <a16:creationId xmlns:a16="http://schemas.microsoft.com/office/drawing/2014/main" id="{E445DE1C-DA75-D5CB-6147-A48269110AC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2600000">
                <a:off x="5769717" y="3164360"/>
                <a:ext cx="868680" cy="752149"/>
              </a:xfrm>
              <a:prstGeom prst="triangle">
                <a:avLst>
                  <a:gd name="adj" fmla="val 49944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C2C3B813-D91E-C141-62F3-2A1530486E42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357198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6AB8BC2B-B802-38A3-E56F-F28D501B1B2A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358051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64034485-103C-BB0F-3015-9DD1516E0D6A}"/>
                </a:ext>
              </a:extLst>
            </p:cNvPr>
            <p:cNvCxnSpPr>
              <a:cxnSpLocks/>
            </p:cNvCxnSpPr>
            <p:nvPr/>
          </p:nvCxnSpPr>
          <p:spPr>
            <a:xfrm>
              <a:off x="6515571" y="1899132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61FCD767-CAD2-C54C-2E4E-1CAFCDB282DE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24" y="189710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FBEC2F4D-8775-A28B-565B-D8FC0C2C5900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6858874" y="210509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B4C2E446-2034-3A32-F90A-0EA47F6456DE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7120081" y="2538413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15B41C3A-1634-C5CF-982B-6B570A5B9F4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670297" y="3376496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AB724CFE-23EA-367D-9920-BD0588509FD6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5407953" y="2943150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1978EB50-1FB5-3E58-F8DB-7233D939382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7127394" y="2926851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14FF4E38-7316-FBF0-9D3D-A8DC92269405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6893957" y="3367304"/>
              <a:ext cx="0" cy="1436032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EFC92D90-93E2-FEEA-D518-57B49BAB5AD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660262" y="2101495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34B543E7-5F91-C672-EE7A-95A7C1EEBC4C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5406792" y="2529939"/>
              <a:ext cx="0" cy="1389888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6" name="Rectangle 535">
            <a:extLst>
              <a:ext uri="{FF2B5EF4-FFF2-40B4-BE49-F238E27FC236}">
                <a16:creationId xmlns:a16="http://schemas.microsoft.com/office/drawing/2014/main" id="{18FD6CC2-DE20-8302-E06E-0878ACE4086B}"/>
              </a:ext>
            </a:extLst>
          </p:cNvPr>
          <p:cNvSpPr/>
          <p:nvPr/>
        </p:nvSpPr>
        <p:spPr>
          <a:xfrm>
            <a:off x="2654092" y="2509838"/>
            <a:ext cx="7228096" cy="185261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44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43610-3042-857D-D5C9-1CAB49AC2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Templates</a:t>
            </a:r>
          </a:p>
        </p:txBody>
      </p:sp>
    </p:spTree>
    <p:extLst>
      <p:ext uri="{BB962C8B-B14F-4D97-AF65-F5344CB8AC3E}">
        <p14:creationId xmlns:p14="http://schemas.microsoft.com/office/powerpoint/2010/main" val="1645956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B4E7F-20BF-3627-4087-34A4016B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E1C566AA-AB4E-9073-5137-F75096BF46D3}"/>
              </a:ext>
            </a:extLst>
          </p:cNvPr>
          <p:cNvSpPr txBox="1"/>
          <p:nvPr/>
        </p:nvSpPr>
        <p:spPr>
          <a:xfrm>
            <a:off x="324542" y="373802"/>
            <a:ext cx="3146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Circle Divided into 12 Segments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F07138-381B-5D0A-F299-664FAB712024}"/>
              </a:ext>
            </a:extLst>
          </p:cNvPr>
          <p:cNvSpPr>
            <a:spLocks noChangeAspect="1"/>
          </p:cNvSpPr>
          <p:nvPr/>
        </p:nvSpPr>
        <p:spPr>
          <a:xfrm rot="1800000">
            <a:off x="3352800" y="685800"/>
            <a:ext cx="5486400" cy="54864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8CE31D-5331-D421-A702-EF66F854EB4A}"/>
              </a:ext>
            </a:extLst>
          </p:cNvPr>
          <p:cNvSpPr>
            <a:spLocks noChangeAspect="1"/>
          </p:cNvSpPr>
          <p:nvPr/>
        </p:nvSpPr>
        <p:spPr>
          <a:xfrm rot="3600000">
            <a:off x="3352800" y="685800"/>
            <a:ext cx="5486400" cy="54864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4FE4667-E0EE-1CCE-3EB5-DB0C6D6C7E2C}"/>
              </a:ext>
            </a:extLst>
          </p:cNvPr>
          <p:cNvGrpSpPr/>
          <p:nvPr/>
        </p:nvGrpSpPr>
        <p:grpSpPr>
          <a:xfrm>
            <a:off x="3352800" y="685800"/>
            <a:ext cx="5486400" cy="5486400"/>
            <a:chOff x="3352800" y="685800"/>
            <a:chExt cx="5486400" cy="54864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B866474-745D-58D6-F4D8-105F34D80A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2800" y="685800"/>
              <a:ext cx="5486400" cy="5486400"/>
            </a:xfrm>
            <a:prstGeom prst="ellipse">
              <a:avLst/>
            </a:prstGeom>
            <a:noFill/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682DEFA-211C-073D-1DAF-6E5C10D80DFC}"/>
                </a:ext>
              </a:extLst>
            </p:cNvPr>
            <p:cNvCxnSpPr>
              <a:stCxn id="3" idx="0"/>
              <a:endCxn id="3" idx="4"/>
            </p:cNvCxnSpPr>
            <p:nvPr/>
          </p:nvCxnSpPr>
          <p:spPr>
            <a:xfrm>
              <a:off x="6096000" y="685800"/>
              <a:ext cx="0" cy="54864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AFAC79D-2406-3799-4B35-E1585CDDBB40}"/>
                </a:ext>
              </a:extLst>
            </p:cNvPr>
            <p:cNvCxnSpPr>
              <a:stCxn id="3" idx="2"/>
              <a:endCxn id="3" idx="6"/>
            </p:cNvCxnSpPr>
            <p:nvPr/>
          </p:nvCxnSpPr>
          <p:spPr>
            <a:xfrm>
              <a:off x="3352800" y="3429000"/>
              <a:ext cx="5486400" cy="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7E24F17-8E87-5DB3-3975-30572F9619C2}"/>
                </a:ext>
              </a:extLst>
            </p:cNvPr>
            <p:cNvCxnSpPr>
              <a:cxnSpLocks/>
              <a:stCxn id="13" idx="0"/>
              <a:endCxn id="13" idx="4"/>
            </p:cNvCxnSpPr>
            <p:nvPr/>
          </p:nvCxnSpPr>
          <p:spPr>
            <a:xfrm flipH="1">
              <a:off x="4724400" y="1053319"/>
              <a:ext cx="2743200" cy="475136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CB52EC0-F0F4-D106-AEE2-73963557DADB}"/>
                </a:ext>
              </a:extLst>
            </p:cNvPr>
            <p:cNvCxnSpPr>
              <a:stCxn id="13" idx="2"/>
              <a:endCxn id="13" idx="6"/>
            </p:cNvCxnSpPr>
            <p:nvPr/>
          </p:nvCxnSpPr>
          <p:spPr>
            <a:xfrm>
              <a:off x="3720319" y="2057400"/>
              <a:ext cx="4751362" cy="27432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99CAD8C-5A83-C206-BAA3-A12A19E9BDF5}"/>
                </a:ext>
              </a:extLst>
            </p:cNvPr>
            <p:cNvCxnSpPr>
              <a:stCxn id="24" idx="2"/>
              <a:endCxn id="24" idx="6"/>
            </p:cNvCxnSpPr>
            <p:nvPr/>
          </p:nvCxnSpPr>
          <p:spPr>
            <a:xfrm>
              <a:off x="4724400" y="1053319"/>
              <a:ext cx="2743200" cy="475136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EBEFDE3-D731-EF32-D6E5-257F9A55717F}"/>
                </a:ext>
              </a:extLst>
            </p:cNvPr>
            <p:cNvCxnSpPr>
              <a:stCxn id="24" idx="4"/>
              <a:endCxn id="24" idx="0"/>
            </p:cNvCxnSpPr>
            <p:nvPr/>
          </p:nvCxnSpPr>
          <p:spPr>
            <a:xfrm flipV="1">
              <a:off x="3720319" y="2057400"/>
              <a:ext cx="4751362" cy="27432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907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859D3-EC04-C33D-338B-D773E0F9A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3F9E2778-394B-925B-380A-5978567118E1}"/>
              </a:ext>
            </a:extLst>
          </p:cNvPr>
          <p:cNvSpPr txBox="1"/>
          <p:nvPr/>
        </p:nvSpPr>
        <p:spPr>
          <a:xfrm>
            <a:off x="324542" y="373802"/>
            <a:ext cx="229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Circle with 2 Hexagons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6A18328-7D49-AC7C-2883-DA322E838BED}"/>
              </a:ext>
            </a:extLst>
          </p:cNvPr>
          <p:cNvGrpSpPr/>
          <p:nvPr/>
        </p:nvGrpSpPr>
        <p:grpSpPr>
          <a:xfrm>
            <a:off x="3516924" y="685800"/>
            <a:ext cx="5486400" cy="5486400"/>
            <a:chOff x="3352800" y="685800"/>
            <a:chExt cx="5486400" cy="54864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18C8BF3-6EDE-BB16-9610-A4923BB2875D}"/>
                </a:ext>
              </a:extLst>
            </p:cNvPr>
            <p:cNvGrpSpPr/>
            <p:nvPr/>
          </p:nvGrpSpPr>
          <p:grpSpPr>
            <a:xfrm>
              <a:off x="3352800" y="685800"/>
              <a:ext cx="5486400" cy="5486400"/>
              <a:chOff x="3352800" y="685800"/>
              <a:chExt cx="5486400" cy="54864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7FF7B78-FC24-FB6B-3A25-44A038552F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52800" y="685800"/>
                <a:ext cx="5486400" cy="5486400"/>
              </a:xfrm>
              <a:prstGeom prst="ellipse">
                <a:avLst/>
              </a:prstGeom>
              <a:noFill/>
              <a:ln w="63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8265B57-5432-E0AA-109E-45892FCF5A72}"/>
                  </a:ext>
                </a:extLst>
              </p:cNvPr>
              <p:cNvCxnSpPr>
                <a:stCxn id="21" idx="0"/>
                <a:endCxn id="21" idx="4"/>
              </p:cNvCxnSpPr>
              <p:nvPr/>
            </p:nvCxnSpPr>
            <p:spPr>
              <a:xfrm>
                <a:off x="6096000" y="685800"/>
                <a:ext cx="0" cy="54864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5B094E9-B035-703C-4D30-A9553150CC1F}"/>
                  </a:ext>
                </a:extLst>
              </p:cNvPr>
              <p:cNvCxnSpPr>
                <a:stCxn id="21" idx="2"/>
                <a:endCxn id="21" idx="6"/>
              </p:cNvCxnSpPr>
              <p:nvPr/>
            </p:nvCxnSpPr>
            <p:spPr>
              <a:xfrm>
                <a:off x="3352800" y="3429000"/>
                <a:ext cx="5486400" cy="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223D5F8-EDB0-6BC8-0271-59A4C971C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4400" y="1053319"/>
                <a:ext cx="2743200" cy="4751362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1359EB1-BE47-DD4E-FFDE-C3F4F8E08F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0319" y="2057400"/>
                <a:ext cx="4751362" cy="27432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C6DCD4C7-B90E-C3F3-F10F-08F00E8835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4400" y="1053319"/>
                <a:ext cx="2743200" cy="4751362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97BE978-12F7-6D46-C55B-C00143C069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0319" y="2057400"/>
                <a:ext cx="4751362" cy="27432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76A6398-26D1-4BEA-236B-3CFCB029C968}"/>
                </a:ext>
              </a:extLst>
            </p:cNvPr>
            <p:cNvCxnSpPr>
              <a:endCxn id="21" idx="0"/>
            </p:cNvCxnSpPr>
            <p:nvPr/>
          </p:nvCxnSpPr>
          <p:spPr>
            <a:xfrm flipV="1">
              <a:off x="3720319" y="6858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C943D16-8A8F-EA15-38A0-4786E102981E}"/>
                </a:ext>
              </a:extLst>
            </p:cNvPr>
            <p:cNvCxnSpPr>
              <a:stCxn id="21" idx="0"/>
            </p:cNvCxnSpPr>
            <p:nvPr/>
          </p:nvCxnSpPr>
          <p:spPr>
            <a:xfrm>
              <a:off x="6096000" y="6858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6CAAD7A-3465-6720-EBE4-725435222D91}"/>
                </a:ext>
              </a:extLst>
            </p:cNvPr>
            <p:cNvCxnSpPr>
              <a:stCxn id="21" idx="4"/>
            </p:cNvCxnSpPr>
            <p:nvPr/>
          </p:nvCxnSpPr>
          <p:spPr>
            <a:xfrm flipV="1">
              <a:off x="6096000" y="48006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1CB45AF-B0F8-EC21-B987-BA3F32171ACA}"/>
                </a:ext>
              </a:extLst>
            </p:cNvPr>
            <p:cNvCxnSpPr>
              <a:stCxn id="21" idx="4"/>
            </p:cNvCxnSpPr>
            <p:nvPr/>
          </p:nvCxnSpPr>
          <p:spPr>
            <a:xfrm flipH="1" flipV="1">
              <a:off x="3720319" y="4800600"/>
              <a:ext cx="2375681" cy="13716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57623E4-AE95-CA09-9109-061FC0F42EA6}"/>
                </a:ext>
              </a:extLst>
            </p:cNvPr>
            <p:cNvCxnSpPr/>
            <p:nvPr/>
          </p:nvCxnSpPr>
          <p:spPr>
            <a:xfrm>
              <a:off x="3720319" y="2057400"/>
              <a:ext cx="0" cy="27432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0DE84B-2C25-6EEB-78DF-653F8796C6DD}"/>
                </a:ext>
              </a:extLst>
            </p:cNvPr>
            <p:cNvCxnSpPr/>
            <p:nvPr/>
          </p:nvCxnSpPr>
          <p:spPr>
            <a:xfrm>
              <a:off x="8471681" y="2057400"/>
              <a:ext cx="0" cy="27432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BAF6253-0434-16E6-A2E8-485AB85FB79F}"/>
                </a:ext>
              </a:extLst>
            </p:cNvPr>
            <p:cNvCxnSpPr>
              <a:stCxn id="21" idx="2"/>
            </p:cNvCxnSpPr>
            <p:nvPr/>
          </p:nvCxnSpPr>
          <p:spPr>
            <a:xfrm flipV="1">
              <a:off x="3352800" y="1053319"/>
              <a:ext cx="1371600" cy="2375681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E7146DF-D68D-FC85-DAEE-2E0CF89812D7}"/>
                </a:ext>
              </a:extLst>
            </p:cNvPr>
            <p:cNvCxnSpPr/>
            <p:nvPr/>
          </p:nvCxnSpPr>
          <p:spPr>
            <a:xfrm>
              <a:off x="4724400" y="1053319"/>
              <a:ext cx="2743200" cy="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B0ADA7-2374-81F8-2139-CA4E441F3E3A}"/>
                </a:ext>
              </a:extLst>
            </p:cNvPr>
            <p:cNvCxnSpPr>
              <a:endCxn id="21" idx="6"/>
            </p:cNvCxnSpPr>
            <p:nvPr/>
          </p:nvCxnSpPr>
          <p:spPr>
            <a:xfrm>
              <a:off x="7467600" y="1053319"/>
              <a:ext cx="1371600" cy="2375681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F909BF1-B9BC-F3A6-9336-2E0189E525C6}"/>
                </a:ext>
              </a:extLst>
            </p:cNvPr>
            <p:cNvCxnSpPr>
              <a:stCxn id="21" idx="6"/>
            </p:cNvCxnSpPr>
            <p:nvPr/>
          </p:nvCxnSpPr>
          <p:spPr>
            <a:xfrm flipH="1">
              <a:off x="7467600" y="3429000"/>
              <a:ext cx="1371600" cy="2375681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7B955A7-8640-7ACA-2DF2-476A8DF7CB4E}"/>
                </a:ext>
              </a:extLst>
            </p:cNvPr>
            <p:cNvCxnSpPr/>
            <p:nvPr/>
          </p:nvCxnSpPr>
          <p:spPr>
            <a:xfrm flipH="1">
              <a:off x="4724400" y="5804681"/>
              <a:ext cx="2743200" cy="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D57FF6B-616A-9533-D1B2-28083556B555}"/>
                </a:ext>
              </a:extLst>
            </p:cNvPr>
            <p:cNvCxnSpPr>
              <a:endCxn id="21" idx="2"/>
            </p:cNvCxnSpPr>
            <p:nvPr/>
          </p:nvCxnSpPr>
          <p:spPr>
            <a:xfrm flipH="1" flipV="1">
              <a:off x="3352800" y="3429000"/>
              <a:ext cx="1371600" cy="2375681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8722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7775</TotalTime>
  <Words>38</Words>
  <Application>Microsoft Office PowerPoint</Application>
  <PresentationFormat>Widescreen</PresentationFormat>
  <Paragraphs>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Shape Templates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Bowles</dc:creator>
  <cp:lastModifiedBy>Jacob Bowles</cp:lastModifiedBy>
  <cp:revision>3</cp:revision>
  <cp:lastPrinted>2026-02-18T23:01:50Z</cp:lastPrinted>
  <dcterms:created xsi:type="dcterms:W3CDTF">2026-02-16T04:42:11Z</dcterms:created>
  <dcterms:modified xsi:type="dcterms:W3CDTF">2026-05-01T05:23:21Z</dcterms:modified>
</cp:coreProperties>
</file>